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3.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4.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7.xml" ContentType="application/vnd.openxmlformats-officedocument.presentationml.notesSlid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8.xml" ContentType="application/vnd.openxmlformats-officedocument.presentationml.notesSlide+xml"/>
  <Override PartName="/ppt/tags/tag166.xml" ContentType="application/vnd.openxmlformats-officedocument.presentationml.tags+xml"/>
  <Override PartName="/ppt/charts/chart1.xml" ContentType="application/vnd.openxmlformats-officedocument.drawingml.chart+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notesSlides/notesSlide9.xml" ContentType="application/vnd.openxmlformats-officedocument.presentationml.notesSlide+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notesSlides/notesSlide10.xml" ContentType="application/vnd.openxmlformats-officedocument.presentationml.notesSlide+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notesSlides/notesSlide11.xml" ContentType="application/vnd.openxmlformats-officedocument.presentationml.notesSlide+xml"/>
  <Override PartName="/ppt/tags/tag342.xml" ContentType="application/vnd.openxmlformats-officedocument.presentationml.tags+xml"/>
  <Override PartName="/ppt/notesSlides/notesSlide12.xml" ContentType="application/vnd.openxmlformats-officedocument.presentationml.notesSlide+xml"/>
  <Override PartName="/ppt/charts/chart5.xml" ContentType="application/vnd.openxmlformats-officedocument.drawingml.chart+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charts/chart6.xml" ContentType="application/vnd.openxmlformats-officedocument.drawingml.chart+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2"/>
  </p:sldMasterIdLst>
  <p:notesMasterIdLst>
    <p:notesMasterId r:id="rId53"/>
  </p:notesMasterIdLst>
  <p:sldIdLst>
    <p:sldId id="256" r:id="rId3"/>
    <p:sldId id="257" r:id="rId4"/>
    <p:sldId id="258" r:id="rId5"/>
    <p:sldId id="259" r:id="rId6"/>
    <p:sldId id="309" r:id="rId7"/>
    <p:sldId id="261" r:id="rId8"/>
    <p:sldId id="262" r:id="rId9"/>
    <p:sldId id="401"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445" r:id="rId26"/>
    <p:sldId id="446" r:id="rId27"/>
    <p:sldId id="447" r:id="rId28"/>
    <p:sldId id="282" r:id="rId29"/>
    <p:sldId id="449" r:id="rId30"/>
    <p:sldId id="284" r:id="rId31"/>
    <p:sldId id="285" r:id="rId32"/>
    <p:sldId id="286" r:id="rId33"/>
    <p:sldId id="287" r:id="rId34"/>
    <p:sldId id="398" r:id="rId35"/>
    <p:sldId id="289" r:id="rId36"/>
    <p:sldId id="290"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custDataLst>
    <p:tags r:id="rId54"/>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CD9"/>
    <a:srgbClr val="3BA5FF"/>
    <a:srgbClr val="0185FF"/>
    <a:srgbClr val="0E0E0E"/>
    <a:srgbClr val="1990FF"/>
    <a:srgbClr val="1F98FF"/>
    <a:srgbClr val="0587F5"/>
    <a:srgbClr val="53C800"/>
    <a:srgbClr val="9BF48F"/>
    <a:srgbClr val="95F8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showGuides="1">
      <p:cViewPr varScale="1">
        <p:scale>
          <a:sx n="94" d="100"/>
          <a:sy n="94" d="100"/>
        </p:scale>
        <p:origin x="96" y="18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rgbClr val="000000"/>
                </a:solidFill>
                <a:latin typeface="等线" panose="02010600030101010101" charset="-122"/>
                <a:ea typeface="+mn-ea"/>
                <a:cs typeface="+mn-cs"/>
              </a:defRPr>
            </a:pPr>
            <a:r>
              <a:rPr sz="1800" b="1" i="0" u="none" strike="noStrike">
                <a:solidFill>
                  <a:srgbClr val="000000"/>
                </a:solidFill>
                <a:latin typeface="等线" panose="02010600030101010101" charset="-122"/>
              </a:rPr>
              <a:t>销售额</a:t>
            </a:r>
          </a:p>
        </c:rich>
      </c:tx>
      <c:layout>
        <c:manualLayout>
          <c:xMode val="edge"/>
          <c:yMode val="edge"/>
          <c:x val="0.42755100000000001"/>
          <c:y val="0"/>
          <c:w val="0.144899"/>
          <c:h val="0.147231"/>
        </c:manualLayout>
      </c:layout>
      <c:overlay val="1"/>
      <c:spPr>
        <a:noFill/>
        <a:effectLst/>
      </c:spPr>
    </c:title>
    <c:autoTitleDeleted val="0"/>
    <c:plotArea>
      <c:layout>
        <c:manualLayout>
          <c:layoutTarget val="inner"/>
          <c:xMode val="edge"/>
          <c:yMode val="edge"/>
          <c:x val="0.15573699999999999"/>
          <c:y val="0.147231"/>
          <c:w val="0.68852599999999997"/>
          <c:h val="0.72487100000000004"/>
        </c:manualLayout>
      </c:layout>
      <c:doughnutChart>
        <c:varyColors val="0"/>
        <c:ser>
          <c:idx val="0"/>
          <c:order val="0"/>
          <c:tx>
            <c:strRef>
              <c:f>Sheet1!$A$2</c:f>
              <c:strCache>
                <c:ptCount val="1"/>
                <c:pt idx="0">
                  <c:v>销售额</c:v>
                </c:pt>
              </c:strCache>
            </c:strRef>
          </c:tx>
          <c:spPr>
            <a:solidFill>
              <a:srgbClr val="003592"/>
            </a:solidFill>
            <a:ln w="19050" cap="flat">
              <a:solidFill>
                <a:srgbClr val="FFFFFF"/>
              </a:solidFill>
              <a:prstDash val="solid"/>
              <a:round/>
            </a:ln>
            <a:effectLst/>
          </c:spPr>
          <c:explosion val="1"/>
          <c:dPt>
            <c:idx val="0"/>
            <c:bubble3D val="0"/>
            <c:spPr>
              <a:solidFill>
                <a:srgbClr val="006CD9"/>
              </a:solidFill>
              <a:ln w="19050" cap="flat">
                <a:solidFill>
                  <a:srgbClr val="FFFFFF"/>
                </a:solidFill>
                <a:prstDash val="solid"/>
                <a:round/>
              </a:ln>
              <a:effectLst/>
            </c:spPr>
            <c:extLst>
              <c:ext xmlns:c16="http://schemas.microsoft.com/office/drawing/2014/chart" uri="{C3380CC4-5D6E-409C-BE32-E72D297353CC}">
                <c16:uniqueId val="{00000001-56AA-453C-9A86-4B1A1CF2B459}"/>
              </c:ext>
            </c:extLst>
          </c:dPt>
          <c:dPt>
            <c:idx val="1"/>
            <c:bubble3D val="0"/>
            <c:spPr>
              <a:solidFill>
                <a:srgbClr val="0587F5"/>
              </a:solidFill>
              <a:ln w="19050" cap="flat">
                <a:solidFill>
                  <a:srgbClr val="FFFFFF"/>
                </a:solidFill>
                <a:prstDash val="solid"/>
                <a:round/>
              </a:ln>
              <a:effectLst/>
            </c:spPr>
            <c:extLst>
              <c:ext xmlns:c16="http://schemas.microsoft.com/office/drawing/2014/chart" uri="{C3380CC4-5D6E-409C-BE32-E72D297353CC}">
                <c16:uniqueId val="{00000003-56AA-453C-9A86-4B1A1CF2B459}"/>
              </c:ext>
            </c:extLst>
          </c:dPt>
          <c:dPt>
            <c:idx val="2"/>
            <c:bubble3D val="0"/>
            <c:spPr>
              <a:solidFill>
                <a:srgbClr val="53C800"/>
              </a:solidFill>
              <a:ln w="19050" cap="flat">
                <a:solidFill>
                  <a:srgbClr val="FFFFFF"/>
                </a:solidFill>
                <a:prstDash val="solid"/>
                <a:round/>
              </a:ln>
              <a:effectLst/>
            </c:spPr>
            <c:extLst>
              <c:ext xmlns:c16="http://schemas.microsoft.com/office/drawing/2014/chart" uri="{C3380CC4-5D6E-409C-BE32-E72D297353CC}">
                <c16:uniqueId val="{00000005-56AA-453C-9A86-4B1A1CF2B459}"/>
              </c:ext>
            </c:extLst>
          </c:dPt>
          <c:cat>
            <c:strRef>
              <c:f>Sheet1!$B$1:$D$1</c:f>
              <c:strCache>
                <c:ptCount val="3"/>
                <c:pt idx="0">
                  <c:v>第一季度</c:v>
                </c:pt>
                <c:pt idx="1">
                  <c:v>第二季度</c:v>
                </c:pt>
                <c:pt idx="2">
                  <c:v>第三季度</c:v>
                </c:pt>
              </c:strCache>
            </c:strRef>
          </c:cat>
          <c:val>
            <c:numRef>
              <c:f>Sheet1!$B$2:$D$2</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56AA-453C-9A86-4B1A1CF2B459}"/>
            </c:ext>
          </c:extLst>
        </c:ser>
        <c:dLbls>
          <c:showLegendKey val="0"/>
          <c:showVal val="0"/>
          <c:showCatName val="0"/>
          <c:showSerName val="0"/>
          <c:showPercent val="0"/>
          <c:showBubbleSize val="0"/>
          <c:showLeaderLines val="1"/>
        </c:dLbls>
        <c:firstSliceAng val="0"/>
        <c:holeSize val="75"/>
      </c:doughnutChart>
      <c:spPr>
        <a:noFill/>
        <a:ln w="12700" cap="flat">
          <a:noFill/>
          <a:miter lim="400000"/>
        </a:ln>
        <a:effectLst/>
      </c:spPr>
    </c:plotArea>
    <c:legend>
      <c:legendPos val="b"/>
      <c:layout>
        <c:manualLayout>
          <c:xMode val="edge"/>
          <c:yMode val="edge"/>
          <c:x val="0"/>
          <c:y val="0.92383199999999999"/>
          <c:w val="1"/>
          <c:h val="7.6167600000000002E-2"/>
        </c:manualLayout>
      </c:layout>
      <c:overlay val="1"/>
      <c:spPr>
        <a:noFill/>
        <a:ln w="12700" cap="flat">
          <a:noFill/>
          <a:miter lim="400000"/>
        </a:ln>
        <a:effectLst/>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98750000000000004"/>
        </c:manualLayout>
      </c:layout>
      <c:doughnutChart>
        <c:varyColors val="0"/>
        <c:ser>
          <c:idx val="0"/>
          <c:order val="0"/>
          <c:tx>
            <c:strRef>
              <c:f>Sheet1!$A$2</c:f>
              <c:strCache>
                <c:ptCount val="1"/>
                <c:pt idx="0">
                  <c:v>Sales</c:v>
                </c:pt>
              </c:strCache>
            </c:strRef>
          </c:tx>
          <c:spPr>
            <a:solidFill>
              <a:srgbClr val="089CEF"/>
            </a:solidFill>
            <a:ln w="19050" cap="flat">
              <a:solidFill>
                <a:srgbClr val="FFFFFF"/>
              </a:solidFill>
              <a:prstDash val="solid"/>
              <a:round/>
            </a:ln>
            <a:effectLst/>
          </c:spPr>
          <c:dPt>
            <c:idx val="0"/>
            <c:bubble3D val="0"/>
            <c:spPr>
              <a:solidFill>
                <a:srgbClr val="1F98FF"/>
              </a:solidFill>
              <a:ln w="19050" cap="flat">
                <a:solidFill>
                  <a:srgbClr val="FFFFFF"/>
                </a:solidFill>
                <a:prstDash val="solid"/>
                <a:round/>
              </a:ln>
              <a:effectLst/>
            </c:spPr>
            <c:extLst>
              <c:ext xmlns:c16="http://schemas.microsoft.com/office/drawing/2014/chart" uri="{C3380CC4-5D6E-409C-BE32-E72D297353CC}">
                <c16:uniqueId val="{00000001-2E6E-4383-8C68-9889F9D70554}"/>
              </c:ext>
            </c:extLst>
          </c:dPt>
          <c:dPt>
            <c:idx val="1"/>
            <c:bubble3D val="0"/>
            <c:spPr>
              <a:solidFill>
                <a:srgbClr val="ECECEC"/>
              </a:solidFill>
              <a:ln w="19050" cap="flat">
                <a:solidFill>
                  <a:srgbClr val="FFFFFF"/>
                </a:solidFill>
                <a:prstDash val="solid"/>
                <a:round/>
              </a:ln>
              <a:effectLst/>
            </c:spPr>
            <c:extLst>
              <c:ext xmlns:c16="http://schemas.microsoft.com/office/drawing/2014/chart" uri="{C3380CC4-5D6E-409C-BE32-E72D297353CC}">
                <c16:uniqueId val="{00000003-2E6E-4383-8C68-9889F9D70554}"/>
              </c:ext>
            </c:extLst>
          </c:dPt>
          <c:cat>
            <c:strRef>
              <c:f>Sheet1!$B$1:$C$1</c:f>
              <c:strCache>
                <c:ptCount val="2"/>
                <c:pt idx="0">
                  <c:v>1st Qtr</c:v>
                </c:pt>
                <c:pt idx="1">
                  <c:v>2nd Qtr</c:v>
                </c:pt>
              </c:strCache>
            </c:strRef>
          </c:cat>
          <c:val>
            <c:numRef>
              <c:f>Sheet1!$B$2:$C$2</c:f>
              <c:numCache>
                <c:formatCode>General</c:formatCode>
                <c:ptCount val="2"/>
                <c:pt idx="0">
                  <c:v>75</c:v>
                </c:pt>
                <c:pt idx="1">
                  <c:v>25</c:v>
                </c:pt>
              </c:numCache>
            </c:numRef>
          </c:val>
          <c:extLst>
            <c:ext xmlns:c16="http://schemas.microsoft.com/office/drawing/2014/chart" uri="{C3380CC4-5D6E-409C-BE32-E72D297353CC}">
              <c16:uniqueId val="{00000004-2E6E-4383-8C68-9889F9D70554}"/>
            </c:ext>
          </c:extLst>
        </c:ser>
        <c:dLbls>
          <c:showLegendKey val="0"/>
          <c:showVal val="0"/>
          <c:showCatName val="0"/>
          <c:showSerName val="0"/>
          <c:showPercent val="0"/>
          <c:showBubbleSize val="0"/>
          <c:showLeaderLines val="1"/>
        </c:dLbls>
        <c:firstSliceAng val="0"/>
        <c:holeSize val="90"/>
      </c:doughnutChart>
      <c:spPr>
        <a:noFill/>
        <a:ln w="12700" cap="flat">
          <a:noFill/>
          <a:miter lim="400000"/>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98750000000000004"/>
        </c:manualLayout>
      </c:layout>
      <c:doughnutChart>
        <c:varyColors val="0"/>
        <c:ser>
          <c:idx val="0"/>
          <c:order val="0"/>
          <c:tx>
            <c:strRef>
              <c:f>Sheet1!$A$2</c:f>
              <c:strCache>
                <c:ptCount val="1"/>
                <c:pt idx="0">
                  <c:v>Sales</c:v>
                </c:pt>
              </c:strCache>
            </c:strRef>
          </c:tx>
          <c:spPr>
            <a:solidFill>
              <a:srgbClr val="0468C1"/>
            </a:solidFill>
            <a:ln w="19050" cap="flat">
              <a:solidFill>
                <a:srgbClr val="FFFFFF"/>
              </a:solidFill>
              <a:prstDash val="solid"/>
              <a:round/>
            </a:ln>
            <a:effectLst/>
          </c:spPr>
          <c:dPt>
            <c:idx val="0"/>
            <c:bubble3D val="0"/>
            <c:spPr>
              <a:solidFill>
                <a:srgbClr val="0587F5"/>
              </a:solidFill>
              <a:ln w="19050" cap="flat">
                <a:solidFill>
                  <a:srgbClr val="FFFFFF"/>
                </a:solidFill>
                <a:prstDash val="solid"/>
                <a:round/>
              </a:ln>
              <a:effectLst/>
            </c:spPr>
            <c:extLst>
              <c:ext xmlns:c16="http://schemas.microsoft.com/office/drawing/2014/chart" uri="{C3380CC4-5D6E-409C-BE32-E72D297353CC}">
                <c16:uniqueId val="{00000001-C2DE-4C35-A414-80662D9527DB}"/>
              </c:ext>
            </c:extLst>
          </c:dPt>
          <c:dPt>
            <c:idx val="1"/>
            <c:bubble3D val="0"/>
            <c:spPr>
              <a:solidFill>
                <a:srgbClr val="ECECEC"/>
              </a:solidFill>
              <a:ln w="19050" cap="flat">
                <a:solidFill>
                  <a:srgbClr val="FFFFFF"/>
                </a:solidFill>
                <a:prstDash val="solid"/>
                <a:round/>
              </a:ln>
              <a:effectLst/>
            </c:spPr>
            <c:extLst>
              <c:ext xmlns:c16="http://schemas.microsoft.com/office/drawing/2014/chart" uri="{C3380CC4-5D6E-409C-BE32-E72D297353CC}">
                <c16:uniqueId val="{00000003-C2DE-4C35-A414-80662D9527DB}"/>
              </c:ext>
            </c:extLst>
          </c:dPt>
          <c:cat>
            <c:strRef>
              <c:f>Sheet1!$B$1:$C$1</c:f>
              <c:strCache>
                <c:ptCount val="2"/>
                <c:pt idx="0">
                  <c:v>1st Qtr</c:v>
                </c:pt>
                <c:pt idx="1">
                  <c:v>2nd Qtr</c:v>
                </c:pt>
              </c:strCache>
            </c:strRef>
          </c:cat>
          <c:val>
            <c:numRef>
              <c:f>Sheet1!$B$2:$C$2</c:f>
              <c:numCache>
                <c:formatCode>General</c:formatCode>
                <c:ptCount val="2"/>
                <c:pt idx="0">
                  <c:v>75</c:v>
                </c:pt>
                <c:pt idx="1">
                  <c:v>25</c:v>
                </c:pt>
              </c:numCache>
            </c:numRef>
          </c:val>
          <c:extLst>
            <c:ext xmlns:c16="http://schemas.microsoft.com/office/drawing/2014/chart" uri="{C3380CC4-5D6E-409C-BE32-E72D297353CC}">
              <c16:uniqueId val="{00000004-C2DE-4C35-A414-80662D9527DB}"/>
            </c:ext>
          </c:extLst>
        </c:ser>
        <c:dLbls>
          <c:showLegendKey val="0"/>
          <c:showVal val="0"/>
          <c:showCatName val="0"/>
          <c:showSerName val="0"/>
          <c:showPercent val="0"/>
          <c:showBubbleSize val="0"/>
          <c:showLeaderLines val="1"/>
        </c:dLbls>
        <c:firstSliceAng val="0"/>
        <c:holeSize val="90"/>
      </c:doughnutChart>
      <c:spPr>
        <a:noFill/>
        <a:ln w="12700" cap="flat">
          <a:noFill/>
          <a:miter lim="400000"/>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98750000000000004"/>
        </c:manualLayout>
      </c:layout>
      <c:doughnutChart>
        <c:varyColors val="0"/>
        <c:ser>
          <c:idx val="0"/>
          <c:order val="0"/>
          <c:tx>
            <c:strRef>
              <c:f>Sheet1!$A$2</c:f>
              <c:strCache>
                <c:ptCount val="1"/>
                <c:pt idx="0">
                  <c:v>Sales</c:v>
                </c:pt>
              </c:strCache>
            </c:strRef>
          </c:tx>
          <c:spPr>
            <a:solidFill>
              <a:srgbClr val="003592"/>
            </a:solidFill>
            <a:ln w="19050" cap="flat">
              <a:solidFill>
                <a:srgbClr val="FFFFFF"/>
              </a:solidFill>
              <a:prstDash val="solid"/>
              <a:round/>
            </a:ln>
            <a:effectLst/>
          </c:spPr>
          <c:dPt>
            <c:idx val="0"/>
            <c:bubble3D val="0"/>
            <c:spPr>
              <a:solidFill>
                <a:srgbClr val="006CD9"/>
              </a:solidFill>
              <a:ln w="19050" cap="flat">
                <a:solidFill>
                  <a:srgbClr val="FFFFFF"/>
                </a:solidFill>
                <a:prstDash val="solid"/>
                <a:round/>
              </a:ln>
              <a:effectLst/>
            </c:spPr>
            <c:extLst>
              <c:ext xmlns:c16="http://schemas.microsoft.com/office/drawing/2014/chart" uri="{C3380CC4-5D6E-409C-BE32-E72D297353CC}">
                <c16:uniqueId val="{00000001-F7ED-4BE8-B298-3D8A48B7D89D}"/>
              </c:ext>
            </c:extLst>
          </c:dPt>
          <c:dPt>
            <c:idx val="1"/>
            <c:bubble3D val="0"/>
            <c:spPr>
              <a:solidFill>
                <a:srgbClr val="ECECEC"/>
              </a:solidFill>
              <a:ln w="19050" cap="flat">
                <a:solidFill>
                  <a:srgbClr val="FFFFFF"/>
                </a:solidFill>
                <a:prstDash val="solid"/>
                <a:round/>
              </a:ln>
              <a:effectLst/>
            </c:spPr>
            <c:extLst>
              <c:ext xmlns:c16="http://schemas.microsoft.com/office/drawing/2014/chart" uri="{C3380CC4-5D6E-409C-BE32-E72D297353CC}">
                <c16:uniqueId val="{00000003-F7ED-4BE8-B298-3D8A48B7D89D}"/>
              </c:ext>
            </c:extLst>
          </c:dPt>
          <c:cat>
            <c:strRef>
              <c:f>Sheet1!$B$1:$C$1</c:f>
              <c:strCache>
                <c:ptCount val="2"/>
                <c:pt idx="0">
                  <c:v>1st Qtr</c:v>
                </c:pt>
                <c:pt idx="1">
                  <c:v>2nd Qtr</c:v>
                </c:pt>
              </c:strCache>
            </c:strRef>
          </c:cat>
          <c:val>
            <c:numRef>
              <c:f>Sheet1!$B$2:$C$2</c:f>
              <c:numCache>
                <c:formatCode>General</c:formatCode>
                <c:ptCount val="2"/>
                <c:pt idx="0">
                  <c:v>75</c:v>
                </c:pt>
                <c:pt idx="1">
                  <c:v>25</c:v>
                </c:pt>
              </c:numCache>
            </c:numRef>
          </c:val>
          <c:extLst>
            <c:ext xmlns:c16="http://schemas.microsoft.com/office/drawing/2014/chart" uri="{C3380CC4-5D6E-409C-BE32-E72D297353CC}">
              <c16:uniqueId val="{00000004-F7ED-4BE8-B298-3D8A48B7D89D}"/>
            </c:ext>
          </c:extLst>
        </c:ser>
        <c:dLbls>
          <c:showLegendKey val="0"/>
          <c:showVal val="0"/>
          <c:showCatName val="0"/>
          <c:showSerName val="0"/>
          <c:showPercent val="0"/>
          <c:showBubbleSize val="0"/>
          <c:showLeaderLines val="1"/>
        </c:dLbls>
        <c:firstSliceAng val="0"/>
        <c:holeSize val="90"/>
      </c:doughnutChart>
      <c:spPr>
        <a:noFill/>
        <a:ln w="12700" cap="flat">
          <a:noFill/>
          <a:miter lim="400000"/>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0" i="0" u="none" strike="noStrike" kern="1200" baseline="0">
                <a:solidFill>
                  <a:srgbClr val="595959"/>
                </a:solidFill>
                <a:latin typeface="等线" panose="02010600030101010101" charset="-122"/>
                <a:ea typeface="+mn-ea"/>
                <a:cs typeface="+mn-cs"/>
              </a:defRPr>
            </a:pPr>
            <a:r>
              <a:rPr sz="1800" b="0" i="0" u="none" strike="noStrike">
                <a:solidFill>
                  <a:srgbClr val="595959"/>
                </a:solidFill>
                <a:latin typeface="等线" panose="02010600030101010101" charset="-122"/>
              </a:rPr>
              <a:t>图表标题</a:t>
            </a:r>
          </a:p>
        </c:rich>
      </c:tx>
      <c:layout>
        <c:manualLayout>
          <c:xMode val="edge"/>
          <c:yMode val="edge"/>
          <c:x val="0.44230000000000003"/>
          <c:y val="0"/>
          <c:w val="0.1154"/>
          <c:h val="0.15868199999999999"/>
        </c:manualLayout>
      </c:layout>
      <c:overlay val="1"/>
      <c:spPr>
        <a:noFill/>
        <a:effectLst/>
      </c:spPr>
    </c:title>
    <c:autoTitleDeleted val="0"/>
    <c:plotArea>
      <c:layout>
        <c:manualLayout>
          <c:layoutTarget val="inner"/>
          <c:xMode val="edge"/>
          <c:yMode val="edge"/>
          <c:x val="6.7752300000000001E-2"/>
          <c:y val="0.15868199999999999"/>
          <c:w val="0.92724799999999996"/>
          <c:h val="0.66011399999999998"/>
        </c:manualLayout>
      </c:layout>
      <c:barChart>
        <c:barDir val="col"/>
        <c:grouping val="clustered"/>
        <c:varyColors val="0"/>
        <c:ser>
          <c:idx val="0"/>
          <c:order val="0"/>
          <c:tx>
            <c:strRef>
              <c:f>Sheet1!$B$1</c:f>
              <c:strCache>
                <c:ptCount val="1"/>
                <c:pt idx="0">
                  <c:v>系列 1</c:v>
                </c:pt>
              </c:strCache>
            </c:strRef>
          </c:tx>
          <c:spPr>
            <a:solidFill>
              <a:srgbClr val="006CD9"/>
            </a:solidFill>
            <a:ln w="12700" cap="flat">
              <a:noFill/>
              <a:miter lim="400000"/>
            </a:ln>
            <a:effectLst/>
          </c:spPr>
          <c:invertIfNegative val="0"/>
          <c:cat>
            <c:strRef>
              <c:f>Sheet1!$A$2:$A$4</c:f>
              <c:strCache>
                <c:ptCount val="3"/>
                <c:pt idx="0">
                  <c:v>类别 1</c:v>
                </c:pt>
                <c:pt idx="1">
                  <c:v>类别 2</c:v>
                </c:pt>
                <c:pt idx="2">
                  <c:v>类别 3</c:v>
                </c:pt>
              </c:strCache>
            </c:strRef>
          </c:cat>
          <c:val>
            <c:numRef>
              <c:f>Sheet1!$B$2:$B$4</c:f>
              <c:numCache>
                <c:formatCode>General</c:formatCode>
                <c:ptCount val="3"/>
                <c:pt idx="0">
                  <c:v>4.3</c:v>
                </c:pt>
                <c:pt idx="1">
                  <c:v>2.5</c:v>
                </c:pt>
                <c:pt idx="2">
                  <c:v>3.5</c:v>
                </c:pt>
              </c:numCache>
            </c:numRef>
          </c:val>
          <c:extLst>
            <c:ext xmlns:c16="http://schemas.microsoft.com/office/drawing/2014/chart" uri="{C3380CC4-5D6E-409C-BE32-E72D297353CC}">
              <c16:uniqueId val="{00000003-8C40-471B-B512-DCCC8D582E92}"/>
            </c:ext>
          </c:extLst>
        </c:ser>
        <c:ser>
          <c:idx val="1"/>
          <c:order val="1"/>
          <c:tx>
            <c:strRef>
              <c:f>Sheet1!$C$1</c:f>
              <c:strCache>
                <c:ptCount val="1"/>
                <c:pt idx="0">
                  <c:v>系列 2</c:v>
                </c:pt>
              </c:strCache>
            </c:strRef>
          </c:tx>
          <c:spPr>
            <a:solidFill>
              <a:srgbClr val="1990FF"/>
            </a:solidFill>
            <a:ln w="12700" cap="flat">
              <a:noFill/>
              <a:miter lim="400000"/>
            </a:ln>
            <a:effectLst/>
          </c:spPr>
          <c:invertIfNegative val="0"/>
          <c:cat>
            <c:strRef>
              <c:f>Sheet1!$A$2:$A$4</c:f>
              <c:strCache>
                <c:ptCount val="3"/>
                <c:pt idx="0">
                  <c:v>类别 1</c:v>
                </c:pt>
                <c:pt idx="1">
                  <c:v>类别 2</c:v>
                </c:pt>
                <c:pt idx="2">
                  <c:v>类别 3</c:v>
                </c:pt>
              </c:strCache>
            </c:strRef>
          </c:cat>
          <c:val>
            <c:numRef>
              <c:f>Sheet1!$C$2:$C$4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7-8C40-471B-B512-DCCC8D582E92}"/>
            </c:ext>
          </c:extLst>
        </c:ser>
        <c:ser>
          <c:idx val="2"/>
          <c:order val="2"/>
          <c:tx>
            <c:strRef>
              <c:f>Sheet1!$D$1</c:f>
              <c:strCache>
                <c:ptCount val="1"/>
                <c:pt idx="0">
                  <c:v>系列 3</c:v>
                </c:pt>
              </c:strCache>
            </c:strRef>
          </c:tx>
          <c:spPr>
            <a:solidFill>
              <a:srgbClr val="53C800"/>
            </a:solidFill>
            <a:ln w="12700" cap="flat">
              <a:noFill/>
              <a:miter lim="400000"/>
            </a:ln>
            <a:effectLst/>
          </c:spPr>
          <c:invertIfNegative val="0"/>
          <c:cat>
            <c:strRef>
              <c:f>Sheet1!$A$2:$A$4</c:f>
              <c:strCache>
                <c:ptCount val="3"/>
                <c:pt idx="0">
                  <c:v>类别 1</c:v>
                </c:pt>
                <c:pt idx="1">
                  <c:v>类别 2</c:v>
                </c:pt>
                <c:pt idx="2">
                  <c:v>类别 3</c:v>
                </c:pt>
              </c:strCache>
            </c:strRef>
          </c:cat>
          <c:val>
            <c:numRef>
              <c:f>Sheet1!$D$2:$D$4</c:f>
              <c:numCache>
                <c:formatCode>General</c:formatCode>
                <c:ptCount val="3"/>
                <c:pt idx="0">
                  <c:v>2</c:v>
                </c:pt>
                <c:pt idx="1">
                  <c:v>2</c:v>
                </c:pt>
                <c:pt idx="2">
                  <c:v>3</c:v>
                </c:pt>
              </c:numCache>
            </c:numRef>
          </c:val>
          <c:extLst>
            <c:ext xmlns:c16="http://schemas.microsoft.com/office/drawing/2014/chart" uri="{C3380CC4-5D6E-409C-BE32-E72D297353CC}">
              <c16:uniqueId val="{0000000B-8C40-471B-B512-DCCC8D582E92}"/>
            </c:ext>
          </c:extLst>
        </c:ser>
        <c:dLbls>
          <c:showLegendKey val="0"/>
          <c:showVal val="0"/>
          <c:showCatName val="0"/>
          <c:showSerName val="0"/>
          <c:showPercent val="0"/>
          <c:showBubbleSize val="0"/>
        </c:dLbls>
        <c:gapWidth val="219"/>
        <c:overlap val="-27"/>
        <c:axId val="2094734552"/>
        <c:axId val="2094734553"/>
      </c:barChart>
      <c:catAx>
        <c:axId val="2094734552"/>
        <c:scaling>
          <c:orientation val="minMax"/>
        </c:scaling>
        <c:delete val="0"/>
        <c:axPos val="b"/>
        <c:numFmt formatCode="General" sourceLinked="0"/>
        <c:majorTickMark val="none"/>
        <c:minorTickMark val="none"/>
        <c:tickLblPos val="low"/>
        <c:spPr>
          <a:ln w="12700" cap="flat" cmpd="sng" algn="ctr">
            <a:solidFill>
              <a:srgbClr val="D9D9D9"/>
            </a:solidFill>
            <a:prstDash val="solid"/>
            <a:round/>
          </a:ln>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12700" cap="flat" cmpd="sng" algn="ctr">
              <a:solidFill>
                <a:srgbClr val="D9D9D9"/>
              </a:solidFill>
              <a:prstDash val="solid"/>
              <a:round/>
            </a:ln>
          </c:spPr>
        </c:majorGridlines>
        <c:numFmt formatCode="0.#" sourceLinked="0"/>
        <c:majorTickMark val="none"/>
        <c:minorTickMark val="none"/>
        <c:tickLblPos val="nextTo"/>
        <c:spPr>
          <a:ln w="12700" cap="flat" cmpd="sng" algn="ctr">
            <a:noFill/>
            <a:prstDash val="solid"/>
            <a:round/>
          </a:ln>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crossAx val="2094734552"/>
        <c:crosses val="autoZero"/>
        <c:crossBetween val="between"/>
        <c:majorUnit val="1.25"/>
        <c:minorUnit val="0.625"/>
      </c:valAx>
      <c:spPr>
        <a:noFill/>
        <a:ln w="12700" cap="flat">
          <a:noFill/>
          <a:miter lim="400000"/>
        </a:ln>
        <a:effectLst/>
      </c:spPr>
    </c:plotArea>
    <c:legend>
      <c:legendPos val="b"/>
      <c:layout>
        <c:manualLayout>
          <c:xMode val="edge"/>
          <c:yMode val="edge"/>
          <c:x val="0.27232499999999998"/>
          <c:y val="0.92068700000000003"/>
          <c:w val="0.50186699999999995"/>
          <c:h val="7.9313400000000006E-2"/>
        </c:manualLayout>
      </c:layout>
      <c:overlay val="1"/>
      <c:spPr>
        <a:noFill/>
        <a:ln w="12700" cap="flat">
          <a:noFill/>
          <a:miter lim="400000"/>
        </a:ln>
        <a:effectLst/>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0" i="0" u="none" strike="noStrike" kern="1200" baseline="0">
                <a:solidFill>
                  <a:srgbClr val="595959"/>
                </a:solidFill>
                <a:latin typeface="等线" panose="02010600030101010101" charset="-122"/>
                <a:ea typeface="+mn-ea"/>
                <a:cs typeface="+mn-cs"/>
              </a:defRPr>
            </a:pPr>
            <a:r>
              <a:rPr sz="1800" b="0" i="0" u="none" strike="noStrike">
                <a:solidFill>
                  <a:srgbClr val="595959"/>
                </a:solidFill>
                <a:latin typeface="等线" panose="02010600030101010101" charset="-122"/>
              </a:rPr>
              <a:t>图表标题</a:t>
            </a:r>
          </a:p>
        </c:rich>
      </c:tx>
      <c:layout>
        <c:manualLayout>
          <c:xMode val="edge"/>
          <c:yMode val="edge"/>
          <c:x val="0.43298199999999998"/>
          <c:y val="0"/>
          <c:w val="9.8431500000000005E-2"/>
          <c:h val="0.135075"/>
        </c:manualLayout>
      </c:layout>
      <c:overlay val="1"/>
      <c:spPr>
        <a:noFill/>
        <a:effectLst/>
      </c:spPr>
    </c:title>
    <c:autoTitleDeleted val="0"/>
    <c:plotArea>
      <c:layout>
        <c:manualLayout>
          <c:layoutTarget val="inner"/>
          <c:xMode val="edge"/>
          <c:yMode val="edge"/>
          <c:x val="9.3127399999999999E-2"/>
          <c:y val="0.135075"/>
          <c:w val="0.863591"/>
          <c:h val="0.79377399999999998"/>
        </c:manualLayout>
      </c:layout>
      <c:barChart>
        <c:barDir val="bar"/>
        <c:grouping val="clustered"/>
        <c:varyColors val="0"/>
        <c:ser>
          <c:idx val="0"/>
          <c:order val="0"/>
          <c:tx>
            <c:strRef>
              <c:f>Sheet1!$B$1</c:f>
              <c:strCache>
                <c:ptCount val="1"/>
                <c:pt idx="0">
                  <c:v>系列 3</c:v>
                </c:pt>
              </c:strCache>
            </c:strRef>
          </c:tx>
          <c:spPr>
            <a:solidFill>
              <a:srgbClr val="65B5FF"/>
            </a:solidFill>
            <a:ln w="12700" cap="flat">
              <a:noFill/>
              <a:miter lim="400000"/>
            </a:ln>
            <a:effectLst/>
          </c:spPr>
          <c:invertIfNegative val="0"/>
          <c:cat>
            <c:strRef>
              <c:f>Sheet1!$A$2:$A$5</c:f>
              <c:strCache>
                <c:ptCount val="4"/>
                <c:pt idx="0">
                  <c:v>类别 4</c:v>
                </c:pt>
                <c:pt idx="1">
                  <c:v>类别 3</c:v>
                </c:pt>
                <c:pt idx="2">
                  <c:v>类别 2</c:v>
                </c:pt>
                <c:pt idx="3">
                  <c:v>类别 1</c:v>
                </c:pt>
              </c:strCache>
            </c:strRef>
          </c:cat>
          <c:val>
            <c:numRef>
              <c:f>Sheet1!$B$2:$B$5</c:f>
              <c:numCache>
                <c:formatCode>General</c:formatCode>
                <c:ptCount val="4"/>
                <c:pt idx="0">
                  <c:v>5</c:v>
                </c:pt>
                <c:pt idx="1">
                  <c:v>3</c:v>
                </c:pt>
                <c:pt idx="2">
                  <c:v>2</c:v>
                </c:pt>
                <c:pt idx="3">
                  <c:v>2</c:v>
                </c:pt>
              </c:numCache>
            </c:numRef>
          </c:val>
          <c:extLst>
            <c:ext xmlns:c16="http://schemas.microsoft.com/office/drawing/2014/chart" uri="{C3380CC4-5D6E-409C-BE32-E72D297353CC}">
              <c16:uniqueId val="{00000004-745A-4DF4-A980-6F063602B4E2}"/>
            </c:ext>
          </c:extLst>
        </c:ser>
        <c:ser>
          <c:idx val="1"/>
          <c:order val="1"/>
          <c:tx>
            <c:strRef>
              <c:f>Sheet1!$C$1</c:f>
              <c:strCache>
                <c:ptCount val="1"/>
                <c:pt idx="0">
                  <c:v>系列 2</c:v>
                </c:pt>
              </c:strCache>
            </c:strRef>
          </c:tx>
          <c:spPr>
            <a:solidFill>
              <a:srgbClr val="006CD9"/>
            </a:solidFill>
            <a:ln w="12700" cap="flat">
              <a:noFill/>
              <a:miter lim="400000"/>
            </a:ln>
            <a:effectLst/>
          </c:spPr>
          <c:invertIfNegative val="0"/>
          <c:cat>
            <c:strRef>
              <c:f>Sheet1!$A$2:$A$5</c:f>
              <c:strCache>
                <c:ptCount val="4"/>
                <c:pt idx="0">
                  <c:v>类别 4</c:v>
                </c:pt>
                <c:pt idx="1">
                  <c:v>类别 3</c:v>
                </c:pt>
                <c:pt idx="2">
                  <c:v>类别 2</c:v>
                </c:pt>
                <c:pt idx="3">
                  <c:v>类别 1</c:v>
                </c:pt>
              </c:strCache>
            </c:strRef>
          </c:cat>
          <c:val>
            <c:numRef>
              <c:f>Sheet1!$C$2:$C$5</c:f>
              <c:numCache>
                <c:formatCode>General</c:formatCode>
                <c:ptCount val="4"/>
                <c:pt idx="0">
                  <c:v>2.8</c:v>
                </c:pt>
                <c:pt idx="1">
                  <c:v>1.8</c:v>
                </c:pt>
                <c:pt idx="2">
                  <c:v>4.4000000000000004</c:v>
                </c:pt>
                <c:pt idx="3">
                  <c:v>2.4</c:v>
                </c:pt>
              </c:numCache>
            </c:numRef>
          </c:val>
          <c:extLst>
            <c:ext xmlns:c16="http://schemas.microsoft.com/office/drawing/2014/chart" uri="{C3380CC4-5D6E-409C-BE32-E72D297353CC}">
              <c16:uniqueId val="{00000009-745A-4DF4-A980-6F063602B4E2}"/>
            </c:ext>
          </c:extLst>
        </c:ser>
        <c:ser>
          <c:idx val="2"/>
          <c:order val="2"/>
          <c:tx>
            <c:strRef>
              <c:f>Sheet1!$D$1</c:f>
              <c:strCache>
                <c:ptCount val="1"/>
                <c:pt idx="0">
                  <c:v>系列 1</c:v>
                </c:pt>
              </c:strCache>
            </c:strRef>
          </c:tx>
          <c:spPr>
            <a:solidFill>
              <a:srgbClr val="1990FF"/>
            </a:solidFill>
            <a:ln w="12700" cap="flat">
              <a:noFill/>
              <a:miter lim="400000"/>
            </a:ln>
            <a:effectLst/>
          </c:spPr>
          <c:invertIfNegative val="0"/>
          <c:cat>
            <c:strRef>
              <c:f>Sheet1!$A$2:$A$5</c:f>
              <c:strCache>
                <c:ptCount val="4"/>
                <c:pt idx="0">
                  <c:v>类别 4</c:v>
                </c:pt>
                <c:pt idx="1">
                  <c:v>类别 3</c:v>
                </c:pt>
                <c:pt idx="2">
                  <c:v>类别 2</c:v>
                </c:pt>
                <c:pt idx="3">
                  <c:v>类别 1</c:v>
                </c:pt>
              </c:strCache>
            </c:strRef>
          </c:cat>
          <c:val>
            <c:numRef>
              <c:f>Sheet1!$D$2:$D$5</c:f>
              <c:numCache>
                <c:formatCode>General</c:formatCode>
                <c:ptCount val="4"/>
                <c:pt idx="0">
                  <c:v>4.5</c:v>
                </c:pt>
                <c:pt idx="1">
                  <c:v>3.5</c:v>
                </c:pt>
                <c:pt idx="2">
                  <c:v>2.5</c:v>
                </c:pt>
                <c:pt idx="3">
                  <c:v>4.3</c:v>
                </c:pt>
              </c:numCache>
            </c:numRef>
          </c:val>
          <c:extLst>
            <c:ext xmlns:c16="http://schemas.microsoft.com/office/drawing/2014/chart" uri="{C3380CC4-5D6E-409C-BE32-E72D297353CC}">
              <c16:uniqueId val="{0000000E-745A-4DF4-A980-6F063602B4E2}"/>
            </c:ext>
          </c:extLst>
        </c:ser>
        <c:dLbls>
          <c:showLegendKey val="0"/>
          <c:showVal val="0"/>
          <c:showCatName val="0"/>
          <c:showSerName val="0"/>
          <c:showPercent val="0"/>
          <c:showBubbleSize val="0"/>
        </c:dLbls>
        <c:gapWidth val="182"/>
        <c:axId val="2094734552"/>
        <c:axId val="2094734553"/>
      </c:barChart>
      <c:catAx>
        <c:axId val="2094734552"/>
        <c:scaling>
          <c:orientation val="maxMin"/>
        </c:scaling>
        <c:delete val="0"/>
        <c:axPos val="l"/>
        <c:numFmt formatCode="General" sourceLinked="0"/>
        <c:majorTickMark val="none"/>
        <c:minorTickMark val="none"/>
        <c:tickLblPos val="nextTo"/>
        <c:spPr>
          <a:ln w="12700" cap="flat" cmpd="sng" algn="ctr">
            <a:solidFill>
              <a:srgbClr val="D9D9D9"/>
            </a:solidFill>
            <a:prstDash val="solid"/>
            <a:round/>
          </a:ln>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crossAx val="2094734553"/>
        <c:crosses val="autoZero"/>
        <c:auto val="1"/>
        <c:lblAlgn val="ctr"/>
        <c:lblOffset val="100"/>
        <c:noMultiLvlLbl val="1"/>
      </c:catAx>
      <c:valAx>
        <c:axId val="2094734553"/>
        <c:scaling>
          <c:orientation val="minMax"/>
        </c:scaling>
        <c:delete val="0"/>
        <c:axPos val="t"/>
        <c:majorGridlines>
          <c:spPr>
            <a:ln w="12700" cap="flat" cmpd="sng" algn="ctr">
              <a:solidFill>
                <a:srgbClr val="D9D9D9"/>
              </a:solidFill>
              <a:prstDash val="solid"/>
              <a:round/>
            </a:ln>
          </c:spPr>
        </c:majorGridlines>
        <c:numFmt formatCode="0.#" sourceLinked="0"/>
        <c:majorTickMark val="none"/>
        <c:minorTickMark val="none"/>
        <c:tickLblPos val="high"/>
        <c:spPr>
          <a:ln w="12700" cap="flat" cmpd="sng" algn="ctr">
            <a:noFill/>
            <a:prstDash val="solid"/>
            <a:round/>
          </a:ln>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crossAx val="2094734552"/>
        <c:crosses val="autoZero"/>
        <c:crossBetween val="between"/>
        <c:majorUnit val="1.25"/>
        <c:minorUnit val="0.625"/>
      </c:valAx>
      <c:spPr>
        <a:noFill/>
        <a:ln w="12700" cap="flat">
          <a:noFill/>
          <a:miter lim="400000"/>
        </a:ln>
        <a:effectLst/>
      </c:spPr>
    </c:plotArea>
    <c:legend>
      <c:legendPos val="r"/>
      <c:layout>
        <c:manualLayout>
          <c:xMode val="edge"/>
          <c:yMode val="edge"/>
          <c:x val="0.62016099999999996"/>
          <c:y val="7.5058600000000003E-2"/>
          <c:w val="0.37983899999999998"/>
          <c:h val="8.1873600000000005E-2"/>
        </c:manualLayout>
      </c:layout>
      <c:overlay val="1"/>
      <c:spPr>
        <a:noFill/>
        <a:ln w="12700" cap="flat">
          <a:noFill/>
          <a:miter lim="400000"/>
        </a:ln>
        <a:effectLst/>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rgbClr val="000000"/>
                </a:solidFill>
                <a:latin typeface="等线" panose="02010600030101010101" charset="-122"/>
                <a:ea typeface="+mn-ea"/>
                <a:cs typeface="+mn-cs"/>
              </a:defRPr>
            </a:pPr>
            <a:r>
              <a:rPr sz="1800" b="1" i="0" u="none" strike="noStrike">
                <a:solidFill>
                  <a:srgbClr val="000000"/>
                </a:solidFill>
                <a:latin typeface="等线" panose="02010600030101010101" charset="-122"/>
              </a:rPr>
              <a:t>销售额</a:t>
            </a:r>
          </a:p>
        </c:rich>
      </c:tx>
      <c:layout>
        <c:manualLayout>
          <c:xMode val="edge"/>
          <c:yMode val="edge"/>
          <c:x val="0.43870999999999999"/>
          <c:y val="0"/>
          <c:w val="0.122581"/>
          <c:h val="0.16516700000000001"/>
        </c:manualLayout>
      </c:layout>
      <c:overlay val="1"/>
      <c:spPr>
        <a:noFill/>
        <a:effectLst/>
      </c:spPr>
    </c:title>
    <c:autoTitleDeleted val="0"/>
    <c:plotArea>
      <c:layout>
        <c:manualLayout>
          <c:layoutTarget val="inner"/>
          <c:xMode val="edge"/>
          <c:yMode val="edge"/>
          <c:x val="0.25165300000000002"/>
          <c:y val="0.16516700000000001"/>
          <c:w val="0.496695"/>
          <c:h val="0.69287799999999999"/>
        </c:manualLayout>
      </c:layout>
      <c:pieChart>
        <c:varyColors val="0"/>
        <c:ser>
          <c:idx val="0"/>
          <c:order val="0"/>
          <c:tx>
            <c:strRef>
              <c:f>Sheet1!$A$2</c:f>
              <c:strCache>
                <c:ptCount val="1"/>
                <c:pt idx="0">
                  <c:v>销售额</c:v>
                </c:pt>
              </c:strCache>
            </c:strRef>
          </c:tx>
          <c:spPr>
            <a:solidFill>
              <a:srgbClr val="003592"/>
            </a:solidFill>
            <a:ln w="19050" cap="flat">
              <a:solidFill>
                <a:srgbClr val="FFFFFF"/>
              </a:solidFill>
              <a:prstDash val="solid"/>
              <a:round/>
            </a:ln>
            <a:effectLst/>
          </c:spPr>
          <c:dPt>
            <c:idx val="0"/>
            <c:bubble3D val="0"/>
            <c:spPr>
              <a:solidFill>
                <a:srgbClr val="006CD9"/>
              </a:solidFill>
              <a:ln w="19050" cap="flat">
                <a:solidFill>
                  <a:srgbClr val="FFFFFF"/>
                </a:solidFill>
                <a:prstDash val="solid"/>
                <a:round/>
              </a:ln>
              <a:effectLst/>
            </c:spPr>
            <c:extLst>
              <c:ext xmlns:c16="http://schemas.microsoft.com/office/drawing/2014/chart" uri="{C3380CC4-5D6E-409C-BE32-E72D297353CC}">
                <c16:uniqueId val="{00000001-2AAF-4690-82EC-F3D4E4E01C13}"/>
              </c:ext>
            </c:extLst>
          </c:dPt>
          <c:dPt>
            <c:idx val="1"/>
            <c:bubble3D val="0"/>
            <c:spPr>
              <a:solidFill>
                <a:srgbClr val="1990FF"/>
              </a:solidFill>
              <a:ln w="19050" cap="flat">
                <a:solidFill>
                  <a:srgbClr val="FFFFFF"/>
                </a:solidFill>
                <a:prstDash val="solid"/>
                <a:round/>
              </a:ln>
              <a:effectLst/>
            </c:spPr>
            <c:extLst>
              <c:ext xmlns:c16="http://schemas.microsoft.com/office/drawing/2014/chart" uri="{C3380CC4-5D6E-409C-BE32-E72D297353CC}">
                <c16:uniqueId val="{00000003-2AAF-4690-82EC-F3D4E4E01C13}"/>
              </c:ext>
            </c:extLst>
          </c:dPt>
          <c:dPt>
            <c:idx val="2"/>
            <c:bubble3D val="0"/>
            <c:spPr>
              <a:solidFill>
                <a:srgbClr val="65B5FF"/>
              </a:solidFill>
              <a:ln w="19050" cap="flat">
                <a:solidFill>
                  <a:srgbClr val="FFFFFF"/>
                </a:solidFill>
                <a:prstDash val="solid"/>
                <a:round/>
              </a:ln>
              <a:effectLst/>
            </c:spPr>
            <c:extLst>
              <c:ext xmlns:c16="http://schemas.microsoft.com/office/drawing/2014/chart" uri="{C3380CC4-5D6E-409C-BE32-E72D297353CC}">
                <c16:uniqueId val="{00000005-2AAF-4690-82EC-F3D4E4E01C13}"/>
              </c:ext>
            </c:extLst>
          </c:dPt>
          <c:dPt>
            <c:idx val="3"/>
            <c:bubble3D val="0"/>
            <c:spPr>
              <a:solidFill>
                <a:srgbClr val="53C800"/>
              </a:solidFill>
              <a:ln w="19050" cap="flat">
                <a:solidFill>
                  <a:srgbClr val="FFFFFF"/>
                </a:solidFill>
                <a:prstDash val="solid"/>
                <a:round/>
              </a:ln>
              <a:effectLst/>
            </c:spPr>
            <c:extLst>
              <c:ext xmlns:c16="http://schemas.microsoft.com/office/drawing/2014/chart" uri="{C3380CC4-5D6E-409C-BE32-E72D297353CC}">
                <c16:uniqueId val="{00000007-2AAF-4690-82EC-F3D4E4E01C13}"/>
              </c:ext>
            </c:extLst>
          </c:dPt>
          <c:cat>
            <c:strRef>
              <c:f>Sheet1!$B$1:$E$1</c:f>
              <c:strCache>
                <c:ptCount val="4"/>
                <c:pt idx="0">
                  <c:v>第一季度</c:v>
                </c:pt>
                <c:pt idx="1">
                  <c:v>第二季度</c:v>
                </c:pt>
                <c:pt idx="2">
                  <c:v>第三季度</c:v>
                </c:pt>
                <c:pt idx="3">
                  <c:v>第四季度</c:v>
                </c:pt>
              </c:strCache>
            </c:strRef>
          </c:cat>
          <c:val>
            <c:numRef>
              <c:f>Sheet1!$B$2:$E$2</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AAF-4690-82EC-F3D4E4E01C13}"/>
            </c:ext>
          </c:extLst>
        </c:ser>
        <c:dLbls>
          <c:showLegendKey val="0"/>
          <c:showVal val="0"/>
          <c:showCatName val="0"/>
          <c:showSerName val="0"/>
          <c:showPercent val="0"/>
          <c:showBubbleSize val="0"/>
          <c:showLeaderLines val="1"/>
        </c:dLbls>
        <c:firstSliceAng val="0"/>
      </c:pieChart>
      <c:spPr>
        <a:noFill/>
        <a:ln w="12700" cap="flat">
          <a:noFill/>
          <a:miter lim="400000"/>
        </a:ln>
        <a:effectLst/>
      </c:spPr>
    </c:plotArea>
    <c:legend>
      <c:legendPos val="b"/>
      <c:layout>
        <c:manualLayout>
          <c:xMode val="edge"/>
          <c:yMode val="edge"/>
          <c:x val="0"/>
          <c:y val="0.916076"/>
          <c:w val="1"/>
          <c:h val="8.3923700000000004E-2"/>
        </c:manualLayout>
      </c:layout>
      <c:overlay val="1"/>
      <c:spPr>
        <a:noFill/>
        <a:ln w="12700" cap="flat">
          <a:noFill/>
          <a:miter lim="400000"/>
        </a:ln>
        <a:effectLst/>
      </c:spPr>
      <c:txPr>
        <a:bodyPr rot="0" spcFirstLastPara="0" vertOverflow="ellipsis" vert="horz" wrap="square" anchor="ctr" anchorCtr="1"/>
        <a:lstStyle/>
        <a:p>
          <a:pPr>
            <a:defRPr lang="zh-CN" sz="1100" b="0" i="0" u="none" strike="noStrike" kern="1200" baseline="0">
              <a:solidFill>
                <a:srgbClr val="595959"/>
              </a:solidFill>
              <a:latin typeface="等线" panose="02010600030101010101" charset="-122"/>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6000" b="0" i="0" u="none" strike="noStrike" kern="1200" baseline="0">
                <a:solidFill>
                  <a:srgbClr val="333333"/>
                </a:solidFill>
                <a:latin typeface="Calibri" panose="020F0502020204030204"/>
                <a:ea typeface="+mn-ea"/>
                <a:cs typeface="+mn-cs"/>
              </a:defRPr>
            </a:pPr>
            <a:r>
              <a:rPr sz="6000" b="0" i="0" u="none" strike="noStrike">
                <a:solidFill>
                  <a:srgbClr val="333333"/>
                </a:solidFill>
                <a:latin typeface="Calibri" panose="020F0502020204030204"/>
              </a:rPr>
              <a:t>Chart Title</a:t>
            </a:r>
          </a:p>
        </c:rich>
      </c:tx>
      <c:layout>
        <c:manualLayout>
          <c:xMode val="edge"/>
          <c:yMode val="edge"/>
          <c:x val="0.10145800000000001"/>
          <c:y val="0"/>
          <c:w val="0.57064000000000004"/>
          <c:h val="0.22258700000000001"/>
        </c:manualLayout>
      </c:layout>
      <c:overlay val="1"/>
      <c:spPr>
        <a:noFill/>
        <a:effectLst/>
      </c:spPr>
    </c:title>
    <c:autoTitleDeleted val="0"/>
    <c:plotArea>
      <c:layout>
        <c:manualLayout>
          <c:layoutTarget val="inner"/>
          <c:xMode val="edge"/>
          <c:yMode val="edge"/>
          <c:x val="4.5149570061765801E-2"/>
          <c:y val="0.19858803986710999"/>
          <c:w val="0.67520891364902502"/>
          <c:h val="0.71141196013288999"/>
        </c:manualLayout>
      </c:layout>
      <c:lineChart>
        <c:grouping val="standard"/>
        <c:varyColors val="0"/>
        <c:ser>
          <c:idx val="0"/>
          <c:order val="0"/>
          <c:tx>
            <c:strRef>
              <c:f>Sheet1!$B$1</c:f>
              <c:strCache>
                <c:ptCount val="1"/>
                <c:pt idx="0">
                  <c:v>Series 1</c:v>
                </c:pt>
              </c:strCache>
            </c:strRef>
          </c:tx>
          <c:spPr>
            <a:ln w="25400" cap="flat" cmpd="sng" algn="ctr">
              <a:solidFill>
                <a:srgbClr val="FFCC00"/>
              </a:solidFill>
              <a:prstDash val="solid"/>
              <a:round/>
            </a:ln>
            <a:effectLst/>
          </c:spPr>
          <c:marker>
            <c:symbol val="none"/>
          </c:marker>
          <c:cat>
            <c:strRef>
              <c:f>Sheet1!$A$2:$A$4</c:f>
              <c:strCache>
                <c:ptCount val="3"/>
                <c:pt idx="0">
                  <c:v>Category 1</c:v>
                </c:pt>
                <c:pt idx="1">
                  <c:v>Category 2</c:v>
                </c:pt>
                <c:pt idx="2">
                  <c:v>Category 3</c:v>
                </c:pt>
              </c:strCache>
            </c:strRef>
          </c:cat>
          <c:val>
            <c:numRef>
              <c:f>Sheet1!$B$2:$B$4</c:f>
              <c:numCache>
                <c:formatCode>General</c:formatCode>
                <c:ptCount val="3"/>
                <c:pt idx="0">
                  <c:v>1</c:v>
                </c:pt>
                <c:pt idx="1">
                  <c:v>5</c:v>
                </c:pt>
                <c:pt idx="2">
                  <c:v>2</c:v>
                </c:pt>
              </c:numCache>
            </c:numRef>
          </c:val>
          <c:smooth val="0"/>
          <c:extLst>
            <c:ext xmlns:c16="http://schemas.microsoft.com/office/drawing/2014/chart" uri="{C3380CC4-5D6E-409C-BE32-E72D297353CC}">
              <c16:uniqueId val="{00000003-73A2-4F41-B7E0-1015A289D92E}"/>
            </c:ext>
          </c:extLst>
        </c:ser>
        <c:ser>
          <c:idx val="1"/>
          <c:order val="1"/>
          <c:tx>
            <c:strRef>
              <c:f>Sheet1!$C$1</c:f>
              <c:strCache>
                <c:ptCount val="1"/>
                <c:pt idx="0">
                  <c:v>Series 2</c:v>
                </c:pt>
              </c:strCache>
            </c:strRef>
          </c:tx>
          <c:spPr>
            <a:ln w="25400" cap="flat" cmpd="sng" algn="ctr">
              <a:solidFill>
                <a:srgbClr val="339966"/>
              </a:solidFill>
              <a:prstDash val="solid"/>
              <a:round/>
            </a:ln>
            <a:effectLst/>
          </c:spPr>
          <c:marker>
            <c:symbol val="none"/>
          </c:marker>
          <c:dPt>
            <c:idx val="2"/>
            <c:bubble3D val="0"/>
            <c:spPr>
              <a:ln w="25400" cap="flat" cmpd="sng" algn="ctr">
                <a:solidFill>
                  <a:srgbClr val="53C800"/>
                </a:solidFill>
                <a:prstDash val="solid"/>
                <a:round/>
              </a:ln>
              <a:effectLst/>
            </c:spPr>
            <c:extLst>
              <c:ext xmlns:c16="http://schemas.microsoft.com/office/drawing/2014/chart" uri="{C3380CC4-5D6E-409C-BE32-E72D297353CC}">
                <c16:uniqueId val="{00000005-73A2-4F41-B7E0-1015A289D92E}"/>
              </c:ext>
            </c:extLst>
          </c:dPt>
          <c:cat>
            <c:strRef>
              <c:f>Sheet1!$A$2:$A$4</c:f>
              <c:strCache>
                <c:ptCount val="3"/>
                <c:pt idx="0">
                  <c:v>Category 1</c:v>
                </c:pt>
                <c:pt idx="1">
                  <c:v>Category 2</c:v>
                </c:pt>
                <c:pt idx="2">
                  <c:v>Category 3</c:v>
                </c:pt>
              </c:strCache>
            </c:strRef>
          </c:cat>
          <c:val>
            <c:numRef>
              <c:f>Sheet1!$C$2:$C$4</c:f>
              <c:numCache>
                <c:formatCode>General</c:formatCode>
                <c:ptCount val="3"/>
                <c:pt idx="0">
                  <c:v>2</c:v>
                </c:pt>
                <c:pt idx="1">
                  <c:v>4</c:v>
                </c:pt>
                <c:pt idx="2">
                  <c:v>1</c:v>
                </c:pt>
              </c:numCache>
            </c:numRef>
          </c:val>
          <c:smooth val="0"/>
          <c:extLst>
            <c:ext xmlns:c16="http://schemas.microsoft.com/office/drawing/2014/chart" uri="{C3380CC4-5D6E-409C-BE32-E72D297353CC}">
              <c16:uniqueId val="{00000008-73A2-4F41-B7E0-1015A289D92E}"/>
            </c:ext>
          </c:extLst>
        </c:ser>
        <c:ser>
          <c:idx val="2"/>
          <c:order val="2"/>
          <c:tx>
            <c:strRef>
              <c:f>Sheet1!$D$1</c:f>
              <c:strCache>
                <c:ptCount val="1"/>
                <c:pt idx="0">
                  <c:v>Series 3</c:v>
                </c:pt>
              </c:strCache>
            </c:strRef>
          </c:tx>
          <c:spPr>
            <a:ln w="25400" cap="flat" cmpd="sng" algn="ctr">
              <a:solidFill>
                <a:srgbClr val="006CD9"/>
              </a:solidFill>
              <a:prstDash val="solid"/>
              <a:round/>
            </a:ln>
            <a:effectLst/>
          </c:spPr>
          <c:marker>
            <c:symbol val="none"/>
          </c:marker>
          <c:cat>
            <c:strRef>
              <c:f>Sheet1!$A$2:$A$4</c:f>
              <c:strCache>
                <c:ptCount val="3"/>
                <c:pt idx="0">
                  <c:v>Category 1</c:v>
                </c:pt>
                <c:pt idx="1">
                  <c:v>Category 2</c:v>
                </c:pt>
                <c:pt idx="2">
                  <c:v>Category 3</c:v>
                </c:pt>
              </c:strCache>
            </c:strRef>
          </c:cat>
          <c:val>
            <c:numRef>
              <c:f>Sheet1!$D$2:$D$4</c:f>
              <c:numCache>
                <c:formatCode>General</c:formatCode>
                <c:ptCount val="3"/>
                <c:pt idx="0">
                  <c:v>3</c:v>
                </c:pt>
                <c:pt idx="1">
                  <c:v>4</c:v>
                </c:pt>
                <c:pt idx="2">
                  <c:v>2</c:v>
                </c:pt>
              </c:numCache>
            </c:numRef>
          </c:val>
          <c:smooth val="0"/>
          <c:extLst>
            <c:ext xmlns:c16="http://schemas.microsoft.com/office/drawing/2014/chart" uri="{C3380CC4-5D6E-409C-BE32-E72D297353CC}">
              <c16:uniqueId val="{0000000C-73A2-4F41-B7E0-1015A289D92E}"/>
            </c:ext>
          </c:extLst>
        </c:ser>
        <c:ser>
          <c:idx val="3"/>
          <c:order val="3"/>
          <c:tx>
            <c:strRef>
              <c:f>Sheet1!$E$1</c:f>
              <c:strCache>
                <c:ptCount val="1"/>
                <c:pt idx="0">
                  <c:v>Series 4</c:v>
                </c:pt>
              </c:strCache>
            </c:strRef>
          </c:tx>
          <c:spPr>
            <a:ln w="25400" cap="flat" cmpd="sng" algn="ctr">
              <a:solidFill>
                <a:srgbClr val="969696"/>
              </a:solidFill>
              <a:prstDash val="solid"/>
              <a:round/>
            </a:ln>
            <a:effectLst/>
          </c:spPr>
          <c:marker>
            <c:symbol val="none"/>
          </c:marker>
          <c:cat>
            <c:strRef>
              <c:f>Sheet1!$A$2:$A$4</c:f>
              <c:strCache>
                <c:ptCount val="3"/>
                <c:pt idx="0">
                  <c:v>Category 1</c:v>
                </c:pt>
                <c:pt idx="1">
                  <c:v>Category 2</c:v>
                </c:pt>
                <c:pt idx="2">
                  <c:v>Category 3</c:v>
                </c:pt>
              </c:strCache>
            </c:strRef>
          </c:cat>
          <c:val>
            <c:numRef>
              <c:f>Sheet1!$E$2:$E$4</c:f>
              <c:numCache>
                <c:formatCode>General</c:formatCode>
                <c:ptCount val="3"/>
                <c:pt idx="0">
                  <c:v>4</c:v>
                </c:pt>
                <c:pt idx="1">
                  <c:v>2</c:v>
                </c:pt>
                <c:pt idx="2">
                  <c:v>1</c:v>
                </c:pt>
              </c:numCache>
            </c:numRef>
          </c:val>
          <c:smooth val="0"/>
          <c:extLst>
            <c:ext xmlns:c16="http://schemas.microsoft.com/office/drawing/2014/chart" uri="{C3380CC4-5D6E-409C-BE32-E72D297353CC}">
              <c16:uniqueId val="{00000010-73A2-4F41-B7E0-1015A289D92E}"/>
            </c:ext>
          </c:extLst>
        </c:ser>
        <c:ser>
          <c:idx val="4"/>
          <c:order val="4"/>
          <c:tx>
            <c:strRef>
              <c:f>Sheet1!$F$1</c:f>
              <c:strCache>
                <c:ptCount val="1"/>
                <c:pt idx="0">
                  <c:v>Series 5</c:v>
                </c:pt>
              </c:strCache>
            </c:strRef>
          </c:tx>
          <c:spPr>
            <a:ln w="25400" cap="flat" cmpd="sng" algn="ctr">
              <a:solidFill>
                <a:schemeClr val="accent2"/>
              </a:solidFill>
              <a:prstDash val="solid"/>
              <a:round/>
            </a:ln>
            <a:effectLst/>
          </c:spPr>
          <c:marker>
            <c:symbol val="none"/>
          </c:marker>
          <c:cat>
            <c:strRef>
              <c:f>Sheet1!$A$2:$A$4</c:f>
              <c:strCache>
                <c:ptCount val="3"/>
                <c:pt idx="0">
                  <c:v>Category 1</c:v>
                </c:pt>
                <c:pt idx="1">
                  <c:v>Category 2</c:v>
                </c:pt>
                <c:pt idx="2">
                  <c:v>Category 3</c:v>
                </c:pt>
              </c:strCache>
            </c:strRef>
          </c:cat>
          <c:val>
            <c:numRef>
              <c:f>Sheet1!$F$2:$F$4</c:f>
              <c:numCache>
                <c:formatCode>General</c:formatCode>
                <c:ptCount val="3"/>
                <c:pt idx="0">
                  <c:v>5</c:v>
                </c:pt>
                <c:pt idx="1">
                  <c:v>1</c:v>
                </c:pt>
                <c:pt idx="2">
                  <c:v>4</c:v>
                </c:pt>
              </c:numCache>
            </c:numRef>
          </c:val>
          <c:smooth val="0"/>
          <c:extLst>
            <c:ext xmlns:c16="http://schemas.microsoft.com/office/drawing/2014/chart" uri="{C3380CC4-5D6E-409C-BE32-E72D297353CC}">
              <c16:uniqueId val="{00000014-73A2-4F41-B7E0-1015A289D92E}"/>
            </c:ext>
          </c:extLst>
        </c:ser>
        <c:dLbls>
          <c:showLegendKey val="0"/>
          <c:showVal val="0"/>
          <c:showCatName val="0"/>
          <c:showSerName val="0"/>
          <c:showPercent val="0"/>
          <c:showBubbleSize val="0"/>
        </c:dLbls>
        <c:smooth val="0"/>
        <c:axId val="2094734552"/>
        <c:axId val="2094734553"/>
      </c:lineChart>
      <c:catAx>
        <c:axId val="2094734552"/>
        <c:scaling>
          <c:orientation val="minMax"/>
        </c:scaling>
        <c:delete val="0"/>
        <c:axPos val="b"/>
        <c:numFmt formatCode="General" sourceLinked="0"/>
        <c:majorTickMark val="none"/>
        <c:minorTickMark val="none"/>
        <c:tickLblPos val="low"/>
        <c:spPr>
          <a:ln w="25400" cap="flat" cmpd="sng" algn="ctr">
            <a:solidFill>
              <a:srgbClr val="44546A"/>
            </a:solidFill>
            <a:prstDash val="solid"/>
            <a:round/>
          </a:ln>
        </c:spPr>
        <c:txPr>
          <a:bodyPr rot="0" spcFirstLastPara="0" vertOverflow="ellipsis" vert="horz" wrap="square" anchor="ctr" anchorCtr="1"/>
          <a:lstStyle/>
          <a:p>
            <a:pPr>
              <a:defRPr lang="zh-CN" sz="1200" b="0" i="0" u="none" strike="noStrike" kern="1200" baseline="0">
                <a:solidFill>
                  <a:srgbClr val="FFFFFF"/>
                </a:solidFill>
                <a:latin typeface="Calibri" panose="020F0502020204030204"/>
                <a:ea typeface="+mn-ea"/>
                <a:cs typeface="+mn-cs"/>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12700" cap="flat" cmpd="sng" algn="ctr">
              <a:solidFill>
                <a:srgbClr val="CCCCCC"/>
              </a:solidFill>
              <a:prstDash val="solid"/>
              <a:round/>
            </a:ln>
          </c:spPr>
        </c:majorGridlines>
        <c:numFmt formatCode="0" sourceLinked="0"/>
        <c:majorTickMark val="none"/>
        <c:minorTickMark val="none"/>
        <c:tickLblPos val="nextTo"/>
        <c:spPr>
          <a:ln w="25400" cap="flat" cmpd="sng" algn="ctr">
            <a:noFill/>
            <a:prstDash val="solid"/>
            <a:round/>
          </a:ln>
        </c:spPr>
        <c:txPr>
          <a:bodyPr rot="0" spcFirstLastPara="0" vertOverflow="ellipsis" vert="horz" wrap="square" anchor="ctr" anchorCtr="1"/>
          <a:lstStyle/>
          <a:p>
            <a:pPr>
              <a:defRPr lang="zh-CN" sz="1200" b="0" i="0" u="none" strike="noStrike" kern="1200" baseline="0">
                <a:solidFill>
                  <a:srgbClr val="FFFFFF"/>
                </a:solidFill>
                <a:latin typeface="Calibri" panose="020F0502020204030204"/>
                <a:ea typeface="+mn-ea"/>
                <a:cs typeface="+mn-cs"/>
              </a:defRPr>
            </a:pPr>
            <a:endParaRPr lang="zh-CN"/>
          </a:p>
        </c:txPr>
        <c:crossAx val="2094734552"/>
        <c:crosses val="autoZero"/>
        <c:crossBetween val="between"/>
        <c:majorUnit val="1.25"/>
        <c:minorUnit val="0.625"/>
      </c:valAx>
      <c:spPr>
        <a:noFill/>
        <a:ln w="12700" cap="flat">
          <a:noFill/>
          <a:miter lim="400000"/>
        </a:ln>
        <a:effectLst/>
      </c:spPr>
    </c:plotArea>
    <c:legend>
      <c:legendPos val="r"/>
      <c:layout>
        <c:manualLayout>
          <c:xMode val="edge"/>
          <c:yMode val="edge"/>
          <c:x val="0.75694899999999998"/>
          <c:y val="0.49275600000000003"/>
          <c:w val="0.24305099999999999"/>
          <c:h val="0.327289"/>
        </c:manualLayout>
      </c:layout>
      <c:overlay val="1"/>
      <c:spPr>
        <a:noFill/>
        <a:ln w="12700" cap="flat">
          <a:noFill/>
          <a:miter lim="400000"/>
        </a:ln>
        <a:effectLst/>
      </c:spPr>
      <c:txPr>
        <a:bodyPr rot="0" spcFirstLastPara="0" vertOverflow="ellipsis" vert="horz" wrap="square" anchor="ctr" anchorCtr="1"/>
        <a:lstStyle/>
        <a:p>
          <a:pPr>
            <a:defRPr lang="zh-CN" sz="2000" b="0" i="0" u="none" strike="noStrike" kern="1200" baseline="0">
              <a:solidFill>
                <a:srgbClr val="333333"/>
              </a:solidFill>
              <a:latin typeface="Calibri" panose="020F0502020204030204"/>
              <a:ea typeface="+mn-ea"/>
              <a:cs typeface="+mn-cs"/>
            </a:defRPr>
          </a:pPr>
          <a:endParaRPr lang="zh-CN"/>
        </a:p>
      </c:txPr>
    </c:legend>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400" b="0" i="0" u="none" strike="noStrike" kern="1200" baseline="0">
                <a:solidFill>
                  <a:srgbClr val="595959"/>
                </a:solidFill>
                <a:latin typeface="微软雅黑" panose="020B0503020204020204" charset="-122"/>
                <a:ea typeface="+mn-ea"/>
                <a:cs typeface="+mn-cs"/>
              </a:defRPr>
            </a:pPr>
            <a:r>
              <a:rPr sz="1400" b="0" i="0" u="none" strike="noStrike">
                <a:solidFill>
                  <a:srgbClr val="595959"/>
                </a:solidFill>
                <a:latin typeface="微软雅黑" panose="020B0503020204020204" charset="-122"/>
              </a:rPr>
              <a:t>图表标题</a:t>
            </a:r>
          </a:p>
        </c:rich>
      </c:tx>
      <c:layout>
        <c:manualLayout>
          <c:xMode val="edge"/>
          <c:yMode val="edge"/>
          <c:x val="0.45547700000000002"/>
          <c:y val="0"/>
          <c:w val="8.9045100000000002E-2"/>
          <c:h val="0.135492"/>
        </c:manualLayout>
      </c:layout>
      <c:overlay val="1"/>
      <c:spPr>
        <a:noFill/>
        <a:effectLst/>
      </c:spPr>
    </c:title>
    <c:autoTitleDeleted val="0"/>
    <c:plotArea>
      <c:layout>
        <c:manualLayout>
          <c:layoutTarget val="inner"/>
          <c:xMode val="edge"/>
          <c:yMode val="edge"/>
          <c:x val="5.6826799999999997E-2"/>
          <c:y val="0.135492"/>
          <c:w val="0.903285"/>
          <c:h val="0.77634599999999998"/>
        </c:manualLayout>
      </c:layout>
      <c:areaChart>
        <c:grouping val="standard"/>
        <c:varyColors val="0"/>
        <c:ser>
          <c:idx val="1"/>
          <c:order val="0"/>
          <c:tx>
            <c:strRef>
              <c:f>Sheet1!$C$1</c:f>
              <c:strCache>
                <c:ptCount val="1"/>
                <c:pt idx="0">
                  <c:v>系列 1</c:v>
                </c:pt>
              </c:strCache>
            </c:strRef>
          </c:tx>
          <c:spPr>
            <a:solidFill>
              <a:srgbClr val="53C800"/>
            </a:solidFill>
            <a:ln w="12700" cap="flat">
              <a:noFill/>
              <a:miter lim="400000"/>
            </a:ln>
            <a:effectLst/>
          </c:spPr>
          <c:cat>
            <c:strRef>
              <c:f>Sheet1!$A$2:$A$6</c:f>
              <c:strCache>
                <c:ptCount val="5"/>
                <c:pt idx="0">
                  <c:v>1/5/02</c:v>
                </c:pt>
                <c:pt idx="1">
                  <c:v>1/6/02</c:v>
                </c:pt>
                <c:pt idx="2">
                  <c:v>1/7/02</c:v>
                </c:pt>
                <c:pt idx="3">
                  <c:v>1/8/02</c:v>
                </c:pt>
                <c:pt idx="4">
                  <c:v>1/9/02</c:v>
                </c:pt>
              </c:strCache>
            </c:strRef>
          </c:cat>
          <c:val>
            <c:numRef>
              <c:f>Sheet1!$C$2:$C$6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5-33BC-4AB9-9548-167371D70A15}"/>
            </c:ext>
          </c:extLst>
        </c:ser>
        <c:ser>
          <c:idx val="0"/>
          <c:order val="1"/>
          <c:tx>
            <c:strRef>
              <c:f>Sheet1!$B$1</c:f>
              <c:strCache>
                <c:ptCount val="1"/>
                <c:pt idx="0">
                  <c:v>系列 2</c:v>
                </c:pt>
              </c:strCache>
            </c:strRef>
          </c:tx>
          <c:spPr>
            <a:solidFill>
              <a:srgbClr val="006CD9"/>
            </a:solidFill>
            <a:ln w="12700" cap="flat">
              <a:noFill/>
              <a:miter lim="400000"/>
            </a:ln>
            <a:effectLst/>
          </c:spPr>
          <c:cat>
            <c:strRef>
              <c:f>Sheet1!$A$2:$A$6</c:f>
              <c:strCache>
                <c:ptCount val="5"/>
                <c:pt idx="0">
                  <c:v>1/5/02</c:v>
                </c:pt>
                <c:pt idx="1">
                  <c:v>1/6/02</c:v>
                </c:pt>
                <c:pt idx="2">
                  <c:v>1/7/02</c:v>
                </c:pt>
                <c:pt idx="3">
                  <c:v>1/8/02</c:v>
                </c:pt>
                <c:pt idx="4">
                  <c:v>1/9/02</c:v>
                </c:pt>
              </c:strCache>
            </c:strRef>
          </c:cat>
          <c:val>
            <c:numRef>
              <c:f>Sheet1!$B$2:$B$6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B-33BC-4AB9-9548-167371D70A15}"/>
            </c:ext>
          </c:extLst>
        </c:ser>
        <c:dLbls>
          <c:showLegendKey val="0"/>
          <c:showVal val="0"/>
          <c:showCatName val="0"/>
          <c:showSerName val="0"/>
          <c:showPercent val="0"/>
          <c:showBubbleSize val="0"/>
        </c:dLbls>
        <c:axId val="2094734552"/>
        <c:axId val="2094734553"/>
      </c:areaChart>
      <c:catAx>
        <c:axId val="2094734552"/>
        <c:scaling>
          <c:orientation val="minMax"/>
        </c:scaling>
        <c:delete val="0"/>
        <c:axPos val="b"/>
        <c:numFmt formatCode="General" sourceLinked="0"/>
        <c:majorTickMark val="out"/>
        <c:minorTickMark val="none"/>
        <c:tickLblPos val="low"/>
        <c:spPr>
          <a:ln w="12700" cap="flat" cmpd="sng" algn="ctr">
            <a:solidFill>
              <a:srgbClr val="D9D9D9"/>
            </a:solidFill>
            <a:prstDash val="solid"/>
            <a:round/>
          </a:ln>
        </c:spPr>
        <c:txPr>
          <a:bodyPr rot="0" spcFirstLastPara="0" vertOverflow="ellipsis" vert="horz" wrap="square" anchor="ctr" anchorCtr="1"/>
          <a:lstStyle/>
          <a:p>
            <a:pPr>
              <a:defRPr lang="zh-CN" sz="1100" b="0" i="0" u="none" strike="noStrike" kern="1200" baseline="0">
                <a:solidFill>
                  <a:srgbClr val="595959"/>
                </a:solidFill>
                <a:latin typeface="Calibri" panose="020F0502020204030204"/>
                <a:ea typeface="+mn-ea"/>
                <a:cs typeface="+mn-cs"/>
              </a:defRPr>
            </a:pPr>
            <a:endParaRPr lang="zh-CN"/>
          </a:p>
        </c:txPr>
        <c:crossAx val="2094734553"/>
        <c:crosses val="autoZero"/>
        <c:auto val="1"/>
        <c:lblAlgn val="ctr"/>
        <c:lblOffset val="100"/>
        <c:noMultiLvlLbl val="1"/>
      </c:catAx>
      <c:valAx>
        <c:axId val="2094734553"/>
        <c:scaling>
          <c:orientation val="minMax"/>
        </c:scaling>
        <c:delete val="0"/>
        <c:axPos val="l"/>
        <c:majorGridlines>
          <c:spPr>
            <a:ln w="12700" cap="flat" cmpd="sng" algn="ctr">
              <a:solidFill>
                <a:srgbClr val="D9D9D9"/>
              </a:solidFill>
              <a:prstDash val="solid"/>
              <a:round/>
            </a:ln>
          </c:spPr>
        </c:majorGridlines>
        <c:numFmt formatCode="0" sourceLinked="0"/>
        <c:majorTickMark val="none"/>
        <c:minorTickMark val="none"/>
        <c:tickLblPos val="nextTo"/>
        <c:spPr>
          <a:ln w="12700" cap="flat" cmpd="sng" algn="ctr">
            <a:noFill/>
            <a:prstDash val="solid"/>
            <a:round/>
          </a:ln>
        </c:spPr>
        <c:txPr>
          <a:bodyPr rot="0" spcFirstLastPara="0" vertOverflow="ellipsis" vert="horz" wrap="square" anchor="ctr" anchorCtr="1"/>
          <a:lstStyle/>
          <a:p>
            <a:pPr>
              <a:defRPr lang="zh-CN" sz="1100" b="0" i="0" u="none" strike="noStrike" kern="1200" baseline="0">
                <a:solidFill>
                  <a:srgbClr val="595959"/>
                </a:solidFill>
                <a:latin typeface="Calibri" panose="020F0502020204030204"/>
                <a:ea typeface="+mn-ea"/>
                <a:cs typeface="+mn-cs"/>
              </a:defRPr>
            </a:pPr>
            <a:endParaRPr lang="zh-CN"/>
          </a:p>
        </c:txPr>
        <c:crossAx val="2094734552"/>
        <c:crosses val="autoZero"/>
        <c:crossBetween val="midCat"/>
        <c:majorUnit val="10"/>
        <c:minorUnit val="5"/>
      </c:valAx>
      <c:spPr>
        <a:noFill/>
        <a:ln w="12700" cap="flat">
          <a:noFill/>
          <a:miter lim="400000"/>
        </a:ln>
        <a:effectLst/>
      </c:spPr>
    </c:plotArea>
    <c:plotVisOnly val="1"/>
    <c:dispBlanksAs val="gap"/>
    <c:showDLblsOverMax val="0"/>
  </c:chart>
  <c:spPr>
    <a:noFill/>
    <a:ln>
      <a:noFill/>
    </a:ln>
    <a:effectLst/>
  </c:spPr>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2" name="Shape 212"/>
          <p:cNvSpPr>
            <a:spLocks noGrp="1" noRot="1" noChangeAspect="1"/>
          </p:cNvSpPr>
          <p:nvPr>
            <p:ph type="sldImg"/>
          </p:nvPr>
        </p:nvSpPr>
        <p:spPr>
          <a:xfrm>
            <a:off x="1143000" y="685800"/>
            <a:ext cx="4572000" cy="3429000"/>
          </a:xfrm>
          <a:prstGeom prst="rect">
            <a:avLst/>
          </a:prstGeom>
        </p:spPr>
        <p:txBody>
          <a:bodyPr/>
          <a:lstStyle/>
          <a:p>
            <a:endParaRPr/>
          </a:p>
        </p:txBody>
      </p:sp>
      <p:sp>
        <p:nvSpPr>
          <p:cNvPr id="213" name="Shape 21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等线" panose="02010600030101010101" charset="-122"/>
      </a:defRPr>
    </a:lvl1pPr>
    <a:lvl2pPr indent="228600" latinLnBrk="0">
      <a:defRPr sz="1200">
        <a:latin typeface="+mj-lt"/>
        <a:ea typeface="+mj-ea"/>
        <a:cs typeface="+mj-cs"/>
        <a:sym typeface="等线" panose="02010600030101010101" charset="-122"/>
      </a:defRPr>
    </a:lvl2pPr>
    <a:lvl3pPr indent="457200" latinLnBrk="0">
      <a:defRPr sz="1200">
        <a:latin typeface="+mj-lt"/>
        <a:ea typeface="+mj-ea"/>
        <a:cs typeface="+mj-cs"/>
        <a:sym typeface="等线" panose="02010600030101010101" charset="-122"/>
      </a:defRPr>
    </a:lvl3pPr>
    <a:lvl4pPr indent="685800" latinLnBrk="0">
      <a:defRPr sz="1200">
        <a:latin typeface="+mj-lt"/>
        <a:ea typeface="+mj-ea"/>
        <a:cs typeface="+mj-cs"/>
        <a:sym typeface="等线" panose="02010600030101010101" charset="-122"/>
      </a:defRPr>
    </a:lvl4pPr>
    <a:lvl5pPr indent="914400" latinLnBrk="0">
      <a:defRPr sz="1200">
        <a:latin typeface="+mj-lt"/>
        <a:ea typeface="+mj-ea"/>
        <a:cs typeface="+mj-cs"/>
        <a:sym typeface="等线" panose="02010600030101010101" charset="-122"/>
      </a:defRPr>
    </a:lvl5pPr>
    <a:lvl6pPr indent="1143000" latinLnBrk="0">
      <a:defRPr sz="1200">
        <a:latin typeface="+mj-lt"/>
        <a:ea typeface="+mj-ea"/>
        <a:cs typeface="+mj-cs"/>
        <a:sym typeface="等线" panose="02010600030101010101" charset="-122"/>
      </a:defRPr>
    </a:lvl6pPr>
    <a:lvl7pPr indent="1371600" latinLnBrk="0">
      <a:defRPr sz="1200">
        <a:latin typeface="+mj-lt"/>
        <a:ea typeface="+mj-ea"/>
        <a:cs typeface="+mj-cs"/>
        <a:sym typeface="等线" panose="02010600030101010101" charset="-122"/>
      </a:defRPr>
    </a:lvl7pPr>
    <a:lvl8pPr indent="1600200" latinLnBrk="0">
      <a:defRPr sz="1200">
        <a:latin typeface="+mj-lt"/>
        <a:ea typeface="+mj-ea"/>
        <a:cs typeface="+mj-cs"/>
        <a:sym typeface="等线" panose="02010600030101010101" charset="-122"/>
      </a:defRPr>
    </a:lvl8pPr>
    <a:lvl9pPr indent="1828800" latinLnBrk="0">
      <a:defRPr sz="1200">
        <a:latin typeface="+mj-lt"/>
        <a:ea typeface="+mj-ea"/>
        <a:cs typeface="+mj-cs"/>
        <a:sym typeface="等线" panose="02010600030101010101"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6" name="标题文本"/>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标题文本</a:t>
            </a:r>
          </a:p>
        </p:txBody>
      </p:sp>
      <p:sp>
        <p:nvSpPr>
          <p:cNvPr id="17" name="正文级别 1…"/>
          <p:cNvSpPr txBox="1">
            <a:spLocks noGrp="1"/>
          </p:cNvSpPr>
          <p:nvPr>
            <p:ph type="body" sz="quarter"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r>
              <a:t>正文级别 2</a:t>
            </a:r>
          </a:p>
          <a:p>
            <a:pPr lvl="2"/>
            <a:r>
              <a:t>正文级别 3</a:t>
            </a:r>
          </a:p>
          <a:p>
            <a:pPr lvl="3"/>
            <a:r>
              <a:t>正文级别 4</a:t>
            </a:r>
          </a:p>
          <a:p>
            <a:pPr lvl="4"/>
            <a:r>
              <a:t>正文级别 5</a:t>
            </a:r>
          </a:p>
        </p:txBody>
      </p:sp>
      <p:sp>
        <p:nvSpPr>
          <p:cNvPr id="1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5" name="标题文本"/>
          <p:cNvSpPr txBox="1">
            <a:spLocks noGrp="1"/>
          </p:cNvSpPr>
          <p:nvPr>
            <p:ph type="title" hasCustomPrompt="1"/>
          </p:nvPr>
        </p:nvSpPr>
        <p:spPr>
          <a:prstGeom prst="rect">
            <a:avLst/>
          </a:prstGeom>
        </p:spPr>
        <p:txBody>
          <a:bodyPr/>
          <a:lstStyle/>
          <a:p>
            <a:r>
              <a:t>标题文本</a:t>
            </a:r>
          </a:p>
        </p:txBody>
      </p:sp>
      <p:sp>
        <p:nvSpPr>
          <p:cNvPr id="26"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7"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节标题">
    <p:spTree>
      <p:nvGrpSpPr>
        <p:cNvPr id="1" name=""/>
        <p:cNvGrpSpPr/>
        <p:nvPr/>
      </p:nvGrpSpPr>
      <p:grpSpPr>
        <a:xfrm>
          <a:off x="0" y="0"/>
          <a:ext cx="0" cy="0"/>
          <a:chOff x="0" y="0"/>
          <a:chExt cx="0" cy="0"/>
        </a:xfrm>
      </p:grpSpPr>
      <p:pic>
        <p:nvPicPr>
          <p:cNvPr id="34"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38" name="成组"/>
          <p:cNvGrpSpPr/>
          <p:nvPr/>
        </p:nvGrpSpPr>
        <p:grpSpPr>
          <a:xfrm>
            <a:off x="9712482" y="303072"/>
            <a:ext cx="1931625" cy="306073"/>
            <a:chOff x="0" y="0"/>
            <a:chExt cx="1931624" cy="306072"/>
          </a:xfrm>
        </p:grpSpPr>
        <p:pic>
          <p:nvPicPr>
            <p:cNvPr id="35"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36"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37"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39" name="标题文本"/>
          <p:cNvSpPr txBox="1">
            <a:spLocks noGrp="1"/>
          </p:cNvSpPr>
          <p:nvPr>
            <p:ph type="title" hasCustomPrompt="1"/>
          </p:nvPr>
        </p:nvSpPr>
        <p:spPr>
          <a:xfrm>
            <a:off x="831850" y="1709738"/>
            <a:ext cx="10515600" cy="2852737"/>
          </a:xfrm>
          <a:prstGeom prst="rect">
            <a:avLst/>
          </a:prstGeom>
        </p:spPr>
        <p:txBody>
          <a:bodyPr anchor="b"/>
          <a:lstStyle>
            <a:lvl1pPr>
              <a:defRPr sz="6000"/>
            </a:lvl1pPr>
          </a:lstStyle>
          <a:p>
            <a:r>
              <a:t>标题文本</a:t>
            </a:r>
          </a:p>
        </p:txBody>
      </p:sp>
      <p:sp>
        <p:nvSpPr>
          <p:cNvPr id="40" name="正文级别 1…"/>
          <p:cNvSpPr txBox="1">
            <a:spLocks noGrp="1"/>
          </p:cNvSpPr>
          <p:nvPr>
            <p:ph type="body" sz="quarter" idx="1" hasCustomPrompt="1"/>
          </p:nvPr>
        </p:nvSpPr>
        <p:spPr>
          <a:xfrm>
            <a:off x="831850" y="4589462"/>
            <a:ext cx="10515600" cy="1500189"/>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两栏内容">
    <p:spTree>
      <p:nvGrpSpPr>
        <p:cNvPr id="1" name=""/>
        <p:cNvGrpSpPr/>
        <p:nvPr/>
      </p:nvGrpSpPr>
      <p:grpSpPr>
        <a:xfrm>
          <a:off x="0" y="0"/>
          <a:ext cx="0" cy="0"/>
          <a:chOff x="0" y="0"/>
          <a:chExt cx="0" cy="0"/>
        </a:xfrm>
      </p:grpSpPr>
      <p:pic>
        <p:nvPicPr>
          <p:cNvPr id="48"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52" name="成组"/>
          <p:cNvGrpSpPr/>
          <p:nvPr/>
        </p:nvGrpSpPr>
        <p:grpSpPr>
          <a:xfrm>
            <a:off x="9712482" y="303072"/>
            <a:ext cx="1931625" cy="306073"/>
            <a:chOff x="0" y="0"/>
            <a:chExt cx="1931624" cy="306072"/>
          </a:xfrm>
        </p:grpSpPr>
        <p:pic>
          <p:nvPicPr>
            <p:cNvPr id="49"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50"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51"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53" name="标题文本"/>
          <p:cNvSpPr txBox="1">
            <a:spLocks noGrp="1"/>
          </p:cNvSpPr>
          <p:nvPr>
            <p:ph type="title" hasCustomPrompt="1"/>
          </p:nvPr>
        </p:nvSpPr>
        <p:spPr>
          <a:prstGeom prst="rect">
            <a:avLst/>
          </a:prstGeom>
        </p:spPr>
        <p:txBody>
          <a:bodyPr/>
          <a:lstStyle/>
          <a:p>
            <a:r>
              <a:t>标题文本</a:t>
            </a:r>
          </a:p>
        </p:txBody>
      </p:sp>
      <p:sp>
        <p:nvSpPr>
          <p:cNvPr id="54" name="正文级别 1…"/>
          <p:cNvSpPr txBox="1">
            <a:spLocks noGrp="1"/>
          </p:cNvSpPr>
          <p:nvPr>
            <p:ph type="body" sz="half" idx="1" hasCustomPrompt="1"/>
          </p:nvPr>
        </p:nvSpPr>
        <p:spPr>
          <a:xfrm>
            <a:off x="838200" y="1825625"/>
            <a:ext cx="5181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比较">
    <p:spTree>
      <p:nvGrpSpPr>
        <p:cNvPr id="1" name=""/>
        <p:cNvGrpSpPr/>
        <p:nvPr/>
      </p:nvGrpSpPr>
      <p:grpSpPr>
        <a:xfrm>
          <a:off x="0" y="0"/>
          <a:ext cx="0" cy="0"/>
          <a:chOff x="0" y="0"/>
          <a:chExt cx="0" cy="0"/>
        </a:xfrm>
      </p:grpSpPr>
      <p:pic>
        <p:nvPicPr>
          <p:cNvPr id="62"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66" name="成组"/>
          <p:cNvGrpSpPr/>
          <p:nvPr/>
        </p:nvGrpSpPr>
        <p:grpSpPr>
          <a:xfrm>
            <a:off x="9712482" y="303072"/>
            <a:ext cx="1931625" cy="306073"/>
            <a:chOff x="0" y="0"/>
            <a:chExt cx="1931624" cy="306072"/>
          </a:xfrm>
        </p:grpSpPr>
        <p:pic>
          <p:nvPicPr>
            <p:cNvPr id="63"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64"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65"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67" name="标题文本"/>
          <p:cNvSpPr txBox="1">
            <a:spLocks noGrp="1"/>
          </p:cNvSpPr>
          <p:nvPr>
            <p:ph type="title" hasCustomPrompt="1"/>
          </p:nvPr>
        </p:nvSpPr>
        <p:spPr>
          <a:xfrm>
            <a:off x="839787" y="365125"/>
            <a:ext cx="10515601" cy="1325563"/>
          </a:xfrm>
          <a:prstGeom prst="rect">
            <a:avLst/>
          </a:prstGeom>
        </p:spPr>
        <p:txBody>
          <a:bodyPr/>
          <a:lstStyle/>
          <a:p>
            <a:r>
              <a:t>标题文本</a:t>
            </a:r>
          </a:p>
        </p:txBody>
      </p:sp>
      <p:sp>
        <p:nvSpPr>
          <p:cNvPr id="68" name="正文级别 1…"/>
          <p:cNvSpPr txBox="1">
            <a:spLocks noGrp="1"/>
          </p:cNvSpPr>
          <p:nvPr>
            <p:ph type="body" sz="quarter" idx="1" hasCustomPrompt="1"/>
          </p:nvPr>
        </p:nvSpPr>
        <p:spPr>
          <a:xfrm>
            <a:off x="839787" y="1681163"/>
            <a:ext cx="5157790" cy="823914"/>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正文级别 1</a:t>
            </a:r>
          </a:p>
          <a:p>
            <a:pPr lvl="1"/>
            <a:r>
              <a:t>正文级别 2</a:t>
            </a:r>
          </a:p>
          <a:p>
            <a:pPr lvl="2"/>
            <a:r>
              <a:t>正文级别 3</a:t>
            </a:r>
          </a:p>
          <a:p>
            <a:pPr lvl="3"/>
            <a:r>
              <a:t>正文级别 4</a:t>
            </a:r>
          </a:p>
          <a:p>
            <a:pPr lvl="4"/>
            <a:r>
              <a:t>正文级别 5</a:t>
            </a:r>
          </a:p>
        </p:txBody>
      </p:sp>
      <p:sp>
        <p:nvSpPr>
          <p:cNvPr id="69" name="文本占位符 4"/>
          <p:cNvSpPr>
            <a:spLocks noGrp="1"/>
          </p:cNvSpPr>
          <p:nvPr>
            <p:ph type="body" sz="quarter" idx="21"/>
          </p:nvPr>
        </p:nvSpPr>
        <p:spPr>
          <a:xfrm>
            <a:off x="6172200" y="1681163"/>
            <a:ext cx="5183188" cy="823914"/>
          </a:xfrm>
          <a:prstGeom prst="rect">
            <a:avLst/>
          </a:prstGeom>
        </p:spPr>
        <p:txBody>
          <a:bodyPr anchor="b"/>
          <a:lstStyle/>
          <a:p>
            <a:pPr lvl="0"/>
            <a:r>
              <a:rPr lang="zh-CN" altLang="en-US"/>
              <a:t>单击此处编辑母版文本样式</a:t>
            </a:r>
          </a:p>
        </p:txBody>
      </p:sp>
      <p:sp>
        <p:nvSpPr>
          <p:cNvPr id="7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仅标题">
    <p:spTree>
      <p:nvGrpSpPr>
        <p:cNvPr id="1" name=""/>
        <p:cNvGrpSpPr/>
        <p:nvPr/>
      </p:nvGrpSpPr>
      <p:grpSpPr>
        <a:xfrm>
          <a:off x="0" y="0"/>
          <a:ext cx="0" cy="0"/>
          <a:chOff x="0" y="0"/>
          <a:chExt cx="0" cy="0"/>
        </a:xfrm>
      </p:grpSpPr>
      <p:pic>
        <p:nvPicPr>
          <p:cNvPr id="77"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81" name="成组"/>
          <p:cNvGrpSpPr/>
          <p:nvPr/>
        </p:nvGrpSpPr>
        <p:grpSpPr>
          <a:xfrm>
            <a:off x="9712482" y="303072"/>
            <a:ext cx="1931625" cy="306073"/>
            <a:chOff x="0" y="0"/>
            <a:chExt cx="1931624" cy="306072"/>
          </a:xfrm>
        </p:grpSpPr>
        <p:pic>
          <p:nvPicPr>
            <p:cNvPr id="78"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79"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80"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82" name="标题文本"/>
          <p:cNvSpPr txBox="1">
            <a:spLocks noGrp="1"/>
          </p:cNvSpPr>
          <p:nvPr>
            <p:ph type="title" hasCustomPrompt="1"/>
          </p:nvPr>
        </p:nvSpPr>
        <p:spPr>
          <a:prstGeom prst="rect">
            <a:avLst/>
          </a:prstGeom>
        </p:spPr>
        <p:txBody>
          <a:bodyPr/>
          <a:lstStyle/>
          <a:p>
            <a:r>
              <a:t>标题文本</a:t>
            </a:r>
          </a:p>
        </p:txBody>
      </p:sp>
      <p:sp>
        <p:nvSpPr>
          <p:cNvPr id="8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空白">
    <p:spTree>
      <p:nvGrpSpPr>
        <p:cNvPr id="1" name=""/>
        <p:cNvGrpSpPr/>
        <p:nvPr/>
      </p:nvGrpSpPr>
      <p:grpSpPr>
        <a:xfrm>
          <a:off x="0" y="0"/>
          <a:ext cx="0" cy="0"/>
          <a:chOff x="0" y="0"/>
          <a:chExt cx="0" cy="0"/>
        </a:xfrm>
      </p:grpSpPr>
      <p:pic>
        <p:nvPicPr>
          <p:cNvPr id="90"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94" name="成组"/>
          <p:cNvGrpSpPr/>
          <p:nvPr/>
        </p:nvGrpSpPr>
        <p:grpSpPr>
          <a:xfrm>
            <a:off x="9712482" y="303072"/>
            <a:ext cx="1931625" cy="306073"/>
            <a:chOff x="0" y="0"/>
            <a:chExt cx="1931624" cy="306072"/>
          </a:xfrm>
        </p:grpSpPr>
        <p:pic>
          <p:nvPicPr>
            <p:cNvPr id="91"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92"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93"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9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内容与标题">
    <p:spTree>
      <p:nvGrpSpPr>
        <p:cNvPr id="1" name=""/>
        <p:cNvGrpSpPr/>
        <p:nvPr/>
      </p:nvGrpSpPr>
      <p:grpSpPr>
        <a:xfrm>
          <a:off x="0" y="0"/>
          <a:ext cx="0" cy="0"/>
          <a:chOff x="0" y="0"/>
          <a:chExt cx="0" cy="0"/>
        </a:xfrm>
      </p:grpSpPr>
      <p:pic>
        <p:nvPicPr>
          <p:cNvPr id="102"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106" name="成组"/>
          <p:cNvGrpSpPr/>
          <p:nvPr/>
        </p:nvGrpSpPr>
        <p:grpSpPr>
          <a:xfrm>
            <a:off x="9712482" y="303072"/>
            <a:ext cx="1931625" cy="306073"/>
            <a:chOff x="0" y="0"/>
            <a:chExt cx="1931624" cy="306072"/>
          </a:xfrm>
        </p:grpSpPr>
        <p:pic>
          <p:nvPicPr>
            <p:cNvPr id="103"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104"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105"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107"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108" name="正文级别 1…"/>
          <p:cNvSpPr txBox="1">
            <a:spLocks noGrp="1"/>
          </p:cNvSpPr>
          <p:nvPr>
            <p:ph type="body" sz="half" idx="1" hasCustomPrompt="1"/>
          </p:nvPr>
        </p:nvSpPr>
        <p:spPr>
          <a:xfrm>
            <a:off x="5183187" y="987425"/>
            <a:ext cx="6172202"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正文级别 1</a:t>
            </a:r>
          </a:p>
          <a:p>
            <a:pPr lvl="1"/>
            <a:r>
              <a:t>正文级别 2</a:t>
            </a:r>
          </a:p>
          <a:p>
            <a:pPr lvl="2"/>
            <a:r>
              <a:t>正文级别 3</a:t>
            </a:r>
          </a:p>
          <a:p>
            <a:pPr lvl="3"/>
            <a:r>
              <a:t>正文级别 4</a:t>
            </a:r>
          </a:p>
          <a:p>
            <a:pPr lvl="4"/>
            <a:r>
              <a:t>正文级别 5</a:t>
            </a:r>
          </a:p>
        </p:txBody>
      </p:sp>
      <p:sp>
        <p:nvSpPr>
          <p:cNvPr id="109" name="文本占位符 3"/>
          <p:cNvSpPr>
            <a:spLocks noGrp="1"/>
          </p:cNvSpPr>
          <p:nvPr>
            <p:ph type="body" sz="quarter" idx="21"/>
          </p:nvPr>
        </p:nvSpPr>
        <p:spPr>
          <a:xfrm>
            <a:off x="839786" y="2057400"/>
            <a:ext cx="3932241" cy="3811588"/>
          </a:xfrm>
          <a:prstGeom prst="rect">
            <a:avLst/>
          </a:prstGeom>
        </p:spPr>
        <p:txBody>
          <a:bodyPr/>
          <a:lstStyle/>
          <a:p>
            <a:pPr lvl="0"/>
            <a:r>
              <a:rPr lang="zh-CN" altLang="en-US"/>
              <a:t>单击此处编辑母版文本样式</a:t>
            </a:r>
          </a:p>
        </p:txBody>
      </p:sp>
      <p:sp>
        <p:nvSpPr>
          <p:cNvPr id="11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图片与标题">
    <p:spTree>
      <p:nvGrpSpPr>
        <p:cNvPr id="1" name=""/>
        <p:cNvGrpSpPr/>
        <p:nvPr/>
      </p:nvGrpSpPr>
      <p:grpSpPr>
        <a:xfrm>
          <a:off x="0" y="0"/>
          <a:ext cx="0" cy="0"/>
          <a:chOff x="0" y="0"/>
          <a:chExt cx="0" cy="0"/>
        </a:xfrm>
      </p:grpSpPr>
      <p:pic>
        <p:nvPicPr>
          <p:cNvPr id="117"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121" name="成组"/>
          <p:cNvGrpSpPr/>
          <p:nvPr/>
        </p:nvGrpSpPr>
        <p:grpSpPr>
          <a:xfrm>
            <a:off x="9712482" y="303072"/>
            <a:ext cx="1931625" cy="306073"/>
            <a:chOff x="0" y="0"/>
            <a:chExt cx="1931624" cy="306072"/>
          </a:xfrm>
        </p:grpSpPr>
        <p:pic>
          <p:nvPicPr>
            <p:cNvPr id="118"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119"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120"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122"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123" name="图片占位符 2"/>
          <p:cNvSpPr>
            <a:spLocks noGrp="1"/>
          </p:cNvSpPr>
          <p:nvPr>
            <p:ph type="pic" sz="half" idx="21"/>
          </p:nvPr>
        </p:nvSpPr>
        <p:spPr>
          <a:xfrm>
            <a:off x="5183187" y="987425"/>
            <a:ext cx="6172202" cy="4873625"/>
          </a:xfrm>
          <a:prstGeom prst="rect">
            <a:avLst/>
          </a:prstGeom>
        </p:spPr>
        <p:txBody>
          <a:bodyPr lIns="91439" tIns="45719" rIns="91439" bIns="45719">
            <a:noAutofit/>
          </a:bodyPr>
          <a:lstStyle/>
          <a:p>
            <a:r>
              <a:rPr lang="zh-CN" altLang="en-US"/>
              <a:t>单击图标添加图片</a:t>
            </a:r>
            <a:endParaRPr/>
          </a:p>
        </p:txBody>
      </p:sp>
      <p:sp>
        <p:nvSpPr>
          <p:cNvPr id="124" name="正文级别 1…"/>
          <p:cNvSpPr txBox="1">
            <a:spLocks noGrp="1"/>
          </p:cNvSpPr>
          <p:nvPr>
            <p:ph type="body" sz="quarter" idx="1" hasCustomPrompt="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正文级别 1</a:t>
            </a:r>
          </a:p>
          <a:p>
            <a:pPr lvl="1"/>
            <a:r>
              <a:t>正文级别 2</a:t>
            </a:r>
          </a:p>
          <a:p>
            <a:pPr lvl="2"/>
            <a:r>
              <a:t>正文级别 3</a:t>
            </a:r>
          </a:p>
          <a:p>
            <a:pPr lvl="3"/>
            <a:r>
              <a:t>正文级别 4</a:t>
            </a:r>
          </a:p>
          <a:p>
            <a:pPr lvl="4"/>
            <a:r>
              <a:t>正文级别 5</a:t>
            </a:r>
          </a:p>
        </p:txBody>
      </p:sp>
      <p:sp>
        <p:nvSpPr>
          <p:cNvPr id="12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标题幻灯片">
    <p:spTree>
      <p:nvGrpSpPr>
        <p:cNvPr id="1" name=""/>
        <p:cNvGrpSpPr/>
        <p:nvPr/>
      </p:nvGrpSpPr>
      <p:grpSpPr>
        <a:xfrm>
          <a:off x="0" y="0"/>
          <a:ext cx="0" cy="0"/>
          <a:chOff x="0" y="0"/>
          <a:chExt cx="0" cy="0"/>
        </a:xfrm>
      </p:grpSpPr>
      <p:sp>
        <p:nvSpPr>
          <p:cNvPr id="132" name="标题文本"/>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标题文本</a:t>
            </a:r>
          </a:p>
        </p:txBody>
      </p:sp>
      <p:sp>
        <p:nvSpPr>
          <p:cNvPr id="133" name="正文级别 1…"/>
          <p:cNvSpPr txBox="1">
            <a:spLocks noGrp="1"/>
          </p:cNvSpPr>
          <p:nvPr>
            <p:ph type="body" sz="quarter"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r>
              <a:t>正文级别 2</a:t>
            </a:r>
          </a:p>
          <a:p>
            <a:pPr lvl="2"/>
            <a:r>
              <a:t>正文级别 3</a:t>
            </a:r>
          </a:p>
          <a:p>
            <a:pPr lvl="3"/>
            <a:r>
              <a:t>正文级别 4</a:t>
            </a:r>
          </a:p>
          <a:p>
            <a:pPr lvl="4"/>
            <a:r>
              <a:t>正文级别 5</a:t>
            </a:r>
          </a:p>
        </p:txBody>
      </p:sp>
      <p:sp>
        <p:nvSpPr>
          <p:cNvPr id="13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标题和内容">
    <p:spTree>
      <p:nvGrpSpPr>
        <p:cNvPr id="1" name=""/>
        <p:cNvGrpSpPr/>
        <p:nvPr/>
      </p:nvGrpSpPr>
      <p:grpSpPr>
        <a:xfrm>
          <a:off x="0" y="0"/>
          <a:ext cx="0" cy="0"/>
          <a:chOff x="0" y="0"/>
          <a:chExt cx="0" cy="0"/>
        </a:xfrm>
      </p:grpSpPr>
      <p:sp>
        <p:nvSpPr>
          <p:cNvPr id="141" name="标题文本"/>
          <p:cNvSpPr txBox="1">
            <a:spLocks noGrp="1"/>
          </p:cNvSpPr>
          <p:nvPr>
            <p:ph type="title" hasCustomPrompt="1"/>
          </p:nvPr>
        </p:nvSpPr>
        <p:spPr>
          <a:prstGeom prst="rect">
            <a:avLst/>
          </a:prstGeom>
        </p:spPr>
        <p:txBody>
          <a:bodyPr/>
          <a:lstStyle/>
          <a:p>
            <a:r>
              <a:t>标题文本</a:t>
            </a:r>
          </a:p>
        </p:txBody>
      </p:sp>
      <p:sp>
        <p:nvSpPr>
          <p:cNvPr id="142"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4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节标题">
    <p:spTree>
      <p:nvGrpSpPr>
        <p:cNvPr id="1" name=""/>
        <p:cNvGrpSpPr/>
        <p:nvPr/>
      </p:nvGrpSpPr>
      <p:grpSpPr>
        <a:xfrm>
          <a:off x="0" y="0"/>
          <a:ext cx="0" cy="0"/>
          <a:chOff x="0" y="0"/>
          <a:chExt cx="0" cy="0"/>
        </a:xfrm>
      </p:grpSpPr>
      <p:sp>
        <p:nvSpPr>
          <p:cNvPr id="150" name="标题文本"/>
          <p:cNvSpPr txBox="1">
            <a:spLocks noGrp="1"/>
          </p:cNvSpPr>
          <p:nvPr>
            <p:ph type="title" hasCustomPrompt="1"/>
          </p:nvPr>
        </p:nvSpPr>
        <p:spPr>
          <a:xfrm>
            <a:off x="831850" y="1709738"/>
            <a:ext cx="10515600" cy="2852737"/>
          </a:xfrm>
          <a:prstGeom prst="rect">
            <a:avLst/>
          </a:prstGeom>
        </p:spPr>
        <p:txBody>
          <a:bodyPr anchor="b"/>
          <a:lstStyle>
            <a:lvl1pPr>
              <a:defRPr sz="6000"/>
            </a:lvl1pPr>
          </a:lstStyle>
          <a:p>
            <a:r>
              <a:t>标题文本</a:t>
            </a:r>
          </a:p>
        </p:txBody>
      </p:sp>
      <p:sp>
        <p:nvSpPr>
          <p:cNvPr id="151" name="正文级别 1…"/>
          <p:cNvSpPr txBox="1">
            <a:spLocks noGrp="1"/>
          </p:cNvSpPr>
          <p:nvPr>
            <p:ph type="body" sz="quarter" idx="1" hasCustomPrompt="1"/>
          </p:nvPr>
        </p:nvSpPr>
        <p:spPr>
          <a:xfrm>
            <a:off x="831850" y="4589462"/>
            <a:ext cx="10515600" cy="1500189"/>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152"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两栏内容">
    <p:spTree>
      <p:nvGrpSpPr>
        <p:cNvPr id="1" name=""/>
        <p:cNvGrpSpPr/>
        <p:nvPr/>
      </p:nvGrpSpPr>
      <p:grpSpPr>
        <a:xfrm>
          <a:off x="0" y="0"/>
          <a:ext cx="0" cy="0"/>
          <a:chOff x="0" y="0"/>
          <a:chExt cx="0" cy="0"/>
        </a:xfrm>
      </p:grpSpPr>
      <p:sp>
        <p:nvSpPr>
          <p:cNvPr id="159" name="标题文本"/>
          <p:cNvSpPr txBox="1">
            <a:spLocks noGrp="1"/>
          </p:cNvSpPr>
          <p:nvPr>
            <p:ph type="title" hasCustomPrompt="1"/>
          </p:nvPr>
        </p:nvSpPr>
        <p:spPr>
          <a:prstGeom prst="rect">
            <a:avLst/>
          </a:prstGeom>
        </p:spPr>
        <p:txBody>
          <a:bodyPr/>
          <a:lstStyle/>
          <a:p>
            <a:r>
              <a:t>标题文本</a:t>
            </a:r>
          </a:p>
        </p:txBody>
      </p:sp>
      <p:sp>
        <p:nvSpPr>
          <p:cNvPr id="160" name="正文级别 1…"/>
          <p:cNvSpPr txBox="1">
            <a:spLocks noGrp="1"/>
          </p:cNvSpPr>
          <p:nvPr>
            <p:ph type="body" sz="half" idx="1" hasCustomPrompt="1"/>
          </p:nvPr>
        </p:nvSpPr>
        <p:spPr>
          <a:xfrm>
            <a:off x="838200" y="1825625"/>
            <a:ext cx="5181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6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比较">
    <p:spTree>
      <p:nvGrpSpPr>
        <p:cNvPr id="1" name=""/>
        <p:cNvGrpSpPr/>
        <p:nvPr/>
      </p:nvGrpSpPr>
      <p:grpSpPr>
        <a:xfrm>
          <a:off x="0" y="0"/>
          <a:ext cx="0" cy="0"/>
          <a:chOff x="0" y="0"/>
          <a:chExt cx="0" cy="0"/>
        </a:xfrm>
      </p:grpSpPr>
      <p:sp>
        <p:nvSpPr>
          <p:cNvPr id="168" name="标题文本"/>
          <p:cNvSpPr txBox="1">
            <a:spLocks noGrp="1"/>
          </p:cNvSpPr>
          <p:nvPr>
            <p:ph type="title" hasCustomPrompt="1"/>
          </p:nvPr>
        </p:nvSpPr>
        <p:spPr>
          <a:xfrm>
            <a:off x="839787" y="365125"/>
            <a:ext cx="10515601" cy="1325563"/>
          </a:xfrm>
          <a:prstGeom prst="rect">
            <a:avLst/>
          </a:prstGeom>
        </p:spPr>
        <p:txBody>
          <a:bodyPr/>
          <a:lstStyle/>
          <a:p>
            <a:r>
              <a:t>标题文本</a:t>
            </a:r>
          </a:p>
        </p:txBody>
      </p:sp>
      <p:sp>
        <p:nvSpPr>
          <p:cNvPr id="169" name="正文级别 1…"/>
          <p:cNvSpPr txBox="1">
            <a:spLocks noGrp="1"/>
          </p:cNvSpPr>
          <p:nvPr>
            <p:ph type="body" sz="quarter" idx="1" hasCustomPrompt="1"/>
          </p:nvPr>
        </p:nvSpPr>
        <p:spPr>
          <a:xfrm>
            <a:off x="839787" y="1681163"/>
            <a:ext cx="5157790" cy="823914"/>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正文级别 1</a:t>
            </a:r>
          </a:p>
          <a:p>
            <a:pPr lvl="1"/>
            <a:r>
              <a:t>正文级别 2</a:t>
            </a:r>
          </a:p>
          <a:p>
            <a:pPr lvl="2"/>
            <a:r>
              <a:t>正文级别 3</a:t>
            </a:r>
          </a:p>
          <a:p>
            <a:pPr lvl="3"/>
            <a:r>
              <a:t>正文级别 4</a:t>
            </a:r>
          </a:p>
          <a:p>
            <a:pPr lvl="4"/>
            <a:r>
              <a:t>正文级别 5</a:t>
            </a:r>
          </a:p>
        </p:txBody>
      </p:sp>
      <p:sp>
        <p:nvSpPr>
          <p:cNvPr id="170" name="文本占位符 4"/>
          <p:cNvSpPr>
            <a:spLocks noGrp="1"/>
          </p:cNvSpPr>
          <p:nvPr>
            <p:ph type="body" sz="quarter" idx="21"/>
          </p:nvPr>
        </p:nvSpPr>
        <p:spPr>
          <a:xfrm>
            <a:off x="6172200" y="1681163"/>
            <a:ext cx="5183188" cy="823914"/>
          </a:xfrm>
          <a:prstGeom prst="rect">
            <a:avLst/>
          </a:prstGeom>
        </p:spPr>
        <p:txBody>
          <a:bodyPr anchor="b"/>
          <a:lstStyle/>
          <a:p>
            <a:pPr lvl="0"/>
            <a:r>
              <a:rPr lang="zh-CN" altLang="en-US"/>
              <a:t>单击此处编辑母版文本样式</a:t>
            </a:r>
          </a:p>
        </p:txBody>
      </p:sp>
      <p:sp>
        <p:nvSpPr>
          <p:cNvPr id="17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仅标题">
    <p:spTree>
      <p:nvGrpSpPr>
        <p:cNvPr id="1" name=""/>
        <p:cNvGrpSpPr/>
        <p:nvPr/>
      </p:nvGrpSpPr>
      <p:grpSpPr>
        <a:xfrm>
          <a:off x="0" y="0"/>
          <a:ext cx="0" cy="0"/>
          <a:chOff x="0" y="0"/>
          <a:chExt cx="0" cy="0"/>
        </a:xfrm>
      </p:grpSpPr>
      <p:sp>
        <p:nvSpPr>
          <p:cNvPr id="178" name="标题文本"/>
          <p:cNvSpPr txBox="1">
            <a:spLocks noGrp="1"/>
          </p:cNvSpPr>
          <p:nvPr>
            <p:ph type="title" hasCustomPrompt="1"/>
          </p:nvPr>
        </p:nvSpPr>
        <p:spPr>
          <a:prstGeom prst="rect">
            <a:avLst/>
          </a:prstGeom>
        </p:spPr>
        <p:txBody>
          <a:bodyPr/>
          <a:lstStyle/>
          <a:p>
            <a:r>
              <a:t>标题文本</a:t>
            </a:r>
          </a:p>
        </p:txBody>
      </p:sp>
      <p:sp>
        <p:nvSpPr>
          <p:cNvPr id="17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空白">
    <p:spTree>
      <p:nvGrpSpPr>
        <p:cNvPr id="1" name=""/>
        <p:cNvGrpSpPr/>
        <p:nvPr/>
      </p:nvGrpSpPr>
      <p:grpSpPr>
        <a:xfrm>
          <a:off x="0" y="0"/>
          <a:ext cx="0" cy="0"/>
          <a:chOff x="0" y="0"/>
          <a:chExt cx="0" cy="0"/>
        </a:xfrm>
      </p:grpSpPr>
      <p:sp>
        <p:nvSpPr>
          <p:cNvPr id="18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内容与标题">
    <p:spTree>
      <p:nvGrpSpPr>
        <p:cNvPr id="1" name=""/>
        <p:cNvGrpSpPr/>
        <p:nvPr/>
      </p:nvGrpSpPr>
      <p:grpSpPr>
        <a:xfrm>
          <a:off x="0" y="0"/>
          <a:ext cx="0" cy="0"/>
          <a:chOff x="0" y="0"/>
          <a:chExt cx="0" cy="0"/>
        </a:xfrm>
      </p:grpSpPr>
      <p:sp>
        <p:nvSpPr>
          <p:cNvPr id="193"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194" name="正文级别 1…"/>
          <p:cNvSpPr txBox="1">
            <a:spLocks noGrp="1"/>
          </p:cNvSpPr>
          <p:nvPr>
            <p:ph type="body" sz="half" idx="1" hasCustomPrompt="1"/>
          </p:nvPr>
        </p:nvSpPr>
        <p:spPr>
          <a:xfrm>
            <a:off x="5183187" y="987425"/>
            <a:ext cx="6172202"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正文级别 1</a:t>
            </a:r>
          </a:p>
          <a:p>
            <a:pPr lvl="1"/>
            <a:r>
              <a:t>正文级别 2</a:t>
            </a:r>
          </a:p>
          <a:p>
            <a:pPr lvl="2"/>
            <a:r>
              <a:t>正文级别 3</a:t>
            </a:r>
          </a:p>
          <a:p>
            <a:pPr lvl="3"/>
            <a:r>
              <a:t>正文级别 4</a:t>
            </a:r>
          </a:p>
          <a:p>
            <a:pPr lvl="4"/>
            <a:r>
              <a:t>正文级别 5</a:t>
            </a:r>
          </a:p>
        </p:txBody>
      </p:sp>
      <p:sp>
        <p:nvSpPr>
          <p:cNvPr id="195" name="文本占位符 3"/>
          <p:cNvSpPr>
            <a:spLocks noGrp="1"/>
          </p:cNvSpPr>
          <p:nvPr>
            <p:ph type="body" sz="quarter" idx="21"/>
          </p:nvPr>
        </p:nvSpPr>
        <p:spPr>
          <a:xfrm>
            <a:off x="839786" y="2057400"/>
            <a:ext cx="3932241" cy="3811588"/>
          </a:xfrm>
          <a:prstGeom prst="rect">
            <a:avLst/>
          </a:prstGeom>
        </p:spPr>
        <p:txBody>
          <a:bodyPr/>
          <a:lstStyle/>
          <a:p>
            <a:pPr lvl="0"/>
            <a:r>
              <a:rPr lang="zh-CN" altLang="en-US"/>
              <a:t>单击此处编辑母版文本样式</a:t>
            </a:r>
          </a:p>
        </p:txBody>
      </p:sp>
      <p:sp>
        <p:nvSpPr>
          <p:cNvPr id="19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图片与标题">
    <p:spTree>
      <p:nvGrpSpPr>
        <p:cNvPr id="1" name=""/>
        <p:cNvGrpSpPr/>
        <p:nvPr/>
      </p:nvGrpSpPr>
      <p:grpSpPr>
        <a:xfrm>
          <a:off x="0" y="0"/>
          <a:ext cx="0" cy="0"/>
          <a:chOff x="0" y="0"/>
          <a:chExt cx="0" cy="0"/>
        </a:xfrm>
      </p:grpSpPr>
      <p:sp>
        <p:nvSpPr>
          <p:cNvPr id="203"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204" name="图片占位符 2"/>
          <p:cNvSpPr>
            <a:spLocks noGrp="1"/>
          </p:cNvSpPr>
          <p:nvPr>
            <p:ph type="pic" sz="half" idx="21"/>
          </p:nvPr>
        </p:nvSpPr>
        <p:spPr>
          <a:xfrm>
            <a:off x="5183187" y="987425"/>
            <a:ext cx="6172202" cy="4873625"/>
          </a:xfrm>
          <a:prstGeom prst="rect">
            <a:avLst/>
          </a:prstGeom>
        </p:spPr>
        <p:txBody>
          <a:bodyPr lIns="91439" tIns="45719" rIns="91439" bIns="45719">
            <a:noAutofit/>
          </a:bodyPr>
          <a:lstStyle/>
          <a:p>
            <a:r>
              <a:rPr lang="zh-CN" altLang="en-US"/>
              <a:t>单击图标添加图片</a:t>
            </a:r>
            <a:endParaRPr/>
          </a:p>
        </p:txBody>
      </p:sp>
      <p:sp>
        <p:nvSpPr>
          <p:cNvPr id="205" name="正文级别 1…"/>
          <p:cNvSpPr txBox="1">
            <a:spLocks noGrp="1"/>
          </p:cNvSpPr>
          <p:nvPr>
            <p:ph type="body" sz="quarter" idx="1" hasCustomPrompt="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正文级别 1</a:t>
            </a:r>
          </a:p>
          <a:p>
            <a:pPr lvl="1"/>
            <a:r>
              <a:t>正文级别 2</a:t>
            </a:r>
          </a:p>
          <a:p>
            <a:pPr lvl="2"/>
            <a:r>
              <a:t>正文级别 3</a:t>
            </a:r>
          </a:p>
          <a:p>
            <a:pPr lvl="3"/>
            <a:r>
              <a:t>正文级别 4</a:t>
            </a:r>
          </a:p>
          <a:p>
            <a:pPr lvl="4"/>
            <a:r>
              <a:t>正文级别 5</a:t>
            </a:r>
          </a:p>
        </p:txBody>
      </p:sp>
      <p:sp>
        <p:nvSpPr>
          <p:cNvPr id="20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4" name="Ellipse 75 (Stroke)_#color-2050&amp;12727"/>
          <p:cNvSpPr/>
          <p:nvPr>
            <p:custDataLst>
              <p:tags r:id="rId1"/>
            </p:custDataLst>
          </p:nvPr>
        </p:nvSpPr>
        <p:spPr>
          <a:xfrm>
            <a:off x="3282696" y="0"/>
            <a:ext cx="2304288" cy="6858000"/>
          </a:xfrm>
          <a:custGeom>
            <a:avLst/>
            <a:gdLst/>
            <a:ahLst/>
            <a:cxnLst/>
            <a:rect l="l" t="t" r="r" b="b"/>
            <a:pathLst>
              <a:path w="2304288" h="6858000">
                <a:moveTo>
                  <a:pt x="0" y="6858000"/>
                </a:moveTo>
                <a:lnTo>
                  <a:pt x="813816" y="6858000"/>
                </a:lnTo>
                <a:cubicBezTo>
                  <a:pt x="1728216" y="6007608"/>
                  <a:pt x="2304288" y="4782312"/>
                  <a:pt x="2304288" y="3429000"/>
                </a:cubicBezTo>
                <a:cubicBezTo>
                  <a:pt x="2304288" y="2075688"/>
                  <a:pt x="1728216" y="850392"/>
                  <a:pt x="813816" y="0"/>
                </a:cubicBezTo>
                <a:lnTo>
                  <a:pt x="0" y="0"/>
                </a:lnTo>
                <a:cubicBezTo>
                  <a:pt x="1088136" y="749808"/>
                  <a:pt x="1801368" y="2011680"/>
                  <a:pt x="1801368" y="3429000"/>
                </a:cubicBezTo>
                <a:cubicBezTo>
                  <a:pt x="1801368" y="4846320"/>
                  <a:pt x="1088136" y="6108192"/>
                  <a:pt x="0" y="6858000"/>
                </a:cubicBezTo>
              </a:path>
            </a:pathLst>
          </a:custGeom>
          <a:solidFill>
            <a:schemeClr val="accent1">
              <a:alpha val="10000"/>
            </a:schemeClr>
          </a:solidFill>
        </p:spPr>
      </p:sp>
      <p:sp>
        <p:nvSpPr>
          <p:cNvPr id="5" name="Ellipse 3 (Stroke)_#color-2050&amp;12730"/>
          <p:cNvSpPr/>
          <p:nvPr>
            <p:custDataLst>
              <p:tags r:id="rId2"/>
            </p:custDataLst>
          </p:nvPr>
        </p:nvSpPr>
        <p:spPr>
          <a:xfrm>
            <a:off x="0" y="0"/>
            <a:ext cx="4672584" cy="6858000"/>
          </a:xfrm>
          <a:custGeom>
            <a:avLst/>
            <a:gdLst/>
            <a:ahLst/>
            <a:cxnLst/>
            <a:rect l="l" t="t" r="r" b="b"/>
            <a:pathLst>
              <a:path w="4672584" h="6858000">
                <a:moveTo>
                  <a:pt x="0" y="6848856"/>
                </a:moveTo>
                <a:lnTo>
                  <a:pt x="0" y="6858000"/>
                </a:lnTo>
                <a:lnTo>
                  <a:pt x="45720" y="6858000"/>
                </a:lnTo>
                <a:cubicBezTo>
                  <a:pt x="27432" y="6858000"/>
                  <a:pt x="18288" y="6848856"/>
                  <a:pt x="0" y="6848856"/>
                </a:cubicBezTo>
                <a:moveTo>
                  <a:pt x="1261872" y="6858000"/>
                </a:moveTo>
                <a:cubicBezTo>
                  <a:pt x="1463040" y="6821424"/>
                  <a:pt x="1664208" y="6766560"/>
                  <a:pt x="1856232" y="6693408"/>
                </a:cubicBezTo>
                <a:cubicBezTo>
                  <a:pt x="3666744" y="6035040"/>
                  <a:pt x="4590288" y="4032504"/>
                  <a:pt x="3931920" y="2221992"/>
                </a:cubicBezTo>
                <a:cubicBezTo>
                  <a:pt x="3493008" y="1033272"/>
                  <a:pt x="2478024" y="228600"/>
                  <a:pt x="1316736" y="0"/>
                </a:cubicBezTo>
                <a:lnTo>
                  <a:pt x="2752344" y="0"/>
                </a:lnTo>
                <a:cubicBezTo>
                  <a:pt x="3493008" y="457200"/>
                  <a:pt x="4096512" y="1152144"/>
                  <a:pt x="4425696" y="2039112"/>
                </a:cubicBezTo>
                <a:cubicBezTo>
                  <a:pt x="5093208" y="3877056"/>
                  <a:pt x="4343400" y="5888736"/>
                  <a:pt x="2734056" y="6858000"/>
                </a:cubicBezTo>
                <a:lnTo>
                  <a:pt x="1261872" y="6858000"/>
                </a:lnTo>
              </a:path>
            </a:pathLst>
          </a:custGeom>
          <a:solidFill>
            <a:schemeClr val="accent1"/>
          </a:solidFill>
        </p:spPr>
      </p:sp>
      <p:sp>
        <p:nvSpPr>
          <p:cNvPr id="6" name="Ellipse 4 (Stroke)_#color_$accent2_$accent2-2050&amp;12733"/>
          <p:cNvSpPr/>
          <p:nvPr>
            <p:custDataLst>
              <p:tags r:id="rId3"/>
            </p:custDataLst>
          </p:nvPr>
        </p:nvSpPr>
        <p:spPr>
          <a:xfrm>
            <a:off x="0" y="3959352"/>
            <a:ext cx="4581144" cy="2898648"/>
          </a:xfrm>
          <a:custGeom>
            <a:avLst/>
            <a:gdLst/>
            <a:ahLst/>
            <a:cxnLst/>
            <a:rect l="l" t="t" r="r" b="b"/>
            <a:pathLst>
              <a:path w="4581144" h="2898648">
                <a:moveTo>
                  <a:pt x="4078224" y="201168"/>
                </a:moveTo>
                <a:cubicBezTo>
                  <a:pt x="3831336" y="1335024"/>
                  <a:pt x="3035808" y="2313432"/>
                  <a:pt x="1865376" y="2743200"/>
                </a:cubicBezTo>
                <a:cubicBezTo>
                  <a:pt x="1682496" y="2807208"/>
                  <a:pt x="1499616" y="2862072"/>
                  <a:pt x="1307592" y="2898648"/>
                </a:cubicBezTo>
                <a:lnTo>
                  <a:pt x="2715768" y="2898648"/>
                </a:lnTo>
                <a:cubicBezTo>
                  <a:pt x="3685032" y="2322576"/>
                  <a:pt x="4343400" y="1371600"/>
                  <a:pt x="4572000" y="310896"/>
                </a:cubicBezTo>
                <a:cubicBezTo>
                  <a:pt x="4599432" y="173736"/>
                  <a:pt x="4517136" y="36576"/>
                  <a:pt x="4379976" y="9144"/>
                </a:cubicBezTo>
                <a:cubicBezTo>
                  <a:pt x="4242816" y="-27432"/>
                  <a:pt x="4105656" y="64008"/>
                  <a:pt x="4078224" y="201168"/>
                </a:cubicBezTo>
                <a:moveTo>
                  <a:pt x="9144" y="2898648"/>
                </a:moveTo>
                <a:cubicBezTo>
                  <a:pt x="9144" y="2898648"/>
                  <a:pt x="0" y="2898648"/>
                  <a:pt x="0" y="2898648"/>
                </a:cubicBezTo>
                <a:lnTo>
                  <a:pt x="0" y="2898648"/>
                </a:lnTo>
                <a:lnTo>
                  <a:pt x="9144" y="2898648"/>
                </a:lnTo>
              </a:path>
            </a:pathLst>
          </a:custGeom>
          <a:gradFill>
            <a:gsLst>
              <a:gs pos="100000">
                <a:schemeClr val="accent1">
                  <a:lumMod val="75000"/>
                  <a:alpha val="70000"/>
                </a:schemeClr>
              </a:gs>
              <a:gs pos="73000">
                <a:schemeClr val="accent2">
                  <a:alpha val="0"/>
                </a:schemeClr>
              </a:gs>
            </a:gsLst>
            <a:lin ang="0" scaled="0"/>
          </a:gradFill>
          <a:ln w="25400">
            <a:noFill/>
          </a:ln>
          <a:effectLst/>
        </p:spPr>
        <p:style>
          <a:lnRef idx="2">
            <a:schemeClr val="accent1">
              <a:lumMod val="75000"/>
            </a:schemeClr>
          </a:lnRef>
          <a:fillRef idx="1">
            <a:schemeClr val="accent1"/>
          </a:fillRef>
          <a:effectRef idx="0">
            <a:srgbClr val="FFFFFF"/>
          </a:effectRef>
          <a:fontRef idx="minor">
            <a:schemeClr val="lt1"/>
          </a:fontRef>
        </p:style>
      </p:sp>
      <p:sp>
        <p:nvSpPr>
          <p:cNvPr id="2" name="标题 1"/>
          <p:cNvSpPr>
            <a:spLocks noGrp="1"/>
          </p:cNvSpPr>
          <p:nvPr>
            <p:ph type="title" hasCustomPrompt="1"/>
            <p:custDataLst>
              <p:tags r:id="rId4"/>
            </p:custDataLst>
          </p:nvPr>
        </p:nvSpPr>
        <p:spPr>
          <a:xfrm>
            <a:off x="1247525" y="2772441"/>
            <a:ext cx="2658015" cy="1313212"/>
          </a:xfrm>
        </p:spPr>
        <p:txBody>
          <a:bodyPr wrap="square" anchor="ctr" anchorCtr="0">
            <a:normAutofit/>
          </a:bodyPr>
          <a:lstStyle>
            <a:lvl1pPr>
              <a:defRPr sz="4800">
                <a:latin typeface="+mj-ea"/>
                <a:ea typeface="+mj-ea"/>
                <a:cs typeface="+mj-ea"/>
              </a:defRPr>
            </a:lvl1pPr>
          </a:lstStyle>
          <a:p>
            <a:r>
              <a:rPr lang="zh-CN" altLang="en-US" dirty="0"/>
              <a:t>标题</a:t>
            </a:r>
          </a:p>
        </p:txBody>
      </p:sp>
      <p:sp>
        <p:nvSpPr>
          <p:cNvPr id="7" name="日期占位符 3"/>
          <p:cNvSpPr>
            <a:spLocks noGrp="1"/>
          </p:cNvSpPr>
          <p:nvPr>
            <p:ph type="dt" sz="half" idx="10"/>
            <p:custDataLst>
              <p:tags r:id="rId5"/>
            </p:custDataLst>
          </p:nvPr>
        </p:nvSpPr>
        <p:spPr>
          <a:xfrm>
            <a:off x="694799" y="6356350"/>
            <a:ext cx="2743200" cy="365125"/>
          </a:xfrm>
        </p:spPr>
        <p:txBody>
          <a:bodyPr wrap="square">
            <a:normAutofit/>
          </a:bodyPr>
          <a:lstStyle/>
          <a:p>
            <a:fld id="{5592522B-0F24-4480-B9DD-A9474A6880D6}" type="datetimeFigureOut">
              <a:rPr lang="zh-CN" altLang="en-US" smtClean="0"/>
              <a:t>2026/6/11</a:t>
            </a:fld>
            <a:endParaRPr lang="zh-CN" altLang="en-US"/>
          </a:p>
        </p:txBody>
      </p:sp>
      <p:sp>
        <p:nvSpPr>
          <p:cNvPr id="8"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9" name="灯片编号占位符 5"/>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6" name="标题文本"/>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标题文本</a:t>
            </a:r>
          </a:p>
        </p:txBody>
      </p:sp>
      <p:sp>
        <p:nvSpPr>
          <p:cNvPr id="17" name="正文级别 1…"/>
          <p:cNvSpPr txBox="1">
            <a:spLocks noGrp="1"/>
          </p:cNvSpPr>
          <p:nvPr>
            <p:ph type="body" sz="quarter"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r>
              <a:t>正文级别 2</a:t>
            </a:r>
          </a:p>
          <a:p>
            <a:pPr lvl="2"/>
            <a:r>
              <a:t>正文级别 3</a:t>
            </a:r>
          </a:p>
          <a:p>
            <a:pPr lvl="3"/>
            <a:r>
              <a:t>正文级别 4</a:t>
            </a:r>
          </a:p>
          <a:p>
            <a:pPr lvl="4"/>
            <a:r>
              <a:t>正文级别 5</a:t>
            </a:r>
          </a:p>
        </p:txBody>
      </p:sp>
      <p:sp>
        <p:nvSpPr>
          <p:cNvPr id="18"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5" name="标题文本"/>
          <p:cNvSpPr txBox="1">
            <a:spLocks noGrp="1"/>
          </p:cNvSpPr>
          <p:nvPr>
            <p:ph type="title" hasCustomPrompt="1"/>
          </p:nvPr>
        </p:nvSpPr>
        <p:spPr>
          <a:prstGeom prst="rect">
            <a:avLst/>
          </a:prstGeom>
        </p:spPr>
        <p:txBody>
          <a:bodyPr/>
          <a:lstStyle/>
          <a:p>
            <a:r>
              <a:t>标题文本</a:t>
            </a:r>
          </a:p>
        </p:txBody>
      </p:sp>
      <p:sp>
        <p:nvSpPr>
          <p:cNvPr id="26"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27"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节标题">
    <p:spTree>
      <p:nvGrpSpPr>
        <p:cNvPr id="1" name=""/>
        <p:cNvGrpSpPr/>
        <p:nvPr/>
      </p:nvGrpSpPr>
      <p:grpSpPr>
        <a:xfrm>
          <a:off x="0" y="0"/>
          <a:ext cx="0" cy="0"/>
          <a:chOff x="0" y="0"/>
          <a:chExt cx="0" cy="0"/>
        </a:xfrm>
      </p:grpSpPr>
      <p:pic>
        <p:nvPicPr>
          <p:cNvPr id="34"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38" name="成组"/>
          <p:cNvGrpSpPr/>
          <p:nvPr/>
        </p:nvGrpSpPr>
        <p:grpSpPr>
          <a:xfrm>
            <a:off x="9712482" y="303072"/>
            <a:ext cx="1931625" cy="306073"/>
            <a:chOff x="0" y="0"/>
            <a:chExt cx="1931624" cy="306072"/>
          </a:xfrm>
        </p:grpSpPr>
        <p:pic>
          <p:nvPicPr>
            <p:cNvPr id="35"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36"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37"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39" name="标题文本"/>
          <p:cNvSpPr txBox="1">
            <a:spLocks noGrp="1"/>
          </p:cNvSpPr>
          <p:nvPr>
            <p:ph type="title" hasCustomPrompt="1"/>
          </p:nvPr>
        </p:nvSpPr>
        <p:spPr>
          <a:xfrm>
            <a:off x="831850" y="1709738"/>
            <a:ext cx="10515600" cy="2852737"/>
          </a:xfrm>
          <a:prstGeom prst="rect">
            <a:avLst/>
          </a:prstGeom>
        </p:spPr>
        <p:txBody>
          <a:bodyPr anchor="b"/>
          <a:lstStyle>
            <a:lvl1pPr>
              <a:defRPr sz="6000"/>
            </a:lvl1pPr>
          </a:lstStyle>
          <a:p>
            <a:r>
              <a:t>标题文本</a:t>
            </a:r>
          </a:p>
        </p:txBody>
      </p:sp>
      <p:sp>
        <p:nvSpPr>
          <p:cNvPr id="40" name="正文级别 1…"/>
          <p:cNvSpPr txBox="1">
            <a:spLocks noGrp="1"/>
          </p:cNvSpPr>
          <p:nvPr>
            <p:ph type="body" sz="quarter" idx="1" hasCustomPrompt="1"/>
          </p:nvPr>
        </p:nvSpPr>
        <p:spPr>
          <a:xfrm>
            <a:off x="831850" y="4589462"/>
            <a:ext cx="10515600" cy="1500189"/>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两栏内容">
    <p:spTree>
      <p:nvGrpSpPr>
        <p:cNvPr id="1" name=""/>
        <p:cNvGrpSpPr/>
        <p:nvPr/>
      </p:nvGrpSpPr>
      <p:grpSpPr>
        <a:xfrm>
          <a:off x="0" y="0"/>
          <a:ext cx="0" cy="0"/>
          <a:chOff x="0" y="0"/>
          <a:chExt cx="0" cy="0"/>
        </a:xfrm>
      </p:grpSpPr>
      <p:pic>
        <p:nvPicPr>
          <p:cNvPr id="48"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52" name="成组"/>
          <p:cNvGrpSpPr/>
          <p:nvPr/>
        </p:nvGrpSpPr>
        <p:grpSpPr>
          <a:xfrm>
            <a:off x="9712482" y="303072"/>
            <a:ext cx="1931625" cy="306073"/>
            <a:chOff x="0" y="0"/>
            <a:chExt cx="1931624" cy="306072"/>
          </a:xfrm>
        </p:grpSpPr>
        <p:pic>
          <p:nvPicPr>
            <p:cNvPr id="49"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50"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51"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53" name="标题文本"/>
          <p:cNvSpPr txBox="1">
            <a:spLocks noGrp="1"/>
          </p:cNvSpPr>
          <p:nvPr>
            <p:ph type="title" hasCustomPrompt="1"/>
          </p:nvPr>
        </p:nvSpPr>
        <p:spPr>
          <a:prstGeom prst="rect">
            <a:avLst/>
          </a:prstGeom>
        </p:spPr>
        <p:txBody>
          <a:bodyPr/>
          <a:lstStyle/>
          <a:p>
            <a:r>
              <a:t>标题文本</a:t>
            </a:r>
          </a:p>
        </p:txBody>
      </p:sp>
      <p:sp>
        <p:nvSpPr>
          <p:cNvPr id="54" name="正文级别 1…"/>
          <p:cNvSpPr txBox="1">
            <a:spLocks noGrp="1"/>
          </p:cNvSpPr>
          <p:nvPr>
            <p:ph type="body" sz="half" idx="1" hasCustomPrompt="1"/>
          </p:nvPr>
        </p:nvSpPr>
        <p:spPr>
          <a:xfrm>
            <a:off x="838200" y="1825625"/>
            <a:ext cx="5181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5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比较">
    <p:spTree>
      <p:nvGrpSpPr>
        <p:cNvPr id="1" name=""/>
        <p:cNvGrpSpPr/>
        <p:nvPr/>
      </p:nvGrpSpPr>
      <p:grpSpPr>
        <a:xfrm>
          <a:off x="0" y="0"/>
          <a:ext cx="0" cy="0"/>
          <a:chOff x="0" y="0"/>
          <a:chExt cx="0" cy="0"/>
        </a:xfrm>
      </p:grpSpPr>
      <p:pic>
        <p:nvPicPr>
          <p:cNvPr id="62"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66" name="成组"/>
          <p:cNvGrpSpPr/>
          <p:nvPr/>
        </p:nvGrpSpPr>
        <p:grpSpPr>
          <a:xfrm>
            <a:off x="9712482" y="303072"/>
            <a:ext cx="1931625" cy="306073"/>
            <a:chOff x="0" y="0"/>
            <a:chExt cx="1931624" cy="306072"/>
          </a:xfrm>
        </p:grpSpPr>
        <p:pic>
          <p:nvPicPr>
            <p:cNvPr id="63"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64"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65"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67" name="标题文本"/>
          <p:cNvSpPr txBox="1">
            <a:spLocks noGrp="1"/>
          </p:cNvSpPr>
          <p:nvPr>
            <p:ph type="title" hasCustomPrompt="1"/>
          </p:nvPr>
        </p:nvSpPr>
        <p:spPr>
          <a:xfrm>
            <a:off x="839787" y="365125"/>
            <a:ext cx="10515601" cy="1325563"/>
          </a:xfrm>
          <a:prstGeom prst="rect">
            <a:avLst/>
          </a:prstGeom>
        </p:spPr>
        <p:txBody>
          <a:bodyPr/>
          <a:lstStyle/>
          <a:p>
            <a:r>
              <a:t>标题文本</a:t>
            </a:r>
          </a:p>
        </p:txBody>
      </p:sp>
      <p:sp>
        <p:nvSpPr>
          <p:cNvPr id="68" name="正文级别 1…"/>
          <p:cNvSpPr txBox="1">
            <a:spLocks noGrp="1"/>
          </p:cNvSpPr>
          <p:nvPr>
            <p:ph type="body" sz="quarter" idx="1" hasCustomPrompt="1"/>
          </p:nvPr>
        </p:nvSpPr>
        <p:spPr>
          <a:xfrm>
            <a:off x="839787" y="1681163"/>
            <a:ext cx="5157790" cy="823914"/>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正文级别 1</a:t>
            </a:r>
          </a:p>
          <a:p>
            <a:pPr lvl="1"/>
            <a:r>
              <a:t>正文级别 2</a:t>
            </a:r>
          </a:p>
          <a:p>
            <a:pPr lvl="2"/>
            <a:r>
              <a:t>正文级别 3</a:t>
            </a:r>
          </a:p>
          <a:p>
            <a:pPr lvl="3"/>
            <a:r>
              <a:t>正文级别 4</a:t>
            </a:r>
          </a:p>
          <a:p>
            <a:pPr lvl="4"/>
            <a:r>
              <a:t>正文级别 5</a:t>
            </a:r>
          </a:p>
        </p:txBody>
      </p:sp>
      <p:sp>
        <p:nvSpPr>
          <p:cNvPr id="69" name="文本占位符 4"/>
          <p:cNvSpPr>
            <a:spLocks noGrp="1"/>
          </p:cNvSpPr>
          <p:nvPr>
            <p:ph type="body" sz="quarter" idx="21"/>
          </p:nvPr>
        </p:nvSpPr>
        <p:spPr>
          <a:xfrm>
            <a:off x="6172200" y="1681163"/>
            <a:ext cx="5183188" cy="823914"/>
          </a:xfrm>
          <a:prstGeom prst="rect">
            <a:avLst/>
          </a:prstGeom>
        </p:spPr>
        <p:txBody>
          <a:bodyPr anchor="b"/>
          <a:lstStyle/>
          <a:p>
            <a:endParaRPr/>
          </a:p>
        </p:txBody>
      </p:sp>
      <p:sp>
        <p:nvSpPr>
          <p:cNvPr id="7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仅标题">
    <p:spTree>
      <p:nvGrpSpPr>
        <p:cNvPr id="1" name=""/>
        <p:cNvGrpSpPr/>
        <p:nvPr/>
      </p:nvGrpSpPr>
      <p:grpSpPr>
        <a:xfrm>
          <a:off x="0" y="0"/>
          <a:ext cx="0" cy="0"/>
          <a:chOff x="0" y="0"/>
          <a:chExt cx="0" cy="0"/>
        </a:xfrm>
      </p:grpSpPr>
      <p:pic>
        <p:nvPicPr>
          <p:cNvPr id="77"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81" name="成组"/>
          <p:cNvGrpSpPr/>
          <p:nvPr/>
        </p:nvGrpSpPr>
        <p:grpSpPr>
          <a:xfrm>
            <a:off x="9712482" y="303072"/>
            <a:ext cx="1931625" cy="306073"/>
            <a:chOff x="0" y="0"/>
            <a:chExt cx="1931624" cy="306072"/>
          </a:xfrm>
        </p:grpSpPr>
        <p:pic>
          <p:nvPicPr>
            <p:cNvPr id="78"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79"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80"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82" name="标题文本"/>
          <p:cNvSpPr txBox="1">
            <a:spLocks noGrp="1"/>
          </p:cNvSpPr>
          <p:nvPr>
            <p:ph type="title" hasCustomPrompt="1"/>
          </p:nvPr>
        </p:nvSpPr>
        <p:spPr>
          <a:prstGeom prst="rect">
            <a:avLst/>
          </a:prstGeom>
        </p:spPr>
        <p:txBody>
          <a:bodyPr/>
          <a:lstStyle/>
          <a:p>
            <a:r>
              <a:t>标题文本</a:t>
            </a:r>
          </a:p>
        </p:txBody>
      </p:sp>
      <p:sp>
        <p:nvSpPr>
          <p:cNvPr id="8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x">
  <p:cSld name="空白">
    <p:spTree>
      <p:nvGrpSpPr>
        <p:cNvPr id="1" name=""/>
        <p:cNvGrpSpPr/>
        <p:nvPr/>
      </p:nvGrpSpPr>
      <p:grpSpPr>
        <a:xfrm>
          <a:off x="0" y="0"/>
          <a:ext cx="0" cy="0"/>
          <a:chOff x="0" y="0"/>
          <a:chExt cx="0" cy="0"/>
        </a:xfrm>
      </p:grpSpPr>
      <p:pic>
        <p:nvPicPr>
          <p:cNvPr id="90"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94" name="成组"/>
          <p:cNvGrpSpPr/>
          <p:nvPr/>
        </p:nvGrpSpPr>
        <p:grpSpPr>
          <a:xfrm>
            <a:off x="9712482" y="303072"/>
            <a:ext cx="1931625" cy="306073"/>
            <a:chOff x="0" y="0"/>
            <a:chExt cx="1931624" cy="306072"/>
          </a:xfrm>
        </p:grpSpPr>
        <p:pic>
          <p:nvPicPr>
            <p:cNvPr id="91"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92"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93"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9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内容与标题">
    <p:spTree>
      <p:nvGrpSpPr>
        <p:cNvPr id="1" name=""/>
        <p:cNvGrpSpPr/>
        <p:nvPr/>
      </p:nvGrpSpPr>
      <p:grpSpPr>
        <a:xfrm>
          <a:off x="0" y="0"/>
          <a:ext cx="0" cy="0"/>
          <a:chOff x="0" y="0"/>
          <a:chExt cx="0" cy="0"/>
        </a:xfrm>
      </p:grpSpPr>
      <p:pic>
        <p:nvPicPr>
          <p:cNvPr id="102"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106" name="成组"/>
          <p:cNvGrpSpPr/>
          <p:nvPr/>
        </p:nvGrpSpPr>
        <p:grpSpPr>
          <a:xfrm>
            <a:off x="9712482" y="303072"/>
            <a:ext cx="1931625" cy="306073"/>
            <a:chOff x="0" y="0"/>
            <a:chExt cx="1931624" cy="306072"/>
          </a:xfrm>
        </p:grpSpPr>
        <p:pic>
          <p:nvPicPr>
            <p:cNvPr id="103"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104"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105"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107"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108" name="正文级别 1…"/>
          <p:cNvSpPr txBox="1">
            <a:spLocks noGrp="1"/>
          </p:cNvSpPr>
          <p:nvPr>
            <p:ph type="body" sz="half" idx="1" hasCustomPrompt="1"/>
          </p:nvPr>
        </p:nvSpPr>
        <p:spPr>
          <a:xfrm>
            <a:off x="5183187" y="987425"/>
            <a:ext cx="6172202"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正文级别 1</a:t>
            </a:r>
          </a:p>
          <a:p>
            <a:pPr lvl="1"/>
            <a:r>
              <a:t>正文级别 2</a:t>
            </a:r>
          </a:p>
          <a:p>
            <a:pPr lvl="2"/>
            <a:r>
              <a:t>正文级别 3</a:t>
            </a:r>
          </a:p>
          <a:p>
            <a:pPr lvl="3"/>
            <a:r>
              <a:t>正文级别 4</a:t>
            </a:r>
          </a:p>
          <a:p>
            <a:pPr lvl="4"/>
            <a:r>
              <a:t>正文级别 5</a:t>
            </a:r>
          </a:p>
        </p:txBody>
      </p:sp>
      <p:sp>
        <p:nvSpPr>
          <p:cNvPr id="109" name="文本占位符 3"/>
          <p:cNvSpPr>
            <a:spLocks noGrp="1"/>
          </p:cNvSpPr>
          <p:nvPr>
            <p:ph type="body" sz="quarter" idx="21"/>
          </p:nvPr>
        </p:nvSpPr>
        <p:spPr>
          <a:xfrm>
            <a:off x="839786" y="2057400"/>
            <a:ext cx="3932241" cy="3811588"/>
          </a:xfrm>
          <a:prstGeom prst="rect">
            <a:avLst/>
          </a:prstGeom>
        </p:spPr>
        <p:txBody>
          <a:bodyPr/>
          <a:lstStyle/>
          <a:p>
            <a:endParaRPr/>
          </a:p>
        </p:txBody>
      </p:sp>
      <p:sp>
        <p:nvSpPr>
          <p:cNvPr id="11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图片与标题">
    <p:spTree>
      <p:nvGrpSpPr>
        <p:cNvPr id="1" name=""/>
        <p:cNvGrpSpPr/>
        <p:nvPr/>
      </p:nvGrpSpPr>
      <p:grpSpPr>
        <a:xfrm>
          <a:off x="0" y="0"/>
          <a:ext cx="0" cy="0"/>
          <a:chOff x="0" y="0"/>
          <a:chExt cx="0" cy="0"/>
        </a:xfrm>
      </p:grpSpPr>
      <p:pic>
        <p:nvPicPr>
          <p:cNvPr id="117" name="图片 7" descr="图片 7"/>
          <p:cNvPicPr>
            <a:picLocks noChangeAspect="1"/>
          </p:cNvPicPr>
          <p:nvPr/>
        </p:nvPicPr>
        <p:blipFill>
          <a:blip r:embed="rId2"/>
          <a:stretch>
            <a:fillRect/>
          </a:stretch>
        </p:blipFill>
        <p:spPr>
          <a:xfrm>
            <a:off x="0" y="6758516"/>
            <a:ext cx="12192000" cy="99485"/>
          </a:xfrm>
          <a:prstGeom prst="rect">
            <a:avLst/>
          </a:prstGeom>
          <a:ln w="12700">
            <a:miter lim="400000"/>
            <a:headEnd/>
            <a:tailEnd/>
          </a:ln>
        </p:spPr>
      </p:pic>
      <p:grpSp>
        <p:nvGrpSpPr>
          <p:cNvPr id="121" name="成组"/>
          <p:cNvGrpSpPr/>
          <p:nvPr/>
        </p:nvGrpSpPr>
        <p:grpSpPr>
          <a:xfrm>
            <a:off x="9712482" y="303072"/>
            <a:ext cx="1931625" cy="306073"/>
            <a:chOff x="0" y="0"/>
            <a:chExt cx="1931624" cy="306072"/>
          </a:xfrm>
        </p:grpSpPr>
        <p:pic>
          <p:nvPicPr>
            <p:cNvPr id="118" name="图像" descr="图像"/>
            <p:cNvPicPr>
              <a:picLocks noChangeAspect="1"/>
            </p:cNvPicPr>
            <p:nvPr/>
          </p:nvPicPr>
          <p:blipFill>
            <a:blip r:embed="rId3"/>
            <a:stretch>
              <a:fillRect/>
            </a:stretch>
          </p:blipFill>
          <p:spPr>
            <a:xfrm>
              <a:off x="-1" y="0"/>
              <a:ext cx="945228" cy="306073"/>
            </a:xfrm>
            <a:prstGeom prst="rect">
              <a:avLst/>
            </a:prstGeom>
            <a:ln w="12700" cap="flat">
              <a:noFill/>
              <a:miter lim="400000"/>
              <a:headEnd/>
              <a:tailEnd/>
            </a:ln>
            <a:effectLst/>
          </p:spPr>
        </p:pic>
        <p:sp>
          <p:nvSpPr>
            <p:cNvPr id="119"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120" name="图像" descr="图像"/>
            <p:cNvPicPr>
              <a:picLocks noChangeAspect="1"/>
            </p:cNvPicPr>
            <p:nvPr/>
          </p:nvPicPr>
          <p:blipFill>
            <a:blip r:embed="rId4"/>
            <a:stretch>
              <a:fillRect/>
            </a:stretch>
          </p:blipFill>
          <p:spPr>
            <a:xfrm>
              <a:off x="1071002" y="42220"/>
              <a:ext cx="860622" cy="221632"/>
            </a:xfrm>
            <a:prstGeom prst="rect">
              <a:avLst/>
            </a:prstGeom>
            <a:ln w="12700" cap="flat">
              <a:noFill/>
              <a:miter lim="400000"/>
              <a:headEnd/>
              <a:tailEnd/>
            </a:ln>
            <a:effectLst/>
          </p:spPr>
        </p:pic>
      </p:grpSp>
      <p:sp>
        <p:nvSpPr>
          <p:cNvPr id="122"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123" name="图片占位符 2"/>
          <p:cNvSpPr>
            <a:spLocks noGrp="1"/>
          </p:cNvSpPr>
          <p:nvPr>
            <p:ph type="pic" sz="half" idx="21"/>
          </p:nvPr>
        </p:nvSpPr>
        <p:spPr>
          <a:xfrm>
            <a:off x="5183187" y="987425"/>
            <a:ext cx="6172202" cy="4873625"/>
          </a:xfrm>
          <a:prstGeom prst="rect">
            <a:avLst/>
          </a:prstGeom>
        </p:spPr>
        <p:txBody>
          <a:bodyPr lIns="91439" tIns="45719" rIns="91439" bIns="45719">
            <a:noAutofit/>
          </a:bodyPr>
          <a:lstStyle/>
          <a:p>
            <a:endParaRPr/>
          </a:p>
        </p:txBody>
      </p:sp>
      <p:sp>
        <p:nvSpPr>
          <p:cNvPr id="124" name="正文级别 1…"/>
          <p:cNvSpPr txBox="1">
            <a:spLocks noGrp="1"/>
          </p:cNvSpPr>
          <p:nvPr>
            <p:ph type="body" sz="quarter" idx="1" hasCustomPrompt="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正文级别 1</a:t>
            </a:r>
          </a:p>
          <a:p>
            <a:pPr lvl="1"/>
            <a:r>
              <a:t>正文级别 2</a:t>
            </a:r>
          </a:p>
          <a:p>
            <a:pPr lvl="2"/>
            <a:r>
              <a:t>正文级别 3</a:t>
            </a:r>
          </a:p>
          <a:p>
            <a:pPr lvl="3"/>
            <a:r>
              <a:t>正文级别 4</a:t>
            </a:r>
          </a:p>
          <a:p>
            <a:pPr lvl="4"/>
            <a:r>
              <a:t>正文级别 5</a:t>
            </a:r>
          </a:p>
        </p:txBody>
      </p:sp>
      <p:sp>
        <p:nvSpPr>
          <p:cNvPr id="12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标题幻灯片">
    <p:spTree>
      <p:nvGrpSpPr>
        <p:cNvPr id="1" name=""/>
        <p:cNvGrpSpPr/>
        <p:nvPr/>
      </p:nvGrpSpPr>
      <p:grpSpPr>
        <a:xfrm>
          <a:off x="0" y="0"/>
          <a:ext cx="0" cy="0"/>
          <a:chOff x="0" y="0"/>
          <a:chExt cx="0" cy="0"/>
        </a:xfrm>
      </p:grpSpPr>
      <p:sp>
        <p:nvSpPr>
          <p:cNvPr id="132" name="标题文本"/>
          <p:cNvSpPr txBox="1">
            <a:spLocks noGrp="1"/>
          </p:cNvSpPr>
          <p:nvPr>
            <p:ph type="title" hasCustomPrompt="1"/>
          </p:nvPr>
        </p:nvSpPr>
        <p:spPr>
          <a:xfrm>
            <a:off x="1524000" y="1122362"/>
            <a:ext cx="9144000" cy="2387601"/>
          </a:xfrm>
          <a:prstGeom prst="rect">
            <a:avLst/>
          </a:prstGeom>
        </p:spPr>
        <p:txBody>
          <a:bodyPr anchor="b"/>
          <a:lstStyle>
            <a:lvl1pPr algn="ctr">
              <a:defRPr sz="6000"/>
            </a:lvl1pPr>
          </a:lstStyle>
          <a:p>
            <a:r>
              <a:t>标题文本</a:t>
            </a:r>
          </a:p>
        </p:txBody>
      </p:sp>
      <p:sp>
        <p:nvSpPr>
          <p:cNvPr id="133" name="正文级别 1…"/>
          <p:cNvSpPr txBox="1">
            <a:spLocks noGrp="1"/>
          </p:cNvSpPr>
          <p:nvPr>
            <p:ph type="body" sz="quarter"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r>
              <a:t>正文级别 2</a:t>
            </a:r>
          </a:p>
          <a:p>
            <a:pPr lvl="2"/>
            <a:r>
              <a:t>正文级别 3</a:t>
            </a:r>
          </a:p>
          <a:p>
            <a:pPr lvl="3"/>
            <a:r>
              <a:t>正文级别 4</a:t>
            </a:r>
          </a:p>
          <a:p>
            <a:pPr lvl="4"/>
            <a:r>
              <a:t>正文级别 5</a:t>
            </a:r>
          </a:p>
        </p:txBody>
      </p:sp>
      <p:sp>
        <p:nvSpPr>
          <p:cNvPr id="13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cSld name="标题和内容">
    <p:spTree>
      <p:nvGrpSpPr>
        <p:cNvPr id="1" name=""/>
        <p:cNvGrpSpPr/>
        <p:nvPr/>
      </p:nvGrpSpPr>
      <p:grpSpPr>
        <a:xfrm>
          <a:off x="0" y="0"/>
          <a:ext cx="0" cy="0"/>
          <a:chOff x="0" y="0"/>
          <a:chExt cx="0" cy="0"/>
        </a:xfrm>
      </p:grpSpPr>
      <p:sp>
        <p:nvSpPr>
          <p:cNvPr id="141" name="标题文本"/>
          <p:cNvSpPr txBox="1">
            <a:spLocks noGrp="1"/>
          </p:cNvSpPr>
          <p:nvPr>
            <p:ph type="title" hasCustomPrompt="1"/>
          </p:nvPr>
        </p:nvSpPr>
        <p:spPr>
          <a:prstGeom prst="rect">
            <a:avLst/>
          </a:prstGeom>
        </p:spPr>
        <p:txBody>
          <a:bodyPr/>
          <a:lstStyle/>
          <a:p>
            <a:r>
              <a:t>标题文本</a:t>
            </a:r>
          </a:p>
        </p:txBody>
      </p:sp>
      <p:sp>
        <p:nvSpPr>
          <p:cNvPr id="142" name="正文级别 1…"/>
          <p:cNvSpPr txBox="1">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4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节标题">
    <p:spTree>
      <p:nvGrpSpPr>
        <p:cNvPr id="1" name=""/>
        <p:cNvGrpSpPr/>
        <p:nvPr/>
      </p:nvGrpSpPr>
      <p:grpSpPr>
        <a:xfrm>
          <a:off x="0" y="0"/>
          <a:ext cx="0" cy="0"/>
          <a:chOff x="0" y="0"/>
          <a:chExt cx="0" cy="0"/>
        </a:xfrm>
      </p:grpSpPr>
      <p:sp>
        <p:nvSpPr>
          <p:cNvPr id="150" name="标题文本"/>
          <p:cNvSpPr txBox="1">
            <a:spLocks noGrp="1"/>
          </p:cNvSpPr>
          <p:nvPr>
            <p:ph type="title" hasCustomPrompt="1"/>
          </p:nvPr>
        </p:nvSpPr>
        <p:spPr>
          <a:xfrm>
            <a:off x="831850" y="1709738"/>
            <a:ext cx="10515600" cy="2852737"/>
          </a:xfrm>
          <a:prstGeom prst="rect">
            <a:avLst/>
          </a:prstGeom>
        </p:spPr>
        <p:txBody>
          <a:bodyPr anchor="b"/>
          <a:lstStyle>
            <a:lvl1pPr>
              <a:defRPr sz="6000"/>
            </a:lvl1pPr>
          </a:lstStyle>
          <a:p>
            <a:r>
              <a:t>标题文本</a:t>
            </a:r>
          </a:p>
        </p:txBody>
      </p:sp>
      <p:sp>
        <p:nvSpPr>
          <p:cNvPr id="151" name="正文级别 1…"/>
          <p:cNvSpPr txBox="1">
            <a:spLocks noGrp="1"/>
          </p:cNvSpPr>
          <p:nvPr>
            <p:ph type="body" sz="quarter" idx="1" hasCustomPrompt="1"/>
          </p:nvPr>
        </p:nvSpPr>
        <p:spPr>
          <a:xfrm>
            <a:off x="831850" y="4589462"/>
            <a:ext cx="10515600" cy="1500189"/>
          </a:xfrm>
          <a:prstGeom prst="rect">
            <a:avLst/>
          </a:prstGeom>
        </p:spPr>
        <p:txBody>
          <a:bodyPr/>
          <a:lstStyle>
            <a:lvl1pPr marL="0" indent="0">
              <a:buSzTx/>
              <a:buFontTx/>
              <a:buNone/>
              <a:defRPr sz="2400">
                <a:solidFill>
                  <a:srgbClr val="888888"/>
                </a:solidFill>
              </a:defRPr>
            </a:lvl1pPr>
            <a:lvl2pPr marL="0" indent="0">
              <a:buSzTx/>
              <a:buFontTx/>
              <a:buNone/>
              <a:defRPr sz="2400">
                <a:solidFill>
                  <a:srgbClr val="888888"/>
                </a:solidFill>
              </a:defRPr>
            </a:lvl2pPr>
            <a:lvl3pPr marL="0" indent="0">
              <a:buSzTx/>
              <a:buFontTx/>
              <a:buNone/>
              <a:defRPr sz="2400">
                <a:solidFill>
                  <a:srgbClr val="888888"/>
                </a:solidFill>
              </a:defRPr>
            </a:lvl3pPr>
            <a:lvl4pPr marL="0" indent="0">
              <a:buSzTx/>
              <a:buFontTx/>
              <a:buNone/>
              <a:defRPr sz="2400">
                <a:solidFill>
                  <a:srgbClr val="888888"/>
                </a:solidFill>
              </a:defRPr>
            </a:lvl4pPr>
            <a:lvl5pPr marL="0" indent="0">
              <a:buSzTx/>
              <a:buFontTx/>
              <a:buNone/>
              <a:defRPr sz="2400">
                <a:solidFill>
                  <a:srgbClr val="888888"/>
                </a:solidFill>
              </a:defRPr>
            </a:lvl5pPr>
          </a:lstStyle>
          <a:p>
            <a:r>
              <a:t>正文级别 1</a:t>
            </a:r>
          </a:p>
          <a:p>
            <a:pPr lvl="1"/>
            <a:r>
              <a:t>正文级别 2</a:t>
            </a:r>
          </a:p>
          <a:p>
            <a:pPr lvl="2"/>
            <a:r>
              <a:t>正文级别 3</a:t>
            </a:r>
          </a:p>
          <a:p>
            <a:pPr lvl="3"/>
            <a:r>
              <a:t>正文级别 4</a:t>
            </a:r>
          </a:p>
          <a:p>
            <a:pPr lvl="4"/>
            <a:r>
              <a:t>正文级别 5</a:t>
            </a:r>
          </a:p>
        </p:txBody>
      </p:sp>
      <p:sp>
        <p:nvSpPr>
          <p:cNvPr id="152"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x">
  <p:cSld name="两栏内容">
    <p:spTree>
      <p:nvGrpSpPr>
        <p:cNvPr id="1" name=""/>
        <p:cNvGrpSpPr/>
        <p:nvPr/>
      </p:nvGrpSpPr>
      <p:grpSpPr>
        <a:xfrm>
          <a:off x="0" y="0"/>
          <a:ext cx="0" cy="0"/>
          <a:chOff x="0" y="0"/>
          <a:chExt cx="0" cy="0"/>
        </a:xfrm>
      </p:grpSpPr>
      <p:sp>
        <p:nvSpPr>
          <p:cNvPr id="159" name="标题文本"/>
          <p:cNvSpPr txBox="1">
            <a:spLocks noGrp="1"/>
          </p:cNvSpPr>
          <p:nvPr>
            <p:ph type="title" hasCustomPrompt="1"/>
          </p:nvPr>
        </p:nvSpPr>
        <p:spPr>
          <a:prstGeom prst="rect">
            <a:avLst/>
          </a:prstGeom>
        </p:spPr>
        <p:txBody>
          <a:bodyPr/>
          <a:lstStyle/>
          <a:p>
            <a:r>
              <a:t>标题文本</a:t>
            </a:r>
          </a:p>
        </p:txBody>
      </p:sp>
      <p:sp>
        <p:nvSpPr>
          <p:cNvPr id="160" name="正文级别 1…"/>
          <p:cNvSpPr txBox="1">
            <a:spLocks noGrp="1"/>
          </p:cNvSpPr>
          <p:nvPr>
            <p:ph type="body" sz="half" idx="1" hasCustomPrompt="1"/>
          </p:nvPr>
        </p:nvSpPr>
        <p:spPr>
          <a:xfrm>
            <a:off x="838200" y="1825625"/>
            <a:ext cx="5181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6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cSld name="比较">
    <p:spTree>
      <p:nvGrpSpPr>
        <p:cNvPr id="1" name=""/>
        <p:cNvGrpSpPr/>
        <p:nvPr/>
      </p:nvGrpSpPr>
      <p:grpSpPr>
        <a:xfrm>
          <a:off x="0" y="0"/>
          <a:ext cx="0" cy="0"/>
          <a:chOff x="0" y="0"/>
          <a:chExt cx="0" cy="0"/>
        </a:xfrm>
      </p:grpSpPr>
      <p:sp>
        <p:nvSpPr>
          <p:cNvPr id="168" name="标题文本"/>
          <p:cNvSpPr txBox="1">
            <a:spLocks noGrp="1"/>
          </p:cNvSpPr>
          <p:nvPr>
            <p:ph type="title" hasCustomPrompt="1"/>
          </p:nvPr>
        </p:nvSpPr>
        <p:spPr>
          <a:xfrm>
            <a:off x="839787" y="365125"/>
            <a:ext cx="10515601" cy="1325563"/>
          </a:xfrm>
          <a:prstGeom prst="rect">
            <a:avLst/>
          </a:prstGeom>
        </p:spPr>
        <p:txBody>
          <a:bodyPr/>
          <a:lstStyle/>
          <a:p>
            <a:r>
              <a:t>标题文本</a:t>
            </a:r>
          </a:p>
        </p:txBody>
      </p:sp>
      <p:sp>
        <p:nvSpPr>
          <p:cNvPr id="169" name="正文级别 1…"/>
          <p:cNvSpPr txBox="1">
            <a:spLocks noGrp="1"/>
          </p:cNvSpPr>
          <p:nvPr>
            <p:ph type="body" sz="quarter" idx="1" hasCustomPrompt="1"/>
          </p:nvPr>
        </p:nvSpPr>
        <p:spPr>
          <a:xfrm>
            <a:off x="839787" y="1681163"/>
            <a:ext cx="5157790" cy="823914"/>
          </a:xfrm>
          <a:prstGeom prst="rect">
            <a:avLst/>
          </a:prstGeom>
        </p:spPr>
        <p:txBody>
          <a:bodyPr anchor="b"/>
          <a:lstStyle>
            <a:lvl1pPr marL="0" indent="0">
              <a:buSzTx/>
              <a:buFontTx/>
              <a:buNone/>
              <a:defRPr sz="2400" b="1"/>
            </a:lvl1pPr>
            <a:lvl2pPr marL="0" indent="0">
              <a:buSzTx/>
              <a:buFontTx/>
              <a:buNone/>
              <a:defRPr sz="2400" b="1"/>
            </a:lvl2pPr>
            <a:lvl3pPr marL="0" indent="0">
              <a:buSzTx/>
              <a:buFontTx/>
              <a:buNone/>
              <a:defRPr sz="2400" b="1"/>
            </a:lvl3pPr>
            <a:lvl4pPr marL="0" indent="0">
              <a:buSzTx/>
              <a:buFontTx/>
              <a:buNone/>
              <a:defRPr sz="2400" b="1"/>
            </a:lvl4pPr>
            <a:lvl5pPr marL="0" indent="0">
              <a:buSzTx/>
              <a:buFontTx/>
              <a:buNone/>
              <a:defRPr sz="2400" b="1"/>
            </a:lvl5pPr>
          </a:lstStyle>
          <a:p>
            <a:r>
              <a:t>正文级别 1</a:t>
            </a:r>
          </a:p>
          <a:p>
            <a:pPr lvl="1"/>
            <a:r>
              <a:t>正文级别 2</a:t>
            </a:r>
          </a:p>
          <a:p>
            <a:pPr lvl="2"/>
            <a:r>
              <a:t>正文级别 3</a:t>
            </a:r>
          </a:p>
          <a:p>
            <a:pPr lvl="3"/>
            <a:r>
              <a:t>正文级别 4</a:t>
            </a:r>
          </a:p>
          <a:p>
            <a:pPr lvl="4"/>
            <a:r>
              <a:t>正文级别 5</a:t>
            </a:r>
          </a:p>
        </p:txBody>
      </p:sp>
      <p:sp>
        <p:nvSpPr>
          <p:cNvPr id="170" name="文本占位符 4"/>
          <p:cNvSpPr>
            <a:spLocks noGrp="1"/>
          </p:cNvSpPr>
          <p:nvPr>
            <p:ph type="body" sz="quarter" idx="21"/>
          </p:nvPr>
        </p:nvSpPr>
        <p:spPr>
          <a:xfrm>
            <a:off x="6172200" y="1681163"/>
            <a:ext cx="5183188" cy="823914"/>
          </a:xfrm>
          <a:prstGeom prst="rect">
            <a:avLst/>
          </a:prstGeom>
        </p:spPr>
        <p:txBody>
          <a:bodyPr anchor="b"/>
          <a:lstStyle/>
          <a:p>
            <a:endParaRPr/>
          </a:p>
        </p:txBody>
      </p:sp>
      <p:sp>
        <p:nvSpPr>
          <p:cNvPr id="17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
  <p:cSld name="仅标题">
    <p:spTree>
      <p:nvGrpSpPr>
        <p:cNvPr id="1" name=""/>
        <p:cNvGrpSpPr/>
        <p:nvPr/>
      </p:nvGrpSpPr>
      <p:grpSpPr>
        <a:xfrm>
          <a:off x="0" y="0"/>
          <a:ext cx="0" cy="0"/>
          <a:chOff x="0" y="0"/>
          <a:chExt cx="0" cy="0"/>
        </a:xfrm>
      </p:grpSpPr>
      <p:sp>
        <p:nvSpPr>
          <p:cNvPr id="178" name="标题文本"/>
          <p:cNvSpPr txBox="1">
            <a:spLocks noGrp="1"/>
          </p:cNvSpPr>
          <p:nvPr>
            <p:ph type="title" hasCustomPrompt="1"/>
          </p:nvPr>
        </p:nvSpPr>
        <p:spPr>
          <a:prstGeom prst="rect">
            <a:avLst/>
          </a:prstGeom>
        </p:spPr>
        <p:txBody>
          <a:bodyPr/>
          <a:lstStyle/>
          <a:p>
            <a:r>
              <a:t>标题文本</a:t>
            </a:r>
          </a:p>
        </p:txBody>
      </p:sp>
      <p:sp>
        <p:nvSpPr>
          <p:cNvPr id="179"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x">
  <p:cSld name="空白">
    <p:spTree>
      <p:nvGrpSpPr>
        <p:cNvPr id="1" name=""/>
        <p:cNvGrpSpPr/>
        <p:nvPr/>
      </p:nvGrpSpPr>
      <p:grpSpPr>
        <a:xfrm>
          <a:off x="0" y="0"/>
          <a:ext cx="0" cy="0"/>
          <a:chOff x="0" y="0"/>
          <a:chExt cx="0" cy="0"/>
        </a:xfrm>
      </p:grpSpPr>
      <p:sp>
        <p:nvSpPr>
          <p:cNvPr id="18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x">
  <p:cSld name="内容与标题">
    <p:spTree>
      <p:nvGrpSpPr>
        <p:cNvPr id="1" name=""/>
        <p:cNvGrpSpPr/>
        <p:nvPr/>
      </p:nvGrpSpPr>
      <p:grpSpPr>
        <a:xfrm>
          <a:off x="0" y="0"/>
          <a:ext cx="0" cy="0"/>
          <a:chOff x="0" y="0"/>
          <a:chExt cx="0" cy="0"/>
        </a:xfrm>
      </p:grpSpPr>
      <p:sp>
        <p:nvSpPr>
          <p:cNvPr id="193"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194" name="正文级别 1…"/>
          <p:cNvSpPr txBox="1">
            <a:spLocks noGrp="1"/>
          </p:cNvSpPr>
          <p:nvPr>
            <p:ph type="body" sz="half" idx="1" hasCustomPrompt="1"/>
          </p:nvPr>
        </p:nvSpPr>
        <p:spPr>
          <a:xfrm>
            <a:off x="5183187" y="987425"/>
            <a:ext cx="6172202"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r>
              <a:t>正文级别 1</a:t>
            </a:r>
          </a:p>
          <a:p>
            <a:pPr lvl="1"/>
            <a:r>
              <a:t>正文级别 2</a:t>
            </a:r>
          </a:p>
          <a:p>
            <a:pPr lvl="2"/>
            <a:r>
              <a:t>正文级别 3</a:t>
            </a:r>
          </a:p>
          <a:p>
            <a:pPr lvl="3"/>
            <a:r>
              <a:t>正文级别 4</a:t>
            </a:r>
          </a:p>
          <a:p>
            <a:pPr lvl="4"/>
            <a:r>
              <a:t>正文级别 5</a:t>
            </a:r>
          </a:p>
        </p:txBody>
      </p:sp>
      <p:sp>
        <p:nvSpPr>
          <p:cNvPr id="195" name="文本占位符 3"/>
          <p:cNvSpPr>
            <a:spLocks noGrp="1"/>
          </p:cNvSpPr>
          <p:nvPr>
            <p:ph type="body" sz="quarter" idx="21"/>
          </p:nvPr>
        </p:nvSpPr>
        <p:spPr>
          <a:xfrm>
            <a:off x="839786" y="2057400"/>
            <a:ext cx="3932241" cy="3811588"/>
          </a:xfrm>
          <a:prstGeom prst="rect">
            <a:avLst/>
          </a:prstGeom>
        </p:spPr>
        <p:txBody>
          <a:bodyPr/>
          <a:lstStyle/>
          <a:p>
            <a:endParaRPr/>
          </a:p>
        </p:txBody>
      </p:sp>
      <p:sp>
        <p:nvSpPr>
          <p:cNvPr id="19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x">
  <p:cSld name="图片与标题">
    <p:spTree>
      <p:nvGrpSpPr>
        <p:cNvPr id="1" name=""/>
        <p:cNvGrpSpPr/>
        <p:nvPr/>
      </p:nvGrpSpPr>
      <p:grpSpPr>
        <a:xfrm>
          <a:off x="0" y="0"/>
          <a:ext cx="0" cy="0"/>
          <a:chOff x="0" y="0"/>
          <a:chExt cx="0" cy="0"/>
        </a:xfrm>
      </p:grpSpPr>
      <p:sp>
        <p:nvSpPr>
          <p:cNvPr id="203" name="标题文本"/>
          <p:cNvSpPr txBox="1">
            <a:spLocks noGrp="1"/>
          </p:cNvSpPr>
          <p:nvPr>
            <p:ph type="title" hasCustomPrompt="1"/>
          </p:nvPr>
        </p:nvSpPr>
        <p:spPr>
          <a:xfrm>
            <a:off x="839787" y="457200"/>
            <a:ext cx="3932240" cy="1600200"/>
          </a:xfrm>
          <a:prstGeom prst="rect">
            <a:avLst/>
          </a:prstGeom>
        </p:spPr>
        <p:txBody>
          <a:bodyPr anchor="b"/>
          <a:lstStyle>
            <a:lvl1pPr>
              <a:defRPr sz="3200"/>
            </a:lvl1pPr>
          </a:lstStyle>
          <a:p>
            <a:r>
              <a:t>标题文本</a:t>
            </a:r>
          </a:p>
        </p:txBody>
      </p:sp>
      <p:sp>
        <p:nvSpPr>
          <p:cNvPr id="204" name="图片占位符 2"/>
          <p:cNvSpPr>
            <a:spLocks noGrp="1"/>
          </p:cNvSpPr>
          <p:nvPr>
            <p:ph type="pic" sz="half" idx="21"/>
          </p:nvPr>
        </p:nvSpPr>
        <p:spPr>
          <a:xfrm>
            <a:off x="5183187" y="987425"/>
            <a:ext cx="6172202" cy="4873625"/>
          </a:xfrm>
          <a:prstGeom prst="rect">
            <a:avLst/>
          </a:prstGeom>
        </p:spPr>
        <p:txBody>
          <a:bodyPr lIns="91439" tIns="45719" rIns="91439" bIns="45719">
            <a:noAutofit/>
          </a:bodyPr>
          <a:lstStyle/>
          <a:p>
            <a:endParaRPr/>
          </a:p>
        </p:txBody>
      </p:sp>
      <p:sp>
        <p:nvSpPr>
          <p:cNvPr id="205" name="正文级别 1…"/>
          <p:cNvSpPr txBox="1">
            <a:spLocks noGrp="1"/>
          </p:cNvSpPr>
          <p:nvPr>
            <p:ph type="body" sz="quarter" idx="1" hasCustomPrompt="1"/>
          </p:nvPr>
        </p:nvSpPr>
        <p:spPr>
          <a:xfrm>
            <a:off x="839787" y="2057400"/>
            <a:ext cx="3932240" cy="3811588"/>
          </a:xfrm>
          <a:prstGeom prst="rect">
            <a:avLst/>
          </a:prstGeom>
        </p:spPr>
        <p:txBody>
          <a:bodyPr/>
          <a:lstStyle>
            <a:lvl1pPr marL="0" indent="0">
              <a:buSzTx/>
              <a:buFontTx/>
              <a:buNone/>
              <a:defRPr sz="1600"/>
            </a:lvl1pPr>
            <a:lvl2pPr marL="0" indent="0">
              <a:buSzTx/>
              <a:buFontTx/>
              <a:buNone/>
              <a:defRPr sz="1600"/>
            </a:lvl2pPr>
            <a:lvl3pPr marL="0" indent="0">
              <a:buSzTx/>
              <a:buFontTx/>
              <a:buNone/>
              <a:defRPr sz="1600"/>
            </a:lvl3pPr>
            <a:lvl4pPr marL="0" indent="0">
              <a:buSzTx/>
              <a:buFontTx/>
              <a:buNone/>
              <a:defRPr sz="1600"/>
            </a:lvl4pPr>
            <a:lvl5pPr marL="0" indent="0">
              <a:buSzTx/>
              <a:buFontTx/>
              <a:buNone/>
              <a:defRPr sz="1600"/>
            </a:lvl5pPr>
          </a:lstStyle>
          <a:p>
            <a:r>
              <a:t>正文级别 1</a:t>
            </a:r>
          </a:p>
          <a:p>
            <a:pPr lvl="1"/>
            <a:r>
              <a:t>正文级别 2</a:t>
            </a:r>
          </a:p>
          <a:p>
            <a:pPr lvl="2"/>
            <a:r>
              <a:t>正文级别 3</a:t>
            </a:r>
          </a:p>
          <a:p>
            <a:pPr lvl="3"/>
            <a:r>
              <a:t>正文级别 4</a:t>
            </a:r>
          </a:p>
          <a:p>
            <a:pPr lvl="4"/>
            <a:r>
              <a:t>正文级别 5</a:t>
            </a:r>
          </a:p>
        </p:txBody>
      </p:sp>
      <p:sp>
        <p:nvSpPr>
          <p:cNvPr id="206"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image" Target="../media/image2.png"/><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image" Target="../media/image1.png"/><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theme" Target="../theme/theme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成组"/>
          <p:cNvGrpSpPr/>
          <p:nvPr/>
        </p:nvGrpSpPr>
        <p:grpSpPr>
          <a:xfrm>
            <a:off x="9712482" y="303072"/>
            <a:ext cx="1931625" cy="306073"/>
            <a:chOff x="0" y="0"/>
            <a:chExt cx="1931624" cy="306072"/>
          </a:xfrm>
        </p:grpSpPr>
        <p:pic>
          <p:nvPicPr>
            <p:cNvPr id="3" name="图像" descr="图像"/>
            <p:cNvPicPr>
              <a:picLocks noChangeAspect="1"/>
            </p:cNvPicPr>
            <p:nvPr/>
          </p:nvPicPr>
          <p:blipFill>
            <a:blip r:embed="rId21"/>
            <a:stretch>
              <a:fillRect/>
            </a:stretch>
          </p:blipFill>
          <p:spPr>
            <a:xfrm>
              <a:off x="-1" y="0"/>
              <a:ext cx="945228" cy="306073"/>
            </a:xfrm>
            <a:prstGeom prst="rect">
              <a:avLst/>
            </a:prstGeom>
            <a:ln w="12700" cap="flat">
              <a:noFill/>
              <a:miter lim="400000"/>
              <a:headEnd/>
              <a:tailEnd/>
            </a:ln>
            <a:effectLst/>
          </p:spPr>
        </p:pic>
        <p:sp>
          <p:nvSpPr>
            <p:cNvPr id="4"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5" name="图像" descr="图像"/>
            <p:cNvPicPr>
              <a:picLocks noChangeAspect="1"/>
            </p:cNvPicPr>
            <p:nvPr/>
          </p:nvPicPr>
          <p:blipFill>
            <a:blip r:embed="rId22"/>
            <a:stretch>
              <a:fillRect/>
            </a:stretch>
          </p:blipFill>
          <p:spPr>
            <a:xfrm>
              <a:off x="1071002" y="42220"/>
              <a:ext cx="860622" cy="221632"/>
            </a:xfrm>
            <a:prstGeom prst="rect">
              <a:avLst/>
            </a:prstGeom>
            <a:ln w="12700" cap="flat">
              <a:noFill/>
              <a:miter lim="400000"/>
              <a:headEnd/>
              <a:tailEnd/>
            </a:ln>
            <a:effectLst/>
          </p:spPr>
        </p:pic>
      </p:grpSp>
      <p:sp>
        <p:nvSpPr>
          <p:cNvPr id="7" name="标题文本"/>
          <p:cNvSpPr txBox="1">
            <a:spLocks noGrp="1"/>
          </p:cNvSpPr>
          <p:nvPr>
            <p:ph type="title"/>
          </p:nvPr>
        </p:nvSpPr>
        <p:spPr>
          <a:xfrm>
            <a:off x="838200" y="365125"/>
            <a:ext cx="10515600" cy="1325563"/>
          </a:xfrm>
          <a:prstGeom prst="rect">
            <a:avLst/>
          </a:prstGeom>
          <a:ln w="12700">
            <a:miter lim="400000"/>
          </a:ln>
        </p:spPr>
        <p:txBody>
          <a:bodyPr lIns="45718" tIns="45718" rIns="45718" bIns="45718" anchor="ctr">
            <a:normAutofit/>
          </a:bodyPr>
          <a:lstStyle/>
          <a:p>
            <a:r>
              <a:t>标题文本</a:t>
            </a:r>
          </a:p>
        </p:txBody>
      </p:sp>
      <p:sp>
        <p:nvSpPr>
          <p:cNvPr id="8" name="正文级别 1…"/>
          <p:cNvSpPr txBox="1">
            <a:spLocks noGrp="1"/>
          </p:cNvSpPr>
          <p:nvPr>
            <p:ph type="body" idx="1"/>
          </p:nvPr>
        </p:nvSpPr>
        <p:spPr>
          <a:xfrm>
            <a:off x="838200" y="1825625"/>
            <a:ext cx="10515600" cy="4351338"/>
          </a:xfrm>
          <a:prstGeom prst="rect">
            <a:avLst/>
          </a:prstGeom>
          <a:ln w="12700">
            <a:miter lim="400000"/>
          </a:ln>
        </p:spPr>
        <p:txBody>
          <a:bodyPr lIns="45718" tIns="45718" rIns="45718" bIns="45718">
            <a:normAutofit/>
          </a:bodyPr>
          <a:lstStyle/>
          <a:p>
            <a:r>
              <a:t>正文级别 1</a:t>
            </a:r>
          </a:p>
          <a:p>
            <a:pPr lvl="1"/>
            <a:r>
              <a:t>正文级别 2</a:t>
            </a:r>
          </a:p>
          <a:p>
            <a:pPr lvl="2"/>
            <a:r>
              <a:t>正文级别 3</a:t>
            </a:r>
          </a:p>
          <a:p>
            <a:pPr lvl="3"/>
            <a:r>
              <a:t>正文级别 4</a:t>
            </a:r>
          </a:p>
          <a:p>
            <a:pPr lvl="4"/>
            <a:r>
              <a:t>正文级别 5</a:t>
            </a:r>
          </a:p>
        </p:txBody>
      </p:sp>
      <p:sp>
        <p:nvSpPr>
          <p:cNvPr id="9" name="幻灯片编号"/>
          <p:cNvSpPr txBox="1">
            <a:spLocks noGrp="1"/>
          </p:cNvSpPr>
          <p:nvPr>
            <p:ph type="sldNum" sz="quarter" idx="2"/>
          </p:nvPr>
        </p:nvSpPr>
        <p:spPr>
          <a:xfrm>
            <a:off x="11080147" y="6404293"/>
            <a:ext cx="273654" cy="269239"/>
          </a:xfrm>
          <a:prstGeom prst="rect">
            <a:avLst/>
          </a:prstGeom>
          <a:ln w="12700">
            <a:miter lim="400000"/>
          </a:ln>
        </p:spPr>
        <p:txBody>
          <a:bodyPr wrap="none" lIns="45718" tIns="45718" rIns="45718" bIns="45718" anchor="ctr">
            <a:spAutoFit/>
          </a:bodyPr>
          <a:lstStyle>
            <a:lvl1pPr algn="r">
              <a:defRPr sz="1200">
                <a:solidFill>
                  <a:srgbClr val="888888"/>
                </a:solidFill>
                <a:latin typeface="+mj-lt"/>
                <a:ea typeface="+mj-ea"/>
                <a:cs typeface="+mj-cs"/>
                <a:sym typeface="等线" panose="02010600030101010101" charset="-122"/>
              </a:defRPr>
            </a:lvl1pPr>
          </a:lstStyle>
          <a:p>
            <a:fld id="{86CB4B4D-7CA3-9044-876B-883B54F8677D}" type="slidenum">
              <a:rPr/>
              <a:t>‹#›</a:t>
            </a:fld>
            <a:endParaRPr/>
          </a:p>
        </p:txBody>
      </p:sp>
      <p:sp>
        <p:nvSpPr>
          <p:cNvPr id="10" name="矩形 9"/>
          <p:cNvSpPr/>
          <p:nvPr userDrawn="1"/>
        </p:nvSpPr>
        <p:spPr>
          <a:xfrm>
            <a:off x="-635" y="6782435"/>
            <a:ext cx="12193270" cy="76200"/>
          </a:xfrm>
          <a:prstGeom prst="rect">
            <a:avLst/>
          </a:prstGeom>
          <a:gradFill>
            <a:gsLst>
              <a:gs pos="100000">
                <a:srgbClr val="53C800"/>
              </a:gs>
              <a:gs pos="29000">
                <a:srgbClr val="006CD9"/>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ransition spd="med"/>
  <p:txStyles>
    <p:titleStyle>
      <a:lvl1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1pPr>
      <a:lvl2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1pPr>
      <a:lvl2pPr marL="723900" marR="0" indent="-2667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2pPr>
      <a:lvl3pPr marL="1234440" marR="0" indent="-32004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3pPr>
      <a:lvl4pPr marL="17272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4pPr>
      <a:lvl5pPr marL="21844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5pPr>
      <a:lvl6pPr marL="26416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6pPr>
      <a:lvl7pPr marL="30988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7pPr>
      <a:lvl8pPr marL="35560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8pPr>
      <a:lvl9pPr marL="40132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9pPr>
    </p:bodyStyle>
    <p:otherStyle>
      <a:lvl1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1pPr>
      <a:lvl2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2pPr>
      <a:lvl3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3pPr>
      <a:lvl4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4pPr>
      <a:lvl5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5pPr>
      <a:lvl6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6pPr>
      <a:lvl7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7pPr>
      <a:lvl8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8pPr>
      <a:lvl9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成组"/>
          <p:cNvGrpSpPr/>
          <p:nvPr/>
        </p:nvGrpSpPr>
        <p:grpSpPr>
          <a:xfrm>
            <a:off x="9712482" y="303072"/>
            <a:ext cx="1931625" cy="306073"/>
            <a:chOff x="0" y="0"/>
            <a:chExt cx="1931624" cy="306072"/>
          </a:xfrm>
        </p:grpSpPr>
        <p:pic>
          <p:nvPicPr>
            <p:cNvPr id="3" name="图像" descr="图像"/>
            <p:cNvPicPr>
              <a:picLocks noChangeAspect="1"/>
            </p:cNvPicPr>
            <p:nvPr/>
          </p:nvPicPr>
          <p:blipFill>
            <a:blip r:embed="rId20"/>
            <a:stretch>
              <a:fillRect/>
            </a:stretch>
          </p:blipFill>
          <p:spPr>
            <a:xfrm>
              <a:off x="-1" y="0"/>
              <a:ext cx="945228" cy="306073"/>
            </a:xfrm>
            <a:prstGeom prst="rect">
              <a:avLst/>
            </a:prstGeom>
            <a:ln w="12700" cap="flat">
              <a:noFill/>
              <a:miter lim="400000"/>
              <a:headEnd/>
              <a:tailEnd/>
            </a:ln>
            <a:effectLst/>
          </p:spPr>
        </p:pic>
        <p:sp>
          <p:nvSpPr>
            <p:cNvPr id="4" name="线条"/>
            <p:cNvSpPr/>
            <p:nvPr/>
          </p:nvSpPr>
          <p:spPr>
            <a:xfrm flipV="1">
              <a:off x="1001764" y="65060"/>
              <a:ext cx="2" cy="175953"/>
            </a:xfrm>
            <a:prstGeom prst="line">
              <a:avLst/>
            </a:prstGeom>
            <a:noFill/>
            <a:ln w="6350" cap="flat">
              <a:solidFill>
                <a:srgbClr val="000000"/>
              </a:solidFill>
              <a:prstDash val="solid"/>
              <a:miter lim="800000"/>
            </a:ln>
            <a:effectLst/>
          </p:spPr>
          <p:txBody>
            <a:bodyPr wrap="square" lIns="45718" tIns="45718" rIns="45718" bIns="45718" numCol="1" anchor="t">
              <a:noAutofit/>
            </a:bodyPr>
            <a:lstStyle/>
            <a:p>
              <a:endParaRPr/>
            </a:p>
          </p:txBody>
        </p:sp>
        <p:pic>
          <p:nvPicPr>
            <p:cNvPr id="5" name="图像" descr="图像"/>
            <p:cNvPicPr>
              <a:picLocks noChangeAspect="1"/>
            </p:cNvPicPr>
            <p:nvPr/>
          </p:nvPicPr>
          <p:blipFill>
            <a:blip r:embed="rId21"/>
            <a:stretch>
              <a:fillRect/>
            </a:stretch>
          </p:blipFill>
          <p:spPr>
            <a:xfrm>
              <a:off x="1071002" y="42220"/>
              <a:ext cx="860622" cy="221632"/>
            </a:xfrm>
            <a:prstGeom prst="rect">
              <a:avLst/>
            </a:prstGeom>
            <a:ln w="12700" cap="flat">
              <a:noFill/>
              <a:miter lim="400000"/>
              <a:headEnd/>
              <a:tailEnd/>
            </a:ln>
            <a:effectLst/>
          </p:spPr>
        </p:pic>
      </p:grpSp>
      <p:sp>
        <p:nvSpPr>
          <p:cNvPr id="7" name="标题文本"/>
          <p:cNvSpPr txBox="1">
            <a:spLocks noGrp="1"/>
          </p:cNvSpPr>
          <p:nvPr>
            <p:ph type="title"/>
          </p:nvPr>
        </p:nvSpPr>
        <p:spPr>
          <a:xfrm>
            <a:off x="838200" y="365125"/>
            <a:ext cx="10515600" cy="1325563"/>
          </a:xfrm>
          <a:prstGeom prst="rect">
            <a:avLst/>
          </a:prstGeom>
          <a:ln w="12700">
            <a:miter lim="400000"/>
          </a:ln>
        </p:spPr>
        <p:txBody>
          <a:bodyPr lIns="45718" tIns="45718" rIns="45718" bIns="45718" anchor="ctr">
            <a:normAutofit/>
          </a:bodyPr>
          <a:lstStyle/>
          <a:p>
            <a:r>
              <a:t>标题文本</a:t>
            </a:r>
          </a:p>
        </p:txBody>
      </p:sp>
      <p:sp>
        <p:nvSpPr>
          <p:cNvPr id="8" name="正文级别 1…"/>
          <p:cNvSpPr txBox="1">
            <a:spLocks noGrp="1"/>
          </p:cNvSpPr>
          <p:nvPr>
            <p:ph type="body" idx="1"/>
          </p:nvPr>
        </p:nvSpPr>
        <p:spPr>
          <a:xfrm>
            <a:off x="838200" y="1825625"/>
            <a:ext cx="10515600" cy="4351338"/>
          </a:xfrm>
          <a:prstGeom prst="rect">
            <a:avLst/>
          </a:prstGeom>
          <a:ln w="12700">
            <a:miter lim="400000"/>
          </a:ln>
        </p:spPr>
        <p:txBody>
          <a:bodyPr lIns="45718" tIns="45718" rIns="45718" bIns="45718">
            <a:normAutofit/>
          </a:bodyPr>
          <a:lstStyle/>
          <a:p>
            <a:r>
              <a:t>正文级别 1</a:t>
            </a:r>
          </a:p>
          <a:p>
            <a:pPr lvl="1"/>
            <a:r>
              <a:t>正文级别 2</a:t>
            </a:r>
          </a:p>
          <a:p>
            <a:pPr lvl="2"/>
            <a:r>
              <a:t>正文级别 3</a:t>
            </a:r>
          </a:p>
          <a:p>
            <a:pPr lvl="3"/>
            <a:r>
              <a:t>正文级别 4</a:t>
            </a:r>
          </a:p>
          <a:p>
            <a:pPr lvl="4"/>
            <a:r>
              <a:t>正文级别 5</a:t>
            </a:r>
          </a:p>
        </p:txBody>
      </p:sp>
      <p:sp>
        <p:nvSpPr>
          <p:cNvPr id="9" name="幻灯片编号"/>
          <p:cNvSpPr txBox="1">
            <a:spLocks noGrp="1"/>
          </p:cNvSpPr>
          <p:nvPr>
            <p:ph type="sldNum" sz="quarter" idx="2"/>
          </p:nvPr>
        </p:nvSpPr>
        <p:spPr>
          <a:xfrm>
            <a:off x="11080147" y="6404293"/>
            <a:ext cx="273654" cy="269239"/>
          </a:xfrm>
          <a:prstGeom prst="rect">
            <a:avLst/>
          </a:prstGeom>
          <a:ln w="12700">
            <a:miter lim="400000"/>
          </a:ln>
        </p:spPr>
        <p:txBody>
          <a:bodyPr wrap="none" lIns="45718" tIns="45718" rIns="45718" bIns="45718" anchor="ctr">
            <a:spAutoFit/>
          </a:bodyPr>
          <a:lstStyle>
            <a:lvl1pPr algn="r">
              <a:defRPr sz="1200">
                <a:solidFill>
                  <a:srgbClr val="888888"/>
                </a:solidFill>
                <a:latin typeface="+mj-lt"/>
                <a:ea typeface="+mj-ea"/>
                <a:cs typeface="+mj-cs"/>
                <a:sym typeface="等线" panose="02010600030101010101" charset="-122"/>
              </a:defRPr>
            </a:lvl1pPr>
          </a:lstStyle>
          <a:p>
            <a:fld id="{86CB4B4D-7CA3-9044-876B-883B54F8677D}" type="slidenum">
              <a:rPr/>
              <a:t>‹#›</a:t>
            </a:fld>
            <a:endParaRPr/>
          </a:p>
        </p:txBody>
      </p:sp>
      <p:sp>
        <p:nvSpPr>
          <p:cNvPr id="10" name="矩形 9"/>
          <p:cNvSpPr/>
          <p:nvPr userDrawn="1"/>
        </p:nvSpPr>
        <p:spPr>
          <a:xfrm>
            <a:off x="-635" y="6782435"/>
            <a:ext cx="12193270" cy="76200"/>
          </a:xfrm>
          <a:prstGeom prst="rect">
            <a:avLst/>
          </a:prstGeom>
          <a:gradFill>
            <a:gsLst>
              <a:gs pos="100000">
                <a:srgbClr val="53C800"/>
              </a:gs>
              <a:gs pos="29000">
                <a:srgbClr val="006CD9"/>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等线" panose="02010600030101010101" charset="-122"/>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1pPr>
      <a:lvl2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2pPr>
      <a:lvl3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3pPr>
      <a:lvl4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4pPr>
      <a:lvl5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5pPr>
      <a:lvl6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6pPr>
      <a:lvl7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7pPr>
      <a:lvl8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8pPr>
      <a:lvl9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10" Type="http://schemas.openxmlformats.org/officeDocument/2006/relationships/image" Target="../media/image5.png"/><Relationship Id="rId4" Type="http://schemas.openxmlformats.org/officeDocument/2006/relationships/tags" Target="../tags/tag12.xml"/><Relationship Id="rId9" Type="http://schemas.openxmlformats.org/officeDocument/2006/relationships/image" Target="../media/image6.jpe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5.png"/><Relationship Id="rId5" Type="http://schemas.openxmlformats.org/officeDocument/2006/relationships/tags" Target="../tags/tag20.xml"/><Relationship Id="rId10" Type="http://schemas.openxmlformats.org/officeDocument/2006/relationships/image" Target="../media/image7.png"/><Relationship Id="rId4" Type="http://schemas.openxmlformats.org/officeDocument/2006/relationships/tags" Target="../tags/tag19.xml"/><Relationship Id="rId9"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3" Type="http://schemas.openxmlformats.org/officeDocument/2006/relationships/tags" Target="../tags/tag42.xml"/><Relationship Id="rId18" Type="http://schemas.openxmlformats.org/officeDocument/2006/relationships/tags" Target="../tags/tag47.xml"/><Relationship Id="rId26" Type="http://schemas.openxmlformats.org/officeDocument/2006/relationships/tags" Target="../tags/tag55.xml"/><Relationship Id="rId39" Type="http://schemas.openxmlformats.org/officeDocument/2006/relationships/tags" Target="../tags/tag68.xml"/><Relationship Id="rId21" Type="http://schemas.openxmlformats.org/officeDocument/2006/relationships/tags" Target="../tags/tag50.xml"/><Relationship Id="rId34" Type="http://schemas.openxmlformats.org/officeDocument/2006/relationships/tags" Target="../tags/tag63.xml"/><Relationship Id="rId42" Type="http://schemas.openxmlformats.org/officeDocument/2006/relationships/slideLayout" Target="../slideLayouts/slideLayout1.xml"/><Relationship Id="rId7" Type="http://schemas.openxmlformats.org/officeDocument/2006/relationships/tags" Target="../tags/tag36.xml"/><Relationship Id="rId2" Type="http://schemas.openxmlformats.org/officeDocument/2006/relationships/tags" Target="../tags/tag31.xml"/><Relationship Id="rId16" Type="http://schemas.openxmlformats.org/officeDocument/2006/relationships/tags" Target="../tags/tag45.xml"/><Relationship Id="rId20" Type="http://schemas.openxmlformats.org/officeDocument/2006/relationships/tags" Target="../tags/tag49.xml"/><Relationship Id="rId29" Type="http://schemas.openxmlformats.org/officeDocument/2006/relationships/tags" Target="../tags/tag58.xml"/><Relationship Id="rId41" Type="http://schemas.openxmlformats.org/officeDocument/2006/relationships/tags" Target="../tags/tag70.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24" Type="http://schemas.openxmlformats.org/officeDocument/2006/relationships/tags" Target="../tags/tag53.xml"/><Relationship Id="rId32" Type="http://schemas.openxmlformats.org/officeDocument/2006/relationships/tags" Target="../tags/tag61.xml"/><Relationship Id="rId37" Type="http://schemas.openxmlformats.org/officeDocument/2006/relationships/tags" Target="../tags/tag66.xml"/><Relationship Id="rId40" Type="http://schemas.openxmlformats.org/officeDocument/2006/relationships/tags" Target="../tags/tag69.xml"/><Relationship Id="rId5" Type="http://schemas.openxmlformats.org/officeDocument/2006/relationships/tags" Target="../tags/tag34.xml"/><Relationship Id="rId15" Type="http://schemas.openxmlformats.org/officeDocument/2006/relationships/tags" Target="../tags/tag44.xml"/><Relationship Id="rId23" Type="http://schemas.openxmlformats.org/officeDocument/2006/relationships/tags" Target="../tags/tag52.xml"/><Relationship Id="rId28" Type="http://schemas.openxmlformats.org/officeDocument/2006/relationships/tags" Target="../tags/tag57.xml"/><Relationship Id="rId36" Type="http://schemas.openxmlformats.org/officeDocument/2006/relationships/tags" Target="../tags/tag65.xml"/><Relationship Id="rId10" Type="http://schemas.openxmlformats.org/officeDocument/2006/relationships/tags" Target="../tags/tag39.xml"/><Relationship Id="rId19" Type="http://schemas.openxmlformats.org/officeDocument/2006/relationships/tags" Target="../tags/tag48.xml"/><Relationship Id="rId31" Type="http://schemas.openxmlformats.org/officeDocument/2006/relationships/tags" Target="../tags/tag60.xml"/><Relationship Id="rId44" Type="http://schemas.openxmlformats.org/officeDocument/2006/relationships/image" Target="../media/image8.png"/><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tags" Target="../tags/tag43.xml"/><Relationship Id="rId22" Type="http://schemas.openxmlformats.org/officeDocument/2006/relationships/tags" Target="../tags/tag51.xml"/><Relationship Id="rId27" Type="http://schemas.openxmlformats.org/officeDocument/2006/relationships/tags" Target="../tags/tag56.xml"/><Relationship Id="rId30" Type="http://schemas.openxmlformats.org/officeDocument/2006/relationships/tags" Target="../tags/tag59.xml"/><Relationship Id="rId35" Type="http://schemas.openxmlformats.org/officeDocument/2006/relationships/tags" Target="../tags/tag64.xml"/><Relationship Id="rId43" Type="http://schemas.openxmlformats.org/officeDocument/2006/relationships/notesSlide" Target="../notesSlides/notesSlide4.xml"/><Relationship Id="rId8" Type="http://schemas.openxmlformats.org/officeDocument/2006/relationships/tags" Target="../tags/tag37.xml"/><Relationship Id="rId3" Type="http://schemas.openxmlformats.org/officeDocument/2006/relationships/tags" Target="../tags/tag32.xml"/><Relationship Id="rId12" Type="http://schemas.openxmlformats.org/officeDocument/2006/relationships/tags" Target="../tags/tag41.xml"/><Relationship Id="rId17" Type="http://schemas.openxmlformats.org/officeDocument/2006/relationships/tags" Target="../tags/tag46.xml"/><Relationship Id="rId25" Type="http://schemas.openxmlformats.org/officeDocument/2006/relationships/tags" Target="../tags/tag54.xml"/><Relationship Id="rId33" Type="http://schemas.openxmlformats.org/officeDocument/2006/relationships/tags" Target="../tags/tag62.xml"/><Relationship Id="rId38" Type="http://schemas.openxmlformats.org/officeDocument/2006/relationships/tags" Target="../tags/tag67.xml"/></Relationships>
</file>

<file path=ppt/slides/_rels/slide9.xml.rels><?xml version="1.0" encoding="UTF-8" standalone="yes"?>
<Relationships xmlns="http://schemas.openxmlformats.org/package/2006/relationships"><Relationship Id="rId13" Type="http://schemas.openxmlformats.org/officeDocument/2006/relationships/tags" Target="../tags/tag83.xml"/><Relationship Id="rId18" Type="http://schemas.openxmlformats.org/officeDocument/2006/relationships/tags" Target="../tags/tag88.xml"/><Relationship Id="rId26" Type="http://schemas.openxmlformats.org/officeDocument/2006/relationships/tags" Target="../tags/tag96.xml"/><Relationship Id="rId39" Type="http://schemas.openxmlformats.org/officeDocument/2006/relationships/tags" Target="../tags/tag109.xml"/><Relationship Id="rId21" Type="http://schemas.openxmlformats.org/officeDocument/2006/relationships/tags" Target="../tags/tag91.xml"/><Relationship Id="rId34" Type="http://schemas.openxmlformats.org/officeDocument/2006/relationships/tags" Target="../tags/tag104.xml"/><Relationship Id="rId42" Type="http://schemas.openxmlformats.org/officeDocument/2006/relationships/tags" Target="../tags/tag112.xml"/><Relationship Id="rId7" Type="http://schemas.openxmlformats.org/officeDocument/2006/relationships/tags" Target="../tags/tag77.xml"/><Relationship Id="rId2" Type="http://schemas.openxmlformats.org/officeDocument/2006/relationships/tags" Target="../tags/tag72.xml"/><Relationship Id="rId16" Type="http://schemas.openxmlformats.org/officeDocument/2006/relationships/tags" Target="../tags/tag86.xml"/><Relationship Id="rId20" Type="http://schemas.openxmlformats.org/officeDocument/2006/relationships/tags" Target="../tags/tag90.xml"/><Relationship Id="rId29" Type="http://schemas.openxmlformats.org/officeDocument/2006/relationships/tags" Target="../tags/tag99.xml"/><Relationship Id="rId41" Type="http://schemas.openxmlformats.org/officeDocument/2006/relationships/tags" Target="../tags/tag111.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24" Type="http://schemas.openxmlformats.org/officeDocument/2006/relationships/tags" Target="../tags/tag94.xml"/><Relationship Id="rId32" Type="http://schemas.openxmlformats.org/officeDocument/2006/relationships/tags" Target="../tags/tag102.xml"/><Relationship Id="rId37" Type="http://schemas.openxmlformats.org/officeDocument/2006/relationships/tags" Target="../tags/tag107.xml"/><Relationship Id="rId40" Type="http://schemas.openxmlformats.org/officeDocument/2006/relationships/tags" Target="../tags/tag110.xml"/><Relationship Id="rId5" Type="http://schemas.openxmlformats.org/officeDocument/2006/relationships/tags" Target="../tags/tag75.xml"/><Relationship Id="rId15" Type="http://schemas.openxmlformats.org/officeDocument/2006/relationships/tags" Target="../tags/tag85.xml"/><Relationship Id="rId23" Type="http://schemas.openxmlformats.org/officeDocument/2006/relationships/tags" Target="../tags/tag93.xml"/><Relationship Id="rId28" Type="http://schemas.openxmlformats.org/officeDocument/2006/relationships/tags" Target="../tags/tag98.xml"/><Relationship Id="rId36" Type="http://schemas.openxmlformats.org/officeDocument/2006/relationships/tags" Target="../tags/tag106.xml"/><Relationship Id="rId10" Type="http://schemas.openxmlformats.org/officeDocument/2006/relationships/tags" Target="../tags/tag80.xml"/><Relationship Id="rId19" Type="http://schemas.openxmlformats.org/officeDocument/2006/relationships/tags" Target="../tags/tag89.xml"/><Relationship Id="rId31" Type="http://schemas.openxmlformats.org/officeDocument/2006/relationships/tags" Target="../tags/tag101.xml"/><Relationship Id="rId44" Type="http://schemas.openxmlformats.org/officeDocument/2006/relationships/slideLayout" Target="../slideLayouts/slideLayout1.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 Id="rId22" Type="http://schemas.openxmlformats.org/officeDocument/2006/relationships/tags" Target="../tags/tag92.xml"/><Relationship Id="rId27" Type="http://schemas.openxmlformats.org/officeDocument/2006/relationships/tags" Target="../tags/tag97.xml"/><Relationship Id="rId30" Type="http://schemas.openxmlformats.org/officeDocument/2006/relationships/tags" Target="../tags/tag100.xml"/><Relationship Id="rId35" Type="http://schemas.openxmlformats.org/officeDocument/2006/relationships/tags" Target="../tags/tag105.xml"/><Relationship Id="rId43" Type="http://schemas.openxmlformats.org/officeDocument/2006/relationships/tags" Target="../tags/tag113.xml"/><Relationship Id="rId8" Type="http://schemas.openxmlformats.org/officeDocument/2006/relationships/tags" Target="../tags/tag78.xml"/><Relationship Id="rId3" Type="http://schemas.openxmlformats.org/officeDocument/2006/relationships/tags" Target="../tags/tag73.xml"/><Relationship Id="rId12" Type="http://schemas.openxmlformats.org/officeDocument/2006/relationships/tags" Target="../tags/tag82.xml"/><Relationship Id="rId17" Type="http://schemas.openxmlformats.org/officeDocument/2006/relationships/tags" Target="../tags/tag87.xml"/><Relationship Id="rId25" Type="http://schemas.openxmlformats.org/officeDocument/2006/relationships/tags" Target="../tags/tag95.xml"/><Relationship Id="rId33" Type="http://schemas.openxmlformats.org/officeDocument/2006/relationships/tags" Target="../tags/tag103.xml"/><Relationship Id="rId38" Type="http://schemas.openxmlformats.org/officeDocument/2006/relationships/tags" Target="../tags/tag108.xml"/></Relationships>
</file>

<file path=ppt/slides/_rels/slide10.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tags" Target="../tags/tag126.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tags" Target="../tags/tag125.xml"/><Relationship Id="rId17" Type="http://schemas.openxmlformats.org/officeDocument/2006/relationships/slideLayout" Target="../slideLayouts/slideLayout1.xml"/><Relationship Id="rId2" Type="http://schemas.openxmlformats.org/officeDocument/2006/relationships/tags" Target="../tags/tag115.xml"/><Relationship Id="rId16" Type="http://schemas.openxmlformats.org/officeDocument/2006/relationships/tags" Target="../tags/tag129.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5" Type="http://schemas.openxmlformats.org/officeDocument/2006/relationships/tags" Target="../tags/tag12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tags" Target="../tags/tag12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132.xml"/><Relationship Id="rId7" Type="http://schemas.openxmlformats.org/officeDocument/2006/relationships/slideLayout" Target="../slideLayouts/slideLayout1.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s>
</file>

<file path=ppt/slides/_rels/slide15.xml.rels><?xml version="1.0" encoding="UTF-8" standalone="yes"?>
<Relationships xmlns="http://schemas.openxmlformats.org/package/2006/relationships"><Relationship Id="rId8" Type="http://schemas.openxmlformats.org/officeDocument/2006/relationships/tags" Target="../tags/tag143.xml"/><Relationship Id="rId13" Type="http://schemas.openxmlformats.org/officeDocument/2006/relationships/tags" Target="../tags/tag148.xml"/><Relationship Id="rId18" Type="http://schemas.openxmlformats.org/officeDocument/2006/relationships/tags" Target="../tags/tag153.xml"/><Relationship Id="rId3" Type="http://schemas.openxmlformats.org/officeDocument/2006/relationships/tags" Target="../tags/tag138.xml"/><Relationship Id="rId21" Type="http://schemas.openxmlformats.org/officeDocument/2006/relationships/tags" Target="../tags/tag156.xml"/><Relationship Id="rId7" Type="http://schemas.openxmlformats.org/officeDocument/2006/relationships/tags" Target="../tags/tag142.xml"/><Relationship Id="rId12" Type="http://schemas.openxmlformats.org/officeDocument/2006/relationships/tags" Target="../tags/tag147.xml"/><Relationship Id="rId17" Type="http://schemas.openxmlformats.org/officeDocument/2006/relationships/tags" Target="../tags/tag152.xml"/><Relationship Id="rId25" Type="http://schemas.openxmlformats.org/officeDocument/2006/relationships/slideLayout" Target="../slideLayouts/slideLayout1.xml"/><Relationship Id="rId2" Type="http://schemas.openxmlformats.org/officeDocument/2006/relationships/tags" Target="../tags/tag137.xml"/><Relationship Id="rId16" Type="http://schemas.openxmlformats.org/officeDocument/2006/relationships/tags" Target="../tags/tag151.xml"/><Relationship Id="rId20" Type="http://schemas.openxmlformats.org/officeDocument/2006/relationships/tags" Target="../tags/tag155.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tags" Target="../tags/tag146.xml"/><Relationship Id="rId24" Type="http://schemas.openxmlformats.org/officeDocument/2006/relationships/tags" Target="../tags/tag159.xml"/><Relationship Id="rId5" Type="http://schemas.openxmlformats.org/officeDocument/2006/relationships/tags" Target="../tags/tag140.xml"/><Relationship Id="rId15" Type="http://schemas.openxmlformats.org/officeDocument/2006/relationships/tags" Target="../tags/tag150.xml"/><Relationship Id="rId23" Type="http://schemas.openxmlformats.org/officeDocument/2006/relationships/tags" Target="../tags/tag158.xml"/><Relationship Id="rId10" Type="http://schemas.openxmlformats.org/officeDocument/2006/relationships/tags" Target="../tags/tag145.xml"/><Relationship Id="rId19" Type="http://schemas.openxmlformats.org/officeDocument/2006/relationships/tags" Target="../tags/tag154.xml"/><Relationship Id="rId4" Type="http://schemas.openxmlformats.org/officeDocument/2006/relationships/tags" Target="../tags/tag139.xml"/><Relationship Id="rId9" Type="http://schemas.openxmlformats.org/officeDocument/2006/relationships/tags" Target="../tags/tag144.xml"/><Relationship Id="rId14" Type="http://schemas.openxmlformats.org/officeDocument/2006/relationships/tags" Target="../tags/tag149.xml"/><Relationship Id="rId22" Type="http://schemas.openxmlformats.org/officeDocument/2006/relationships/tags" Target="../tags/tag157.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162.xml"/><Relationship Id="rId7" Type="http://schemas.openxmlformats.org/officeDocument/2006/relationships/slideLayout" Target="../slideLayouts/slideLayout2.xml"/><Relationship Id="rId2" Type="http://schemas.openxmlformats.org/officeDocument/2006/relationships/tags" Target="../tags/tag161.xml"/><Relationship Id="rId1" Type="http://schemas.openxmlformats.org/officeDocument/2006/relationships/tags" Target="../tags/tag160.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16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tags" Target="../tags/tag174.xml"/><Relationship Id="rId13" Type="http://schemas.openxmlformats.org/officeDocument/2006/relationships/slideLayout" Target="../slideLayouts/slideLayout1.xml"/><Relationship Id="rId3" Type="http://schemas.openxmlformats.org/officeDocument/2006/relationships/tags" Target="../tags/tag169.xml"/><Relationship Id="rId7" Type="http://schemas.openxmlformats.org/officeDocument/2006/relationships/tags" Target="../tags/tag173.xml"/><Relationship Id="rId12" Type="http://schemas.openxmlformats.org/officeDocument/2006/relationships/tags" Target="../tags/tag178.xml"/><Relationship Id="rId2" Type="http://schemas.openxmlformats.org/officeDocument/2006/relationships/tags" Target="../tags/tag168.xml"/><Relationship Id="rId16" Type="http://schemas.openxmlformats.org/officeDocument/2006/relationships/image" Target="../media/image20.png"/><Relationship Id="rId1" Type="http://schemas.openxmlformats.org/officeDocument/2006/relationships/tags" Target="../tags/tag167.xml"/><Relationship Id="rId6" Type="http://schemas.openxmlformats.org/officeDocument/2006/relationships/tags" Target="../tags/tag172.xml"/><Relationship Id="rId11" Type="http://schemas.openxmlformats.org/officeDocument/2006/relationships/tags" Target="../tags/tag177.xml"/><Relationship Id="rId5" Type="http://schemas.openxmlformats.org/officeDocument/2006/relationships/tags" Target="../tags/tag171.xml"/><Relationship Id="rId15" Type="http://schemas.openxmlformats.org/officeDocument/2006/relationships/image" Target="../media/image19.png"/><Relationship Id="rId10" Type="http://schemas.openxmlformats.org/officeDocument/2006/relationships/tags" Target="../tags/tag176.xml"/><Relationship Id="rId4" Type="http://schemas.openxmlformats.org/officeDocument/2006/relationships/tags" Target="../tags/tag170.xml"/><Relationship Id="rId9" Type="http://schemas.openxmlformats.org/officeDocument/2006/relationships/tags" Target="../tags/tag175.xml"/><Relationship Id="rId14"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tags" Target="../tags/tag186.xml"/><Relationship Id="rId13" Type="http://schemas.openxmlformats.org/officeDocument/2006/relationships/tags" Target="../tags/tag191.xml"/><Relationship Id="rId18" Type="http://schemas.openxmlformats.org/officeDocument/2006/relationships/slideLayout" Target="../slideLayouts/slideLayout1.xml"/><Relationship Id="rId3" Type="http://schemas.openxmlformats.org/officeDocument/2006/relationships/tags" Target="../tags/tag181.xml"/><Relationship Id="rId21" Type="http://schemas.openxmlformats.org/officeDocument/2006/relationships/chart" Target="../charts/chart4.xml"/><Relationship Id="rId7" Type="http://schemas.openxmlformats.org/officeDocument/2006/relationships/tags" Target="../tags/tag185.xml"/><Relationship Id="rId12" Type="http://schemas.openxmlformats.org/officeDocument/2006/relationships/tags" Target="../tags/tag190.xml"/><Relationship Id="rId17" Type="http://schemas.openxmlformats.org/officeDocument/2006/relationships/tags" Target="../tags/tag195.xml"/><Relationship Id="rId2" Type="http://schemas.openxmlformats.org/officeDocument/2006/relationships/tags" Target="../tags/tag180.xml"/><Relationship Id="rId16" Type="http://schemas.openxmlformats.org/officeDocument/2006/relationships/tags" Target="../tags/tag194.xml"/><Relationship Id="rId20" Type="http://schemas.openxmlformats.org/officeDocument/2006/relationships/chart" Target="../charts/chart3.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tags" Target="../tags/tag189.xml"/><Relationship Id="rId5" Type="http://schemas.openxmlformats.org/officeDocument/2006/relationships/tags" Target="../tags/tag183.xml"/><Relationship Id="rId15" Type="http://schemas.openxmlformats.org/officeDocument/2006/relationships/tags" Target="../tags/tag193.xml"/><Relationship Id="rId10" Type="http://schemas.openxmlformats.org/officeDocument/2006/relationships/tags" Target="../tags/tag188.xml"/><Relationship Id="rId19" Type="http://schemas.openxmlformats.org/officeDocument/2006/relationships/chart" Target="../charts/chart2.xml"/><Relationship Id="rId4" Type="http://schemas.openxmlformats.org/officeDocument/2006/relationships/tags" Target="../tags/tag182.xml"/><Relationship Id="rId9" Type="http://schemas.openxmlformats.org/officeDocument/2006/relationships/tags" Target="../tags/tag187.xml"/><Relationship Id="rId14" Type="http://schemas.openxmlformats.org/officeDocument/2006/relationships/tags" Target="../tags/tag192.xml"/></Relationships>
</file>

<file path=ppt/slides/_rels/slide24.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tags" Target="../tags/tag208.xml"/><Relationship Id="rId18" Type="http://schemas.openxmlformats.org/officeDocument/2006/relationships/slideLayout" Target="../slideLayouts/slideLayout1.xm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tags" Target="../tags/tag207.xml"/><Relationship Id="rId17" Type="http://schemas.openxmlformats.org/officeDocument/2006/relationships/tags" Target="../tags/tag212.xml"/><Relationship Id="rId2" Type="http://schemas.openxmlformats.org/officeDocument/2006/relationships/tags" Target="../tags/tag197.xml"/><Relationship Id="rId16" Type="http://schemas.openxmlformats.org/officeDocument/2006/relationships/tags" Target="../tags/tag211.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tags" Target="../tags/tag206.xml"/><Relationship Id="rId5" Type="http://schemas.openxmlformats.org/officeDocument/2006/relationships/tags" Target="../tags/tag200.xml"/><Relationship Id="rId15" Type="http://schemas.openxmlformats.org/officeDocument/2006/relationships/tags" Target="../tags/tag210.xml"/><Relationship Id="rId10" Type="http://schemas.openxmlformats.org/officeDocument/2006/relationships/tags" Target="../tags/tag205.xml"/><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tags" Target="../tags/tag209.xml"/></Relationships>
</file>

<file path=ppt/slides/_rels/slide25.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tags" Target="../tags/tag225.xml"/><Relationship Id="rId18" Type="http://schemas.openxmlformats.org/officeDocument/2006/relationships/tags" Target="../tags/tag230.xml"/><Relationship Id="rId3" Type="http://schemas.openxmlformats.org/officeDocument/2006/relationships/tags" Target="../tags/tag215.xml"/><Relationship Id="rId21" Type="http://schemas.openxmlformats.org/officeDocument/2006/relationships/tags" Target="../tags/tag233.xml"/><Relationship Id="rId7" Type="http://schemas.openxmlformats.org/officeDocument/2006/relationships/tags" Target="../tags/tag219.xml"/><Relationship Id="rId12" Type="http://schemas.openxmlformats.org/officeDocument/2006/relationships/tags" Target="../tags/tag224.xml"/><Relationship Id="rId17" Type="http://schemas.openxmlformats.org/officeDocument/2006/relationships/tags" Target="../tags/tag229.xml"/><Relationship Id="rId2" Type="http://schemas.openxmlformats.org/officeDocument/2006/relationships/tags" Target="../tags/tag214.xml"/><Relationship Id="rId16" Type="http://schemas.openxmlformats.org/officeDocument/2006/relationships/tags" Target="../tags/tag228.xml"/><Relationship Id="rId20" Type="http://schemas.openxmlformats.org/officeDocument/2006/relationships/tags" Target="../tags/tag232.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tags" Target="../tags/tag227.xml"/><Relationship Id="rId10" Type="http://schemas.openxmlformats.org/officeDocument/2006/relationships/tags" Target="../tags/tag222.xml"/><Relationship Id="rId19" Type="http://schemas.openxmlformats.org/officeDocument/2006/relationships/tags" Target="../tags/tag231.xml"/><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tags" Target="../tags/tag226.xml"/><Relationship Id="rId22"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3" Type="http://schemas.openxmlformats.org/officeDocument/2006/relationships/tags" Target="../tags/tag246.xml"/><Relationship Id="rId18" Type="http://schemas.openxmlformats.org/officeDocument/2006/relationships/tags" Target="../tags/tag251.xml"/><Relationship Id="rId26" Type="http://schemas.openxmlformats.org/officeDocument/2006/relationships/tags" Target="../tags/tag259.xml"/><Relationship Id="rId3" Type="http://schemas.openxmlformats.org/officeDocument/2006/relationships/tags" Target="../tags/tag236.xml"/><Relationship Id="rId21" Type="http://schemas.openxmlformats.org/officeDocument/2006/relationships/tags" Target="../tags/tag254.xml"/><Relationship Id="rId34" Type="http://schemas.openxmlformats.org/officeDocument/2006/relationships/slideLayout" Target="../slideLayouts/slideLayout1.xml"/><Relationship Id="rId7" Type="http://schemas.openxmlformats.org/officeDocument/2006/relationships/tags" Target="../tags/tag240.xml"/><Relationship Id="rId12" Type="http://schemas.openxmlformats.org/officeDocument/2006/relationships/tags" Target="../tags/tag245.xml"/><Relationship Id="rId17" Type="http://schemas.openxmlformats.org/officeDocument/2006/relationships/tags" Target="../tags/tag250.xml"/><Relationship Id="rId25" Type="http://schemas.openxmlformats.org/officeDocument/2006/relationships/tags" Target="../tags/tag258.xml"/><Relationship Id="rId33" Type="http://schemas.openxmlformats.org/officeDocument/2006/relationships/tags" Target="../tags/tag266.xml"/><Relationship Id="rId2" Type="http://schemas.openxmlformats.org/officeDocument/2006/relationships/tags" Target="../tags/tag235.xml"/><Relationship Id="rId16" Type="http://schemas.openxmlformats.org/officeDocument/2006/relationships/tags" Target="../tags/tag249.xml"/><Relationship Id="rId20" Type="http://schemas.openxmlformats.org/officeDocument/2006/relationships/tags" Target="../tags/tag253.xml"/><Relationship Id="rId29" Type="http://schemas.openxmlformats.org/officeDocument/2006/relationships/tags" Target="../tags/tag262.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tags" Target="../tags/tag244.xml"/><Relationship Id="rId24" Type="http://schemas.openxmlformats.org/officeDocument/2006/relationships/tags" Target="../tags/tag257.xml"/><Relationship Id="rId32" Type="http://schemas.openxmlformats.org/officeDocument/2006/relationships/tags" Target="../tags/tag265.xml"/><Relationship Id="rId5" Type="http://schemas.openxmlformats.org/officeDocument/2006/relationships/tags" Target="../tags/tag238.xml"/><Relationship Id="rId15" Type="http://schemas.openxmlformats.org/officeDocument/2006/relationships/tags" Target="../tags/tag248.xml"/><Relationship Id="rId23" Type="http://schemas.openxmlformats.org/officeDocument/2006/relationships/tags" Target="../tags/tag256.xml"/><Relationship Id="rId28" Type="http://schemas.openxmlformats.org/officeDocument/2006/relationships/tags" Target="../tags/tag261.xml"/><Relationship Id="rId10" Type="http://schemas.openxmlformats.org/officeDocument/2006/relationships/tags" Target="../tags/tag243.xml"/><Relationship Id="rId19" Type="http://schemas.openxmlformats.org/officeDocument/2006/relationships/tags" Target="../tags/tag252.xml"/><Relationship Id="rId31" Type="http://schemas.openxmlformats.org/officeDocument/2006/relationships/tags" Target="../tags/tag264.xml"/><Relationship Id="rId4" Type="http://schemas.openxmlformats.org/officeDocument/2006/relationships/tags" Target="../tags/tag237.xml"/><Relationship Id="rId9" Type="http://schemas.openxmlformats.org/officeDocument/2006/relationships/tags" Target="../tags/tag242.xml"/><Relationship Id="rId14" Type="http://schemas.openxmlformats.org/officeDocument/2006/relationships/tags" Target="../tags/tag247.xml"/><Relationship Id="rId22" Type="http://schemas.openxmlformats.org/officeDocument/2006/relationships/tags" Target="../tags/tag255.xml"/><Relationship Id="rId27" Type="http://schemas.openxmlformats.org/officeDocument/2006/relationships/tags" Target="../tags/tag260.xml"/><Relationship Id="rId30" Type="http://schemas.openxmlformats.org/officeDocument/2006/relationships/tags" Target="../tags/tag263.xml"/><Relationship Id="rId8" Type="http://schemas.openxmlformats.org/officeDocument/2006/relationships/tags" Target="../tags/tag241.xml"/></Relationships>
</file>

<file path=ppt/slides/_rels/slide27.xml.rels><?xml version="1.0" encoding="UTF-8" standalone="yes"?>
<Relationships xmlns="http://schemas.openxmlformats.org/package/2006/relationships"><Relationship Id="rId13" Type="http://schemas.openxmlformats.org/officeDocument/2006/relationships/tags" Target="../tags/tag279.xml"/><Relationship Id="rId18" Type="http://schemas.openxmlformats.org/officeDocument/2006/relationships/tags" Target="../tags/tag284.xml"/><Relationship Id="rId26" Type="http://schemas.openxmlformats.org/officeDocument/2006/relationships/tags" Target="../tags/tag292.xml"/><Relationship Id="rId21" Type="http://schemas.openxmlformats.org/officeDocument/2006/relationships/tags" Target="../tags/tag287.xml"/><Relationship Id="rId34" Type="http://schemas.openxmlformats.org/officeDocument/2006/relationships/tags" Target="../tags/tag300.xml"/><Relationship Id="rId7" Type="http://schemas.openxmlformats.org/officeDocument/2006/relationships/tags" Target="../tags/tag273.xml"/><Relationship Id="rId12" Type="http://schemas.openxmlformats.org/officeDocument/2006/relationships/tags" Target="../tags/tag278.xml"/><Relationship Id="rId17" Type="http://schemas.openxmlformats.org/officeDocument/2006/relationships/tags" Target="../tags/tag283.xml"/><Relationship Id="rId25" Type="http://schemas.openxmlformats.org/officeDocument/2006/relationships/tags" Target="../tags/tag291.xml"/><Relationship Id="rId33" Type="http://schemas.openxmlformats.org/officeDocument/2006/relationships/tags" Target="../tags/tag299.xml"/><Relationship Id="rId2" Type="http://schemas.openxmlformats.org/officeDocument/2006/relationships/tags" Target="../tags/tag268.xml"/><Relationship Id="rId16" Type="http://schemas.openxmlformats.org/officeDocument/2006/relationships/tags" Target="../tags/tag282.xml"/><Relationship Id="rId20" Type="http://schemas.openxmlformats.org/officeDocument/2006/relationships/tags" Target="../tags/tag286.xml"/><Relationship Id="rId29" Type="http://schemas.openxmlformats.org/officeDocument/2006/relationships/tags" Target="../tags/tag295.xml"/><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tags" Target="../tags/tag277.xml"/><Relationship Id="rId24" Type="http://schemas.openxmlformats.org/officeDocument/2006/relationships/tags" Target="../tags/tag290.xml"/><Relationship Id="rId32" Type="http://schemas.openxmlformats.org/officeDocument/2006/relationships/tags" Target="../tags/tag298.xml"/><Relationship Id="rId37" Type="http://schemas.openxmlformats.org/officeDocument/2006/relationships/slideLayout" Target="../slideLayouts/slideLayout1.xml"/><Relationship Id="rId5" Type="http://schemas.openxmlformats.org/officeDocument/2006/relationships/tags" Target="../tags/tag271.xml"/><Relationship Id="rId15" Type="http://schemas.openxmlformats.org/officeDocument/2006/relationships/tags" Target="../tags/tag281.xml"/><Relationship Id="rId23" Type="http://schemas.openxmlformats.org/officeDocument/2006/relationships/tags" Target="../tags/tag289.xml"/><Relationship Id="rId28" Type="http://schemas.openxmlformats.org/officeDocument/2006/relationships/tags" Target="../tags/tag294.xml"/><Relationship Id="rId36" Type="http://schemas.openxmlformats.org/officeDocument/2006/relationships/tags" Target="../tags/tag302.xml"/><Relationship Id="rId10" Type="http://schemas.openxmlformats.org/officeDocument/2006/relationships/tags" Target="../tags/tag276.xml"/><Relationship Id="rId19" Type="http://schemas.openxmlformats.org/officeDocument/2006/relationships/tags" Target="../tags/tag285.xml"/><Relationship Id="rId31" Type="http://schemas.openxmlformats.org/officeDocument/2006/relationships/tags" Target="../tags/tag297.xml"/><Relationship Id="rId4" Type="http://schemas.openxmlformats.org/officeDocument/2006/relationships/tags" Target="../tags/tag270.xml"/><Relationship Id="rId9" Type="http://schemas.openxmlformats.org/officeDocument/2006/relationships/tags" Target="../tags/tag275.xml"/><Relationship Id="rId14" Type="http://schemas.openxmlformats.org/officeDocument/2006/relationships/tags" Target="../tags/tag280.xml"/><Relationship Id="rId22" Type="http://schemas.openxmlformats.org/officeDocument/2006/relationships/tags" Target="../tags/tag288.xml"/><Relationship Id="rId27" Type="http://schemas.openxmlformats.org/officeDocument/2006/relationships/tags" Target="../tags/tag293.xml"/><Relationship Id="rId30" Type="http://schemas.openxmlformats.org/officeDocument/2006/relationships/tags" Target="../tags/tag296.xml"/><Relationship Id="rId35" Type="http://schemas.openxmlformats.org/officeDocument/2006/relationships/tags" Target="../tags/tag301.xml"/><Relationship Id="rId8" Type="http://schemas.openxmlformats.org/officeDocument/2006/relationships/tags" Target="../tags/tag274.xml"/><Relationship Id="rId3" Type="http://schemas.openxmlformats.org/officeDocument/2006/relationships/tags" Target="../tags/tag269.xml"/></Relationships>
</file>

<file path=ppt/slides/_rels/slide28.xml.rels><?xml version="1.0" encoding="UTF-8" standalone="yes"?>
<Relationships xmlns="http://schemas.openxmlformats.org/package/2006/relationships"><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 Id="rId6" Type="http://schemas.openxmlformats.org/officeDocument/2006/relationships/slideLayout" Target="../slideLayouts/slideLayout1.xml"/><Relationship Id="rId5" Type="http://schemas.openxmlformats.org/officeDocument/2006/relationships/tags" Target="../tags/tag307.xml"/><Relationship Id="rId4" Type="http://schemas.openxmlformats.org/officeDocument/2006/relationships/tags" Target="../tags/tag306.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tags" Target="../tags/tag320.xml"/><Relationship Id="rId18" Type="http://schemas.openxmlformats.org/officeDocument/2006/relationships/tags" Target="../tags/tag325.xml"/><Relationship Id="rId3" Type="http://schemas.openxmlformats.org/officeDocument/2006/relationships/tags" Target="../tags/tag310.xml"/><Relationship Id="rId21" Type="http://schemas.openxmlformats.org/officeDocument/2006/relationships/slideLayout" Target="../slideLayouts/slideLayout1.xml"/><Relationship Id="rId7" Type="http://schemas.openxmlformats.org/officeDocument/2006/relationships/tags" Target="../tags/tag314.xml"/><Relationship Id="rId12" Type="http://schemas.openxmlformats.org/officeDocument/2006/relationships/tags" Target="../tags/tag319.xml"/><Relationship Id="rId17" Type="http://schemas.openxmlformats.org/officeDocument/2006/relationships/tags" Target="../tags/tag324.xml"/><Relationship Id="rId2" Type="http://schemas.openxmlformats.org/officeDocument/2006/relationships/tags" Target="../tags/tag309.xml"/><Relationship Id="rId16" Type="http://schemas.openxmlformats.org/officeDocument/2006/relationships/tags" Target="../tags/tag323.xml"/><Relationship Id="rId20" Type="http://schemas.openxmlformats.org/officeDocument/2006/relationships/tags" Target="../tags/tag327.xml"/><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5" Type="http://schemas.openxmlformats.org/officeDocument/2006/relationships/tags" Target="../tags/tag312.xml"/><Relationship Id="rId15" Type="http://schemas.openxmlformats.org/officeDocument/2006/relationships/tags" Target="../tags/tag322.xml"/><Relationship Id="rId10" Type="http://schemas.openxmlformats.org/officeDocument/2006/relationships/tags" Target="../tags/tag317.xml"/><Relationship Id="rId19" Type="http://schemas.openxmlformats.org/officeDocument/2006/relationships/tags" Target="../tags/tag326.xml"/><Relationship Id="rId4" Type="http://schemas.openxmlformats.org/officeDocument/2006/relationships/tags" Target="../tags/tag311.xml"/><Relationship Id="rId9" Type="http://schemas.openxmlformats.org/officeDocument/2006/relationships/tags" Target="../tags/tag316.xml"/><Relationship Id="rId14" Type="http://schemas.openxmlformats.org/officeDocument/2006/relationships/tags" Target="../tags/tag321.xml"/><Relationship Id="rId2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8" Type="http://schemas.openxmlformats.org/officeDocument/2006/relationships/tags" Target="../tags/tag335.xml"/><Relationship Id="rId13" Type="http://schemas.openxmlformats.org/officeDocument/2006/relationships/tags" Target="../tags/tag340.xml"/><Relationship Id="rId3" Type="http://schemas.openxmlformats.org/officeDocument/2006/relationships/tags" Target="../tags/tag330.xml"/><Relationship Id="rId7" Type="http://schemas.openxmlformats.org/officeDocument/2006/relationships/tags" Target="../tags/tag334.xml"/><Relationship Id="rId12" Type="http://schemas.openxmlformats.org/officeDocument/2006/relationships/tags" Target="../tags/tag339.xml"/><Relationship Id="rId2" Type="http://schemas.openxmlformats.org/officeDocument/2006/relationships/tags" Target="../tags/tag329.xml"/><Relationship Id="rId16" Type="http://schemas.openxmlformats.org/officeDocument/2006/relationships/notesSlide" Target="../notesSlides/notesSlide11.xml"/><Relationship Id="rId1" Type="http://schemas.openxmlformats.org/officeDocument/2006/relationships/tags" Target="../tags/tag328.xml"/><Relationship Id="rId6" Type="http://schemas.openxmlformats.org/officeDocument/2006/relationships/tags" Target="../tags/tag333.xml"/><Relationship Id="rId11" Type="http://schemas.openxmlformats.org/officeDocument/2006/relationships/tags" Target="../tags/tag338.xml"/><Relationship Id="rId5" Type="http://schemas.openxmlformats.org/officeDocument/2006/relationships/tags" Target="../tags/tag332.xml"/><Relationship Id="rId15" Type="http://schemas.openxmlformats.org/officeDocument/2006/relationships/slideLayout" Target="../slideLayouts/slideLayout1.xml"/><Relationship Id="rId10" Type="http://schemas.openxmlformats.org/officeDocument/2006/relationships/tags" Target="../tags/tag337.xml"/><Relationship Id="rId4" Type="http://schemas.openxmlformats.org/officeDocument/2006/relationships/tags" Target="../tags/tag331.xml"/><Relationship Id="rId9" Type="http://schemas.openxmlformats.org/officeDocument/2006/relationships/tags" Target="../tags/tag336.xml"/><Relationship Id="rId14" Type="http://schemas.openxmlformats.org/officeDocument/2006/relationships/tags" Target="../tags/tag34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342.xml"/><Relationship Id="rId4" Type="http://schemas.openxmlformats.org/officeDocument/2006/relationships/chart" Target="../charts/chart5.xml"/></Relationships>
</file>

<file path=ppt/slides/_rels/slide37.xml.rels><?xml version="1.0" encoding="UTF-8" standalone="yes"?>
<Relationships xmlns="http://schemas.openxmlformats.org/package/2006/relationships"><Relationship Id="rId3" Type="http://schemas.openxmlformats.org/officeDocument/2006/relationships/tags" Target="../tags/tag345.xml"/><Relationship Id="rId7" Type="http://schemas.openxmlformats.org/officeDocument/2006/relationships/chart" Target="../charts/chart6.xml"/><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slideLayout" Target="../slideLayouts/slideLayout1.xml"/><Relationship Id="rId5" Type="http://schemas.openxmlformats.org/officeDocument/2006/relationships/tags" Target="../tags/tag347.xml"/><Relationship Id="rId4" Type="http://schemas.openxmlformats.org/officeDocument/2006/relationships/tags" Target="../tags/tag346.xml"/></Relationships>
</file>

<file path=ppt/slides/_rels/slide38.xml.rels><?xml version="1.0" encoding="UTF-8" standalone="yes"?>
<Relationships xmlns="http://schemas.openxmlformats.org/package/2006/relationships"><Relationship Id="rId8" Type="http://schemas.openxmlformats.org/officeDocument/2006/relationships/tags" Target="../tags/tag355.xml"/><Relationship Id="rId3" Type="http://schemas.openxmlformats.org/officeDocument/2006/relationships/tags" Target="../tags/tag350.xml"/><Relationship Id="rId7" Type="http://schemas.openxmlformats.org/officeDocument/2006/relationships/tags" Target="../tags/tag354.xml"/><Relationship Id="rId2" Type="http://schemas.openxmlformats.org/officeDocument/2006/relationships/tags" Target="../tags/tag349.xml"/><Relationship Id="rId1" Type="http://schemas.openxmlformats.org/officeDocument/2006/relationships/tags" Target="../tags/tag348.xml"/><Relationship Id="rId6" Type="http://schemas.openxmlformats.org/officeDocument/2006/relationships/tags" Target="../tags/tag353.xml"/><Relationship Id="rId5" Type="http://schemas.openxmlformats.org/officeDocument/2006/relationships/tags" Target="../tags/tag352.xml"/><Relationship Id="rId10" Type="http://schemas.openxmlformats.org/officeDocument/2006/relationships/chart" Target="../charts/chart7.xml"/><Relationship Id="rId4" Type="http://schemas.openxmlformats.org/officeDocument/2006/relationships/tags" Target="../tags/tag351.xml"/><Relationship Id="rId9"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42.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18" Type="http://schemas.openxmlformats.org/officeDocument/2006/relationships/image" Target="../media/image44.png"/><Relationship Id="rId3" Type="http://schemas.openxmlformats.org/officeDocument/2006/relationships/image" Target="../media/image12.png"/><Relationship Id="rId21" Type="http://schemas.openxmlformats.org/officeDocument/2006/relationships/image" Target="../media/image47.png"/><Relationship Id="rId7" Type="http://schemas.openxmlformats.org/officeDocument/2006/relationships/image" Target="../media/image16.png"/><Relationship Id="rId12" Type="http://schemas.openxmlformats.org/officeDocument/2006/relationships/image" Target="../media/image38.png"/><Relationship Id="rId17" Type="http://schemas.openxmlformats.org/officeDocument/2006/relationships/image" Target="../media/image43.png"/><Relationship Id="rId2" Type="http://schemas.openxmlformats.org/officeDocument/2006/relationships/image" Target="../media/image33.png"/><Relationship Id="rId16" Type="http://schemas.openxmlformats.org/officeDocument/2006/relationships/image" Target="../media/image42.png"/><Relationship Id="rId20" Type="http://schemas.openxmlformats.org/officeDocument/2006/relationships/image" Target="../media/image46.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37.png"/><Relationship Id="rId5" Type="http://schemas.openxmlformats.org/officeDocument/2006/relationships/image" Target="../media/image14.png"/><Relationship Id="rId15" Type="http://schemas.openxmlformats.org/officeDocument/2006/relationships/image" Target="../media/image41.png"/><Relationship Id="rId23" Type="http://schemas.openxmlformats.org/officeDocument/2006/relationships/image" Target="../media/image49.png"/><Relationship Id="rId10" Type="http://schemas.openxmlformats.org/officeDocument/2006/relationships/image" Target="../media/image36.png"/><Relationship Id="rId19" Type="http://schemas.openxmlformats.org/officeDocument/2006/relationships/image" Target="../media/image45.png"/><Relationship Id="rId4" Type="http://schemas.openxmlformats.org/officeDocument/2006/relationships/image" Target="../media/image13.png"/><Relationship Id="rId9" Type="http://schemas.openxmlformats.org/officeDocument/2006/relationships/image" Target="../media/image35.png"/><Relationship Id="rId14" Type="http://schemas.openxmlformats.org/officeDocument/2006/relationships/image" Target="../media/image40.png"/><Relationship Id="rId22"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6" Type="http://schemas.openxmlformats.org/officeDocument/2006/relationships/tags" Target="../tags/tag381.xml"/><Relationship Id="rId21" Type="http://schemas.openxmlformats.org/officeDocument/2006/relationships/tags" Target="../tags/tag376.xml"/><Relationship Id="rId42" Type="http://schemas.openxmlformats.org/officeDocument/2006/relationships/tags" Target="../tags/tag397.xml"/><Relationship Id="rId47" Type="http://schemas.openxmlformats.org/officeDocument/2006/relationships/tags" Target="../tags/tag402.xml"/><Relationship Id="rId63" Type="http://schemas.openxmlformats.org/officeDocument/2006/relationships/image" Target="../media/image55.png"/><Relationship Id="rId68" Type="http://schemas.openxmlformats.org/officeDocument/2006/relationships/image" Target="../media/image60.png"/><Relationship Id="rId84" Type="http://schemas.openxmlformats.org/officeDocument/2006/relationships/image" Target="../media/image76.png"/><Relationship Id="rId16" Type="http://schemas.openxmlformats.org/officeDocument/2006/relationships/tags" Target="../tags/tag371.xml"/><Relationship Id="rId11" Type="http://schemas.openxmlformats.org/officeDocument/2006/relationships/tags" Target="../tags/tag366.xml"/><Relationship Id="rId32" Type="http://schemas.openxmlformats.org/officeDocument/2006/relationships/tags" Target="../tags/tag387.xml"/><Relationship Id="rId37" Type="http://schemas.openxmlformats.org/officeDocument/2006/relationships/tags" Target="../tags/tag392.xml"/><Relationship Id="rId53" Type="http://schemas.openxmlformats.org/officeDocument/2006/relationships/tags" Target="../tags/tag408.xml"/><Relationship Id="rId58" Type="http://schemas.openxmlformats.org/officeDocument/2006/relationships/image" Target="../media/image50.png"/><Relationship Id="rId74" Type="http://schemas.openxmlformats.org/officeDocument/2006/relationships/image" Target="../media/image66.png"/><Relationship Id="rId79" Type="http://schemas.openxmlformats.org/officeDocument/2006/relationships/image" Target="../media/image71.png"/><Relationship Id="rId5" Type="http://schemas.openxmlformats.org/officeDocument/2006/relationships/tags" Target="../tags/tag360.xml"/><Relationship Id="rId19" Type="http://schemas.openxmlformats.org/officeDocument/2006/relationships/tags" Target="../tags/tag374.xml"/><Relationship Id="rId14" Type="http://schemas.openxmlformats.org/officeDocument/2006/relationships/tags" Target="../tags/tag369.xml"/><Relationship Id="rId22" Type="http://schemas.openxmlformats.org/officeDocument/2006/relationships/tags" Target="../tags/tag377.xml"/><Relationship Id="rId27" Type="http://schemas.openxmlformats.org/officeDocument/2006/relationships/tags" Target="../tags/tag382.xml"/><Relationship Id="rId30" Type="http://schemas.openxmlformats.org/officeDocument/2006/relationships/tags" Target="../tags/tag385.xml"/><Relationship Id="rId35" Type="http://schemas.openxmlformats.org/officeDocument/2006/relationships/tags" Target="../tags/tag390.xml"/><Relationship Id="rId43" Type="http://schemas.openxmlformats.org/officeDocument/2006/relationships/tags" Target="../tags/tag398.xml"/><Relationship Id="rId48" Type="http://schemas.openxmlformats.org/officeDocument/2006/relationships/tags" Target="../tags/tag403.xml"/><Relationship Id="rId56" Type="http://schemas.openxmlformats.org/officeDocument/2006/relationships/tags" Target="../tags/tag411.xml"/><Relationship Id="rId64" Type="http://schemas.openxmlformats.org/officeDocument/2006/relationships/image" Target="../media/image56.png"/><Relationship Id="rId69" Type="http://schemas.openxmlformats.org/officeDocument/2006/relationships/image" Target="../media/image61.png"/><Relationship Id="rId77" Type="http://schemas.openxmlformats.org/officeDocument/2006/relationships/image" Target="../media/image69.png"/><Relationship Id="rId8" Type="http://schemas.openxmlformats.org/officeDocument/2006/relationships/tags" Target="../tags/tag363.xml"/><Relationship Id="rId51" Type="http://schemas.openxmlformats.org/officeDocument/2006/relationships/tags" Target="../tags/tag406.xml"/><Relationship Id="rId72" Type="http://schemas.openxmlformats.org/officeDocument/2006/relationships/image" Target="../media/image64.png"/><Relationship Id="rId80" Type="http://schemas.openxmlformats.org/officeDocument/2006/relationships/image" Target="../media/image72.png"/><Relationship Id="rId85" Type="http://schemas.openxmlformats.org/officeDocument/2006/relationships/image" Target="../media/image77.png"/><Relationship Id="rId3" Type="http://schemas.openxmlformats.org/officeDocument/2006/relationships/tags" Target="../tags/tag358.xml"/><Relationship Id="rId12" Type="http://schemas.openxmlformats.org/officeDocument/2006/relationships/tags" Target="../tags/tag367.xml"/><Relationship Id="rId17" Type="http://schemas.openxmlformats.org/officeDocument/2006/relationships/tags" Target="../tags/tag372.xml"/><Relationship Id="rId25" Type="http://schemas.openxmlformats.org/officeDocument/2006/relationships/tags" Target="../tags/tag380.xml"/><Relationship Id="rId33" Type="http://schemas.openxmlformats.org/officeDocument/2006/relationships/tags" Target="../tags/tag388.xml"/><Relationship Id="rId38" Type="http://schemas.openxmlformats.org/officeDocument/2006/relationships/tags" Target="../tags/tag393.xml"/><Relationship Id="rId46" Type="http://schemas.openxmlformats.org/officeDocument/2006/relationships/tags" Target="../tags/tag401.xml"/><Relationship Id="rId59" Type="http://schemas.openxmlformats.org/officeDocument/2006/relationships/image" Target="../media/image51.png"/><Relationship Id="rId67" Type="http://schemas.openxmlformats.org/officeDocument/2006/relationships/image" Target="../media/image59.png"/><Relationship Id="rId20" Type="http://schemas.openxmlformats.org/officeDocument/2006/relationships/tags" Target="../tags/tag375.xml"/><Relationship Id="rId41" Type="http://schemas.openxmlformats.org/officeDocument/2006/relationships/tags" Target="../tags/tag396.xml"/><Relationship Id="rId54" Type="http://schemas.openxmlformats.org/officeDocument/2006/relationships/tags" Target="../tags/tag409.xml"/><Relationship Id="rId62" Type="http://schemas.openxmlformats.org/officeDocument/2006/relationships/image" Target="../media/image54.png"/><Relationship Id="rId70" Type="http://schemas.openxmlformats.org/officeDocument/2006/relationships/image" Target="../media/image62.png"/><Relationship Id="rId75" Type="http://schemas.openxmlformats.org/officeDocument/2006/relationships/image" Target="../media/image67.png"/><Relationship Id="rId83" Type="http://schemas.openxmlformats.org/officeDocument/2006/relationships/image" Target="../media/image75.png"/><Relationship Id="rId1" Type="http://schemas.openxmlformats.org/officeDocument/2006/relationships/tags" Target="../tags/tag356.xml"/><Relationship Id="rId6" Type="http://schemas.openxmlformats.org/officeDocument/2006/relationships/tags" Target="../tags/tag361.xml"/><Relationship Id="rId15" Type="http://schemas.openxmlformats.org/officeDocument/2006/relationships/tags" Target="../tags/tag370.xml"/><Relationship Id="rId23" Type="http://schemas.openxmlformats.org/officeDocument/2006/relationships/tags" Target="../tags/tag378.xml"/><Relationship Id="rId28" Type="http://schemas.openxmlformats.org/officeDocument/2006/relationships/tags" Target="../tags/tag383.xml"/><Relationship Id="rId36" Type="http://schemas.openxmlformats.org/officeDocument/2006/relationships/tags" Target="../tags/tag391.xml"/><Relationship Id="rId49" Type="http://schemas.openxmlformats.org/officeDocument/2006/relationships/tags" Target="../tags/tag404.xml"/><Relationship Id="rId57" Type="http://schemas.openxmlformats.org/officeDocument/2006/relationships/slideLayout" Target="../slideLayouts/slideLayout1.xml"/><Relationship Id="rId10" Type="http://schemas.openxmlformats.org/officeDocument/2006/relationships/tags" Target="../tags/tag365.xml"/><Relationship Id="rId31" Type="http://schemas.openxmlformats.org/officeDocument/2006/relationships/tags" Target="../tags/tag386.xml"/><Relationship Id="rId44" Type="http://schemas.openxmlformats.org/officeDocument/2006/relationships/tags" Target="../tags/tag399.xml"/><Relationship Id="rId52" Type="http://schemas.openxmlformats.org/officeDocument/2006/relationships/tags" Target="../tags/tag407.xml"/><Relationship Id="rId60" Type="http://schemas.openxmlformats.org/officeDocument/2006/relationships/image" Target="../media/image52.png"/><Relationship Id="rId65" Type="http://schemas.openxmlformats.org/officeDocument/2006/relationships/image" Target="../media/image57.png"/><Relationship Id="rId73" Type="http://schemas.openxmlformats.org/officeDocument/2006/relationships/image" Target="../media/image65.png"/><Relationship Id="rId78" Type="http://schemas.openxmlformats.org/officeDocument/2006/relationships/image" Target="../media/image70.png"/><Relationship Id="rId81" Type="http://schemas.openxmlformats.org/officeDocument/2006/relationships/image" Target="../media/image73.png"/><Relationship Id="rId4" Type="http://schemas.openxmlformats.org/officeDocument/2006/relationships/tags" Target="../tags/tag359.xml"/><Relationship Id="rId9" Type="http://schemas.openxmlformats.org/officeDocument/2006/relationships/tags" Target="../tags/tag364.xml"/><Relationship Id="rId13" Type="http://schemas.openxmlformats.org/officeDocument/2006/relationships/tags" Target="../tags/tag368.xml"/><Relationship Id="rId18" Type="http://schemas.openxmlformats.org/officeDocument/2006/relationships/tags" Target="../tags/tag373.xml"/><Relationship Id="rId39" Type="http://schemas.openxmlformats.org/officeDocument/2006/relationships/tags" Target="../tags/tag394.xml"/><Relationship Id="rId34" Type="http://schemas.openxmlformats.org/officeDocument/2006/relationships/tags" Target="../tags/tag389.xml"/><Relationship Id="rId50" Type="http://schemas.openxmlformats.org/officeDocument/2006/relationships/tags" Target="../tags/tag405.xml"/><Relationship Id="rId55" Type="http://schemas.openxmlformats.org/officeDocument/2006/relationships/tags" Target="../tags/tag410.xml"/><Relationship Id="rId76" Type="http://schemas.openxmlformats.org/officeDocument/2006/relationships/image" Target="../media/image68.png"/><Relationship Id="rId7" Type="http://schemas.openxmlformats.org/officeDocument/2006/relationships/tags" Target="../tags/tag362.xml"/><Relationship Id="rId71" Type="http://schemas.openxmlformats.org/officeDocument/2006/relationships/image" Target="../media/image63.png"/><Relationship Id="rId2" Type="http://schemas.openxmlformats.org/officeDocument/2006/relationships/tags" Target="../tags/tag357.xml"/><Relationship Id="rId29" Type="http://schemas.openxmlformats.org/officeDocument/2006/relationships/tags" Target="../tags/tag384.xml"/><Relationship Id="rId24" Type="http://schemas.openxmlformats.org/officeDocument/2006/relationships/tags" Target="../tags/tag379.xml"/><Relationship Id="rId40" Type="http://schemas.openxmlformats.org/officeDocument/2006/relationships/tags" Target="../tags/tag395.xml"/><Relationship Id="rId45" Type="http://schemas.openxmlformats.org/officeDocument/2006/relationships/tags" Target="../tags/tag400.xml"/><Relationship Id="rId66" Type="http://schemas.openxmlformats.org/officeDocument/2006/relationships/image" Target="../media/image58.png"/><Relationship Id="rId61" Type="http://schemas.openxmlformats.org/officeDocument/2006/relationships/image" Target="../media/image53.png"/><Relationship Id="rId82" Type="http://schemas.openxmlformats.org/officeDocument/2006/relationships/image" Target="../media/image74.png"/></Relationships>
</file>

<file path=ppt/slides/_rels/slide46.xml.rels><?xml version="1.0" encoding="UTF-8" standalone="yes"?>
<Relationships xmlns="http://schemas.openxmlformats.org/package/2006/relationships"><Relationship Id="rId13" Type="http://schemas.openxmlformats.org/officeDocument/2006/relationships/image" Target="../media/image89.png"/><Relationship Id="rId18" Type="http://schemas.openxmlformats.org/officeDocument/2006/relationships/image" Target="../media/image94.png"/><Relationship Id="rId26" Type="http://schemas.openxmlformats.org/officeDocument/2006/relationships/image" Target="../media/image102.png"/><Relationship Id="rId39" Type="http://schemas.openxmlformats.org/officeDocument/2006/relationships/image" Target="../media/image115.png"/><Relationship Id="rId21" Type="http://schemas.openxmlformats.org/officeDocument/2006/relationships/image" Target="../media/image97.png"/><Relationship Id="rId34" Type="http://schemas.openxmlformats.org/officeDocument/2006/relationships/image" Target="../media/image110.png"/><Relationship Id="rId42" Type="http://schemas.openxmlformats.org/officeDocument/2006/relationships/image" Target="../media/image118.png"/><Relationship Id="rId7" Type="http://schemas.openxmlformats.org/officeDocument/2006/relationships/image" Target="../media/image83.png"/><Relationship Id="rId2" Type="http://schemas.openxmlformats.org/officeDocument/2006/relationships/image" Target="../media/image78.png"/><Relationship Id="rId16" Type="http://schemas.openxmlformats.org/officeDocument/2006/relationships/image" Target="../media/image92.png"/><Relationship Id="rId20" Type="http://schemas.openxmlformats.org/officeDocument/2006/relationships/image" Target="../media/image96.png"/><Relationship Id="rId29" Type="http://schemas.openxmlformats.org/officeDocument/2006/relationships/image" Target="../media/image105.png"/><Relationship Id="rId41" Type="http://schemas.openxmlformats.org/officeDocument/2006/relationships/image" Target="../media/image117.png"/><Relationship Id="rId1" Type="http://schemas.openxmlformats.org/officeDocument/2006/relationships/slideLayout" Target="../slideLayouts/slideLayout1.xml"/><Relationship Id="rId6" Type="http://schemas.openxmlformats.org/officeDocument/2006/relationships/image" Target="../media/image82.png"/><Relationship Id="rId11" Type="http://schemas.openxmlformats.org/officeDocument/2006/relationships/image" Target="../media/image87.png"/><Relationship Id="rId24" Type="http://schemas.openxmlformats.org/officeDocument/2006/relationships/image" Target="../media/image100.png"/><Relationship Id="rId32" Type="http://schemas.openxmlformats.org/officeDocument/2006/relationships/image" Target="../media/image108.png"/><Relationship Id="rId37" Type="http://schemas.openxmlformats.org/officeDocument/2006/relationships/image" Target="../media/image113.png"/><Relationship Id="rId40" Type="http://schemas.openxmlformats.org/officeDocument/2006/relationships/image" Target="../media/image116.png"/><Relationship Id="rId5" Type="http://schemas.openxmlformats.org/officeDocument/2006/relationships/image" Target="../media/image81.png"/><Relationship Id="rId15" Type="http://schemas.openxmlformats.org/officeDocument/2006/relationships/image" Target="../media/image91.png"/><Relationship Id="rId23" Type="http://schemas.openxmlformats.org/officeDocument/2006/relationships/image" Target="../media/image99.png"/><Relationship Id="rId28" Type="http://schemas.openxmlformats.org/officeDocument/2006/relationships/image" Target="../media/image104.png"/><Relationship Id="rId36" Type="http://schemas.openxmlformats.org/officeDocument/2006/relationships/image" Target="../media/image112.png"/><Relationship Id="rId10" Type="http://schemas.openxmlformats.org/officeDocument/2006/relationships/image" Target="../media/image86.png"/><Relationship Id="rId19" Type="http://schemas.openxmlformats.org/officeDocument/2006/relationships/image" Target="../media/image95.png"/><Relationship Id="rId31" Type="http://schemas.openxmlformats.org/officeDocument/2006/relationships/image" Target="../media/image107.png"/><Relationship Id="rId44" Type="http://schemas.openxmlformats.org/officeDocument/2006/relationships/image" Target="../media/image120.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 Id="rId22" Type="http://schemas.openxmlformats.org/officeDocument/2006/relationships/image" Target="../media/image98.png"/><Relationship Id="rId27" Type="http://schemas.openxmlformats.org/officeDocument/2006/relationships/image" Target="../media/image103.png"/><Relationship Id="rId30" Type="http://schemas.openxmlformats.org/officeDocument/2006/relationships/image" Target="../media/image106.png"/><Relationship Id="rId35" Type="http://schemas.openxmlformats.org/officeDocument/2006/relationships/image" Target="../media/image111.png"/><Relationship Id="rId43" Type="http://schemas.openxmlformats.org/officeDocument/2006/relationships/image" Target="../media/image119.png"/><Relationship Id="rId8" Type="http://schemas.openxmlformats.org/officeDocument/2006/relationships/image" Target="../media/image84.png"/><Relationship Id="rId3" Type="http://schemas.openxmlformats.org/officeDocument/2006/relationships/image" Target="../media/image79.png"/><Relationship Id="rId12" Type="http://schemas.openxmlformats.org/officeDocument/2006/relationships/image" Target="../media/image88.png"/><Relationship Id="rId17" Type="http://schemas.openxmlformats.org/officeDocument/2006/relationships/image" Target="../media/image93.png"/><Relationship Id="rId25" Type="http://schemas.openxmlformats.org/officeDocument/2006/relationships/image" Target="../media/image101.png"/><Relationship Id="rId33" Type="http://schemas.openxmlformats.org/officeDocument/2006/relationships/image" Target="../media/image109.png"/><Relationship Id="rId38" Type="http://schemas.openxmlformats.org/officeDocument/2006/relationships/image" Target="../media/image114.png"/></Relationships>
</file>

<file path=ppt/slides/_rels/slide47.xml.rels><?xml version="1.0" encoding="UTF-8" standalone="yes"?>
<Relationships xmlns="http://schemas.openxmlformats.org/package/2006/relationships"><Relationship Id="rId13" Type="http://schemas.openxmlformats.org/officeDocument/2006/relationships/image" Target="../media/image132.png"/><Relationship Id="rId18" Type="http://schemas.openxmlformats.org/officeDocument/2006/relationships/image" Target="../media/image137.png"/><Relationship Id="rId26" Type="http://schemas.openxmlformats.org/officeDocument/2006/relationships/image" Target="../media/image145.png"/><Relationship Id="rId39" Type="http://schemas.openxmlformats.org/officeDocument/2006/relationships/image" Target="../media/image158.png"/><Relationship Id="rId21" Type="http://schemas.openxmlformats.org/officeDocument/2006/relationships/image" Target="../media/image140.png"/><Relationship Id="rId34" Type="http://schemas.openxmlformats.org/officeDocument/2006/relationships/image" Target="../media/image153.png"/><Relationship Id="rId42" Type="http://schemas.openxmlformats.org/officeDocument/2006/relationships/image" Target="../media/image161.png"/><Relationship Id="rId7" Type="http://schemas.openxmlformats.org/officeDocument/2006/relationships/image" Target="../media/image126.png"/><Relationship Id="rId2" Type="http://schemas.openxmlformats.org/officeDocument/2006/relationships/image" Target="../media/image121.png"/><Relationship Id="rId16" Type="http://schemas.openxmlformats.org/officeDocument/2006/relationships/image" Target="../media/image135.png"/><Relationship Id="rId29" Type="http://schemas.openxmlformats.org/officeDocument/2006/relationships/image" Target="../media/image148.png"/><Relationship Id="rId1" Type="http://schemas.openxmlformats.org/officeDocument/2006/relationships/slideLayout" Target="../slideLayouts/slideLayout1.xml"/><Relationship Id="rId6" Type="http://schemas.openxmlformats.org/officeDocument/2006/relationships/image" Target="../media/image125.png"/><Relationship Id="rId11" Type="http://schemas.openxmlformats.org/officeDocument/2006/relationships/image" Target="../media/image130.png"/><Relationship Id="rId24" Type="http://schemas.openxmlformats.org/officeDocument/2006/relationships/image" Target="../media/image143.png"/><Relationship Id="rId32" Type="http://schemas.openxmlformats.org/officeDocument/2006/relationships/image" Target="../media/image151.png"/><Relationship Id="rId37" Type="http://schemas.openxmlformats.org/officeDocument/2006/relationships/image" Target="../media/image156.png"/><Relationship Id="rId40" Type="http://schemas.openxmlformats.org/officeDocument/2006/relationships/image" Target="../media/image159.png"/><Relationship Id="rId45" Type="http://schemas.openxmlformats.org/officeDocument/2006/relationships/image" Target="../media/image163.png"/><Relationship Id="rId5" Type="http://schemas.openxmlformats.org/officeDocument/2006/relationships/image" Target="../media/image124.png"/><Relationship Id="rId15" Type="http://schemas.openxmlformats.org/officeDocument/2006/relationships/image" Target="../media/image134.png"/><Relationship Id="rId23" Type="http://schemas.openxmlformats.org/officeDocument/2006/relationships/image" Target="../media/image142.png"/><Relationship Id="rId28" Type="http://schemas.openxmlformats.org/officeDocument/2006/relationships/image" Target="../media/image147.png"/><Relationship Id="rId36" Type="http://schemas.openxmlformats.org/officeDocument/2006/relationships/image" Target="../media/image155.png"/><Relationship Id="rId10" Type="http://schemas.openxmlformats.org/officeDocument/2006/relationships/image" Target="../media/image129.png"/><Relationship Id="rId19" Type="http://schemas.openxmlformats.org/officeDocument/2006/relationships/image" Target="../media/image138.png"/><Relationship Id="rId31" Type="http://schemas.openxmlformats.org/officeDocument/2006/relationships/image" Target="../media/image150.png"/><Relationship Id="rId44" Type="http://schemas.openxmlformats.org/officeDocument/2006/relationships/image" Target="../media/image97.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 Id="rId22" Type="http://schemas.openxmlformats.org/officeDocument/2006/relationships/image" Target="../media/image141.png"/><Relationship Id="rId27" Type="http://schemas.openxmlformats.org/officeDocument/2006/relationships/image" Target="../media/image146.png"/><Relationship Id="rId30" Type="http://schemas.openxmlformats.org/officeDocument/2006/relationships/image" Target="../media/image149.png"/><Relationship Id="rId35" Type="http://schemas.openxmlformats.org/officeDocument/2006/relationships/image" Target="../media/image154.png"/><Relationship Id="rId43" Type="http://schemas.openxmlformats.org/officeDocument/2006/relationships/image" Target="../media/image162.png"/><Relationship Id="rId8" Type="http://schemas.openxmlformats.org/officeDocument/2006/relationships/image" Target="../media/image127.png"/><Relationship Id="rId3" Type="http://schemas.openxmlformats.org/officeDocument/2006/relationships/image" Target="../media/image122.png"/><Relationship Id="rId12" Type="http://schemas.openxmlformats.org/officeDocument/2006/relationships/image" Target="../media/image131.png"/><Relationship Id="rId17" Type="http://schemas.openxmlformats.org/officeDocument/2006/relationships/image" Target="../media/image136.png"/><Relationship Id="rId25" Type="http://schemas.openxmlformats.org/officeDocument/2006/relationships/image" Target="../media/image144.png"/><Relationship Id="rId33" Type="http://schemas.openxmlformats.org/officeDocument/2006/relationships/image" Target="../media/image152.png"/><Relationship Id="rId38" Type="http://schemas.openxmlformats.org/officeDocument/2006/relationships/image" Target="../media/image157.png"/><Relationship Id="rId20" Type="http://schemas.openxmlformats.org/officeDocument/2006/relationships/image" Target="../media/image139.png"/><Relationship Id="rId41" Type="http://schemas.openxmlformats.org/officeDocument/2006/relationships/image" Target="../media/image160.png"/></Relationships>
</file>

<file path=ppt/slides/_rels/slide48.xml.rels><?xml version="1.0" encoding="UTF-8" standalone="yes"?>
<Relationships xmlns="http://schemas.openxmlformats.org/package/2006/relationships"><Relationship Id="rId13" Type="http://schemas.openxmlformats.org/officeDocument/2006/relationships/image" Target="../media/image174.png"/><Relationship Id="rId18" Type="http://schemas.openxmlformats.org/officeDocument/2006/relationships/image" Target="../media/image179.png"/><Relationship Id="rId26" Type="http://schemas.openxmlformats.org/officeDocument/2006/relationships/image" Target="../media/image187.png"/><Relationship Id="rId39" Type="http://schemas.openxmlformats.org/officeDocument/2006/relationships/image" Target="../media/image199.png"/><Relationship Id="rId21" Type="http://schemas.openxmlformats.org/officeDocument/2006/relationships/image" Target="../media/image182.png"/><Relationship Id="rId34" Type="http://schemas.openxmlformats.org/officeDocument/2006/relationships/image" Target="../media/image195.png"/><Relationship Id="rId42" Type="http://schemas.openxmlformats.org/officeDocument/2006/relationships/image" Target="../media/image202.png"/><Relationship Id="rId47" Type="http://schemas.openxmlformats.org/officeDocument/2006/relationships/image" Target="../media/image207.png"/><Relationship Id="rId7" Type="http://schemas.openxmlformats.org/officeDocument/2006/relationships/image" Target="../media/image169.png"/><Relationship Id="rId2" Type="http://schemas.openxmlformats.org/officeDocument/2006/relationships/image" Target="../media/image164.png"/><Relationship Id="rId16" Type="http://schemas.openxmlformats.org/officeDocument/2006/relationships/image" Target="../media/image177.png"/><Relationship Id="rId29" Type="http://schemas.openxmlformats.org/officeDocument/2006/relationships/image" Target="../media/image190.png"/><Relationship Id="rId11" Type="http://schemas.openxmlformats.org/officeDocument/2006/relationships/image" Target="../media/image172.png"/><Relationship Id="rId24" Type="http://schemas.openxmlformats.org/officeDocument/2006/relationships/image" Target="../media/image185.png"/><Relationship Id="rId32" Type="http://schemas.openxmlformats.org/officeDocument/2006/relationships/image" Target="../media/image193.png"/><Relationship Id="rId37" Type="http://schemas.openxmlformats.org/officeDocument/2006/relationships/image" Target="../media/image197.png"/><Relationship Id="rId40" Type="http://schemas.openxmlformats.org/officeDocument/2006/relationships/image" Target="../media/image200.png"/><Relationship Id="rId45" Type="http://schemas.openxmlformats.org/officeDocument/2006/relationships/image" Target="../media/image205.png"/><Relationship Id="rId5" Type="http://schemas.openxmlformats.org/officeDocument/2006/relationships/image" Target="../media/image167.png"/><Relationship Id="rId15" Type="http://schemas.openxmlformats.org/officeDocument/2006/relationships/image" Target="../media/image176.png"/><Relationship Id="rId23" Type="http://schemas.openxmlformats.org/officeDocument/2006/relationships/image" Target="../media/image184.png"/><Relationship Id="rId28" Type="http://schemas.openxmlformats.org/officeDocument/2006/relationships/image" Target="../media/image189.png"/><Relationship Id="rId36" Type="http://schemas.openxmlformats.org/officeDocument/2006/relationships/image" Target="../media/image98.png"/><Relationship Id="rId49" Type="http://schemas.openxmlformats.org/officeDocument/2006/relationships/image" Target="../media/image208.png"/><Relationship Id="rId10" Type="http://schemas.openxmlformats.org/officeDocument/2006/relationships/image" Target="../media/image171.png"/><Relationship Id="rId19" Type="http://schemas.openxmlformats.org/officeDocument/2006/relationships/image" Target="../media/image180.png"/><Relationship Id="rId31" Type="http://schemas.openxmlformats.org/officeDocument/2006/relationships/image" Target="../media/image192.png"/><Relationship Id="rId44" Type="http://schemas.openxmlformats.org/officeDocument/2006/relationships/image" Target="../media/image204.png"/><Relationship Id="rId4" Type="http://schemas.openxmlformats.org/officeDocument/2006/relationships/image" Target="../media/image166.png"/><Relationship Id="rId9" Type="http://schemas.openxmlformats.org/officeDocument/2006/relationships/image" Target="../media/image170.png"/><Relationship Id="rId14" Type="http://schemas.openxmlformats.org/officeDocument/2006/relationships/image" Target="../media/image175.png"/><Relationship Id="rId22" Type="http://schemas.openxmlformats.org/officeDocument/2006/relationships/image" Target="../media/image183.png"/><Relationship Id="rId27" Type="http://schemas.openxmlformats.org/officeDocument/2006/relationships/image" Target="../media/image188.png"/><Relationship Id="rId30" Type="http://schemas.openxmlformats.org/officeDocument/2006/relationships/image" Target="../media/image191.png"/><Relationship Id="rId35" Type="http://schemas.openxmlformats.org/officeDocument/2006/relationships/image" Target="../media/image196.png"/><Relationship Id="rId43" Type="http://schemas.openxmlformats.org/officeDocument/2006/relationships/image" Target="../media/image203.png"/><Relationship Id="rId48" Type="http://schemas.openxmlformats.org/officeDocument/2006/relationships/image" Target="../media/image92.png"/><Relationship Id="rId8" Type="http://schemas.openxmlformats.org/officeDocument/2006/relationships/image" Target="../media/image119.png"/><Relationship Id="rId3" Type="http://schemas.openxmlformats.org/officeDocument/2006/relationships/image" Target="../media/image165.png"/><Relationship Id="rId12" Type="http://schemas.openxmlformats.org/officeDocument/2006/relationships/image" Target="../media/image173.png"/><Relationship Id="rId17" Type="http://schemas.openxmlformats.org/officeDocument/2006/relationships/image" Target="../media/image178.png"/><Relationship Id="rId25" Type="http://schemas.openxmlformats.org/officeDocument/2006/relationships/image" Target="../media/image186.png"/><Relationship Id="rId33" Type="http://schemas.openxmlformats.org/officeDocument/2006/relationships/image" Target="../media/image194.png"/><Relationship Id="rId38" Type="http://schemas.openxmlformats.org/officeDocument/2006/relationships/image" Target="../media/image198.png"/><Relationship Id="rId46" Type="http://schemas.openxmlformats.org/officeDocument/2006/relationships/image" Target="../media/image206.png"/><Relationship Id="rId20" Type="http://schemas.openxmlformats.org/officeDocument/2006/relationships/image" Target="../media/image181.png"/><Relationship Id="rId41" Type="http://schemas.openxmlformats.org/officeDocument/2006/relationships/image" Target="../media/image201.png"/><Relationship Id="rId1" Type="http://schemas.openxmlformats.org/officeDocument/2006/relationships/slideLayout" Target="../slideLayouts/slideLayout1.xml"/><Relationship Id="rId6" Type="http://schemas.openxmlformats.org/officeDocument/2006/relationships/image" Target="../media/image168.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9.jpe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0.jpe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TextBox 2"/>
          <p:cNvSpPr txBox="1"/>
          <p:nvPr/>
        </p:nvSpPr>
        <p:spPr>
          <a:xfrm>
            <a:off x="1347468" y="373064"/>
            <a:ext cx="5074289" cy="624839"/>
          </a:xfrm>
          <a:prstGeom prst="rect">
            <a:avLst/>
          </a:prstGeom>
          <a:ln w="12700">
            <a:miter lim="400000"/>
          </a:ln>
        </p:spPr>
        <p:txBody>
          <a:bodyPr lIns="45718" tIns="45718" rIns="45718" bIns="45718">
            <a:spAutoFit/>
          </a:bodyPr>
          <a:lstStyle>
            <a:lvl1pPr>
              <a:defRPr sz="3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深信服PPT模板使用规范</a:t>
            </a:r>
          </a:p>
        </p:txBody>
      </p:sp>
      <p:sp>
        <p:nvSpPr>
          <p:cNvPr id="216" name="矩形 5"/>
          <p:cNvSpPr/>
          <p:nvPr/>
        </p:nvSpPr>
        <p:spPr>
          <a:xfrm>
            <a:off x="10237788" y="0"/>
            <a:ext cx="1954212" cy="282575"/>
          </a:xfrm>
          <a:prstGeom prst="rect">
            <a:avLst/>
          </a:prstGeom>
          <a:solidFill>
            <a:srgbClr val="006CD9"/>
          </a:solidFill>
          <a:ln w="12700">
            <a:miter lim="400000"/>
          </a:ln>
        </p:spPr>
        <p:txBody>
          <a:bodyPr lIns="45718" tIns="45718" rIns="45718" bIns="45718" anchor="ctr"/>
          <a:lstStyle/>
          <a:p>
            <a:pPr algn="ctr">
              <a:defRPr sz="1300">
                <a:solidFill>
                  <a:srgbClr val="FFFFFF"/>
                </a:solidFill>
                <a:latin typeface="+mj-lt"/>
                <a:ea typeface="+mj-ea"/>
                <a:cs typeface="+mj-cs"/>
                <a:sym typeface="等线" panose="02010600030101010101" charset="-122"/>
              </a:defRPr>
            </a:pPr>
            <a:endParaRPr/>
          </a:p>
        </p:txBody>
      </p:sp>
      <p:sp>
        <p:nvSpPr>
          <p:cNvPr id="217" name="矩形 7"/>
          <p:cNvSpPr txBox="1"/>
          <p:nvPr/>
        </p:nvSpPr>
        <p:spPr>
          <a:xfrm>
            <a:off x="10320018" y="0"/>
            <a:ext cx="1826263" cy="256539"/>
          </a:xfrm>
          <a:prstGeom prst="rect">
            <a:avLst/>
          </a:prstGeom>
          <a:ln w="12700">
            <a:miter lim="400000"/>
          </a:ln>
        </p:spPr>
        <p:txBody>
          <a:bodyPr lIns="45718" tIns="45718" rIns="45718" bIns="45718">
            <a:spAutoFit/>
          </a:bodyPr>
          <a:lstStyle>
            <a:lvl1pPr>
              <a:defRPr sz="1300">
                <a:solidFill>
                  <a:srgbClr val="FFFFFF"/>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lvl1pPr>
          </a:lstStyle>
          <a:p>
            <a:r>
              <a:t>正式使用时请删除此页</a:t>
            </a:r>
          </a:p>
        </p:txBody>
      </p:sp>
      <p:sp>
        <p:nvSpPr>
          <p:cNvPr id="218" name="文本框 8"/>
          <p:cNvSpPr txBox="1"/>
          <p:nvPr/>
        </p:nvSpPr>
        <p:spPr>
          <a:xfrm>
            <a:off x="1367153" y="1203324"/>
            <a:ext cx="2096137" cy="407037"/>
          </a:xfrm>
          <a:prstGeom prst="rect">
            <a:avLst/>
          </a:prstGeom>
          <a:ln w="12700">
            <a:miter lim="400000"/>
          </a:ln>
        </p:spPr>
        <p:txBody>
          <a:bodyPr wrap="none" lIns="25718" tIns="25718" rIns="25718" bIns="25718">
            <a:spAutoFit/>
          </a:bodyPr>
          <a:lstStyle>
            <a:lvl1pPr>
              <a:defRPr sz="2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一、字体使用要求</a:t>
            </a:r>
          </a:p>
        </p:txBody>
      </p:sp>
      <p:sp>
        <p:nvSpPr>
          <p:cNvPr id="219" name="文本框 8"/>
          <p:cNvSpPr txBox="1"/>
          <p:nvPr/>
        </p:nvSpPr>
        <p:spPr>
          <a:xfrm>
            <a:off x="1367153" y="2584449"/>
            <a:ext cx="3041018" cy="407037"/>
          </a:xfrm>
          <a:prstGeom prst="rect">
            <a:avLst/>
          </a:prstGeom>
          <a:ln w="12700">
            <a:miter lim="400000"/>
          </a:ln>
        </p:spPr>
        <p:txBody>
          <a:bodyPr lIns="25718" tIns="25718" rIns="25718" bIns="25718">
            <a:spAutoFit/>
          </a:bodyPr>
          <a:lstStyle>
            <a:lvl1pPr>
              <a:defRPr sz="2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二、图片使用要求</a:t>
            </a:r>
          </a:p>
        </p:txBody>
      </p:sp>
      <p:sp>
        <p:nvSpPr>
          <p:cNvPr id="220" name="矩形 8"/>
          <p:cNvSpPr txBox="1"/>
          <p:nvPr/>
        </p:nvSpPr>
        <p:spPr>
          <a:xfrm>
            <a:off x="1347468" y="2955926"/>
            <a:ext cx="9500239" cy="2352040"/>
          </a:xfrm>
          <a:prstGeom prst="rect">
            <a:avLst/>
          </a:prstGeom>
          <a:ln w="12700">
            <a:miter lim="400000"/>
          </a:ln>
        </p:spPr>
        <p:txBody>
          <a:bodyPr lIns="45718" tIns="45718" rIns="45718" bIns="45718">
            <a:spAutoFit/>
          </a:bodyPr>
          <a:lstStyle/>
          <a:p>
            <a:pPr defTabSz="384175">
              <a:lnSpc>
                <a:spcPct val="150000"/>
              </a:lnSpc>
              <a:defRPr sz="1400" b="1">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chemeClr val="tx1">
                    <a:lumMod val="65000"/>
                    <a:lumOff val="35000"/>
                  </a:schemeClr>
                </a:solidFill>
              </a:rPr>
              <a:t>1.不使用带有国徽、奥运会会徽的图片：</a:t>
            </a:r>
          </a:p>
          <a:p>
            <a:pPr defTabSz="384175">
              <a:lnSpc>
                <a:spcPct val="150000"/>
              </a:lnSpc>
              <a:defRPr sz="14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chemeClr val="tx1">
                    <a:lumMod val="65000"/>
                    <a:lumOff val="35000"/>
                  </a:schemeClr>
                </a:solidFill>
              </a:rPr>
              <a:t>非官方机构没有使用权利，易引起纠纷，在政府案例宣传中尤其注意；</a:t>
            </a:r>
          </a:p>
          <a:p>
            <a:pPr defTabSz="384175">
              <a:lnSpc>
                <a:spcPct val="150000"/>
              </a:lnSpc>
              <a:defRPr sz="1400" b="1">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chemeClr val="tx1">
                    <a:lumMod val="65000"/>
                    <a:lumOff val="35000"/>
                  </a:schemeClr>
                </a:solidFill>
              </a:rPr>
              <a:t>2.请使用深信服拓扑图标：</a:t>
            </a:r>
            <a:r>
              <a:rPr b="0">
                <a:solidFill>
                  <a:schemeClr val="tx1">
                    <a:lumMod val="65000"/>
                    <a:lumOff val="35000"/>
                  </a:schemeClr>
                </a:solidFill>
              </a:rPr>
              <a:t>知识库搜“深信服拓扑图标”获取；</a:t>
            </a:r>
          </a:p>
          <a:p>
            <a:pPr defTabSz="384175">
              <a:lnSpc>
                <a:spcPct val="150000"/>
              </a:lnSpc>
              <a:defRPr sz="1400" b="1">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chemeClr val="tx1">
                    <a:lumMod val="65000"/>
                    <a:lumOff val="35000"/>
                  </a:schemeClr>
                </a:solidFill>
              </a:rPr>
              <a:t>3.公开宣讲场合，避免使用侵权图片：</a:t>
            </a:r>
          </a:p>
          <a:p>
            <a:pPr defTabSz="384175">
              <a:lnSpc>
                <a:spcPct val="150000"/>
              </a:lnSpc>
              <a:defRPr sz="14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chemeClr val="tx1">
                    <a:lumMod val="65000"/>
                    <a:lumOff val="35000"/>
                  </a:schemeClr>
                </a:solidFill>
              </a:rPr>
              <a:t>百度搜索、昵图网等网站搜索出来的图片基本全属于侵权，公开场合宣讲属于商业用途，会招致侵权官司。因此请使用原创的拓扑、或自行制作拍摄的图片。</a:t>
            </a:r>
            <a:endParaRPr sz="2800">
              <a:solidFill>
                <a:schemeClr val="tx1">
                  <a:lumMod val="65000"/>
                  <a:lumOff val="35000"/>
                </a:schemeClr>
              </a:solidFill>
              <a:latin typeface="Calibri" panose="020F0502020204030204"/>
              <a:ea typeface="Calibri" panose="020F0502020204030204"/>
              <a:cs typeface="Calibri" panose="020F0502020204030204"/>
              <a:sym typeface="Calibri" panose="020F0502020204030204"/>
            </a:endParaRPr>
          </a:p>
          <a:p>
            <a:pPr defTabSz="384175">
              <a:lnSpc>
                <a:spcPct val="150000"/>
              </a:lnSpc>
              <a:defRPr sz="14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chemeClr val="tx1">
                    <a:lumMod val="65000"/>
                    <a:lumOff val="35000"/>
                  </a:schemeClr>
                </a:solidFill>
              </a:rPr>
              <a:t>另外，可使用“</a:t>
            </a:r>
            <a:r>
              <a:rPr lang="zh-CN" b="1">
                <a:solidFill>
                  <a:schemeClr val="tx1">
                    <a:lumMod val="65000"/>
                    <a:lumOff val="35000"/>
                  </a:schemeClr>
                </a:solidFill>
              </a:rPr>
              <a:t>摄图网</a:t>
            </a:r>
            <a:r>
              <a:rPr>
                <a:solidFill>
                  <a:schemeClr val="tx1">
                    <a:lumMod val="65000"/>
                    <a:lumOff val="35000"/>
                  </a:schemeClr>
                </a:solidFill>
              </a:rPr>
              <a:t>”内图片。</a:t>
            </a:r>
            <a:endParaRPr lang="zh-CN">
              <a:solidFill>
                <a:schemeClr val="tx1">
                  <a:lumMod val="65000"/>
                  <a:lumOff val="35000"/>
                </a:schemeClr>
              </a:solidFill>
            </a:endParaRPr>
          </a:p>
        </p:txBody>
      </p:sp>
      <p:sp>
        <p:nvSpPr>
          <p:cNvPr id="221" name="矩形 8"/>
          <p:cNvSpPr txBox="1"/>
          <p:nvPr/>
        </p:nvSpPr>
        <p:spPr>
          <a:xfrm>
            <a:off x="1341655" y="1560709"/>
            <a:ext cx="9609177" cy="726439"/>
          </a:xfrm>
          <a:prstGeom prst="rect">
            <a:avLst/>
          </a:prstGeom>
          <a:ln w="12700">
            <a:miter lim="400000"/>
          </a:ln>
        </p:spPr>
        <p:txBody>
          <a:bodyPr lIns="45718" tIns="45718" rIns="45718" bIns="45718">
            <a:spAutoFit/>
          </a:bodyPr>
          <a:lstStyle>
            <a:lvl1pPr defTabSz="384175">
              <a:lnSpc>
                <a:spcPct val="150000"/>
              </a:lnSpc>
              <a:defRPr sz="14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chemeClr val="tx1">
                    <a:lumMod val="65000"/>
                    <a:lumOff val="35000"/>
                  </a:schemeClr>
                </a:solidFill>
              </a:rPr>
              <a:t> 在PPT中，统一使用微软雅黑、Office自带的黑体、宋体、楷体等字体（即字体不带前缀的，如“华康宋体”不可使用） ，以避免版权纠纷；（PPT经常需要转为图片用于营销，因此字体需要符合版权要求）</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 name="图片 3" descr="D:/Users/Sangfor/Desktop/图片1-7.jpg图片1-7"/>
          <p:cNvPicPr>
            <a:picLocks noChangeAspect="1"/>
          </p:cNvPicPr>
          <p:nvPr/>
        </p:nvPicPr>
        <p:blipFill>
          <a:blip r:embed="rId3"/>
          <a:srcRect/>
          <a:stretch>
            <a:fillRect/>
          </a:stretch>
        </p:blipFill>
        <p:spPr>
          <a:xfrm>
            <a:off x="0" y="0"/>
            <a:ext cx="12192000" cy="6858000"/>
          </a:xfrm>
          <a:prstGeom prst="rect">
            <a:avLst/>
          </a:prstGeom>
          <a:ln w="12700">
            <a:miter lim="400000"/>
            <a:headEnd/>
            <a:tailEnd/>
          </a:ln>
        </p:spPr>
      </p:pic>
      <p:sp>
        <p:nvSpPr>
          <p:cNvPr id="224" name="矩形 2"/>
          <p:cNvSpPr/>
          <p:nvPr/>
        </p:nvSpPr>
        <p:spPr>
          <a:xfrm>
            <a:off x="0" y="5219829"/>
            <a:ext cx="12192000" cy="1638302"/>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25" name="文本框 8"/>
          <p:cNvSpPr txBox="1"/>
          <p:nvPr/>
        </p:nvSpPr>
        <p:spPr>
          <a:xfrm>
            <a:off x="872491" y="5370179"/>
            <a:ext cx="6669800" cy="640081"/>
          </a:xfrm>
          <a:prstGeom prst="rect">
            <a:avLst/>
          </a:prstGeom>
          <a:ln w="12700">
            <a:miter lim="400000"/>
          </a:ln>
        </p:spPr>
        <p:txBody>
          <a:bodyPr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大标题大标题大标题大标题</a:t>
            </a:r>
          </a:p>
        </p:txBody>
      </p:sp>
      <p:sp>
        <p:nvSpPr>
          <p:cNvPr id="226" name="文本框 8"/>
          <p:cNvSpPr txBox="1"/>
          <p:nvPr/>
        </p:nvSpPr>
        <p:spPr>
          <a:xfrm>
            <a:off x="872491" y="6004231"/>
            <a:ext cx="4995300" cy="386081"/>
          </a:xfrm>
          <a:prstGeom prst="rect">
            <a:avLst/>
          </a:prstGeom>
          <a:ln w="12700">
            <a:miter lim="400000"/>
          </a:ln>
        </p:spPr>
        <p:txBody>
          <a:bodyPr lIns="34290" tIns="34290" rIns="34290" bIns="34290">
            <a:spAutoFit/>
          </a:bodyPr>
          <a:lstStyle>
            <a:lvl1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小标题小标题小标题小标题小标题</a:t>
            </a:r>
          </a:p>
        </p:txBody>
      </p:sp>
      <p:sp>
        <p:nvSpPr>
          <p:cNvPr id="227" name="文本框 8"/>
          <p:cNvSpPr txBox="1"/>
          <p:nvPr/>
        </p:nvSpPr>
        <p:spPr>
          <a:xfrm>
            <a:off x="9838421" y="6153410"/>
            <a:ext cx="1722391" cy="322581"/>
          </a:xfrm>
          <a:prstGeom prst="rect">
            <a:avLst/>
          </a:prstGeom>
          <a:ln w="12700">
            <a:miter lim="400000"/>
          </a:ln>
        </p:spPr>
        <p:txBody>
          <a:bodyPr lIns="34290" tIns="34290" rIns="34290" bIns="34290">
            <a:spAutoFit/>
          </a:bodyPr>
          <a:lstStyle>
            <a:lvl1pPr>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小标题小标题小标题</a:t>
            </a:r>
          </a:p>
        </p:txBody>
      </p:sp>
      <p:sp>
        <p:nvSpPr>
          <p:cNvPr id="228" name="直接连接符 11"/>
          <p:cNvSpPr/>
          <p:nvPr/>
        </p:nvSpPr>
        <p:spPr>
          <a:xfrm>
            <a:off x="920750" y="6485870"/>
            <a:ext cx="10591802" cy="2"/>
          </a:xfrm>
          <a:prstGeom prst="line">
            <a:avLst/>
          </a:prstGeom>
          <a:ln w="12700">
            <a:solidFill>
              <a:srgbClr val="FFFFFF"/>
            </a:solidFill>
            <a:miter/>
          </a:ln>
        </p:spPr>
        <p:txBody>
          <a:bodyPr lIns="45718" tIns="45718" rIns="45718" bIns="45718"/>
          <a:lstStyle/>
          <a:p>
            <a:endParaRPr/>
          </a:p>
        </p:txBody>
      </p:sp>
      <p:sp>
        <p:nvSpPr>
          <p:cNvPr id="229" name="文本框 8"/>
          <p:cNvSpPr txBox="1"/>
          <p:nvPr/>
        </p:nvSpPr>
        <p:spPr>
          <a:xfrm>
            <a:off x="10067019" y="6518005"/>
            <a:ext cx="1862092" cy="233681"/>
          </a:xfrm>
          <a:prstGeom prst="rect">
            <a:avLst/>
          </a:prstGeom>
          <a:ln w="12700">
            <a:miter lim="400000"/>
          </a:ln>
        </p:spPr>
        <p:txBody>
          <a:bodyPr lIns="34290" tIns="34290" rIns="34290" bIns="34290">
            <a:spAutoFit/>
          </a:bodyPr>
          <a:lstStyle>
            <a:lvl1pPr>
              <a:defRPr sz="1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www.sangfor.com.cn</a:t>
            </a:r>
          </a:p>
        </p:txBody>
      </p:sp>
      <p:pic>
        <p:nvPicPr>
          <p:cNvPr id="230" name="图像" descr="图像"/>
          <p:cNvPicPr>
            <a:picLocks noChangeAspect="1"/>
          </p:cNvPicPr>
          <p:nvPr/>
        </p:nvPicPr>
        <p:blipFill>
          <a:blip r:embed="rId4"/>
          <a:stretch>
            <a:fillRect/>
          </a:stretch>
        </p:blipFill>
        <p:spPr>
          <a:xfrm>
            <a:off x="10942094" y="233923"/>
            <a:ext cx="853629" cy="276413"/>
          </a:xfrm>
          <a:prstGeom prst="rect">
            <a:avLst/>
          </a:prstGeom>
          <a:ln w="12700">
            <a:miter lim="400000"/>
            <a:headEnd/>
            <a:tailEnd/>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1-2"/>
          <p:cNvPicPr>
            <a:picLocks noChangeAspect="1"/>
          </p:cNvPicPr>
          <p:nvPr/>
        </p:nvPicPr>
        <p:blipFill>
          <a:blip r:embed="rId9"/>
          <a:stretch>
            <a:fillRect/>
          </a:stretch>
        </p:blipFill>
        <p:spPr>
          <a:xfrm>
            <a:off x="0" y="0"/>
            <a:ext cx="12192000" cy="6858000"/>
          </a:xfrm>
          <a:prstGeom prst="rect">
            <a:avLst/>
          </a:prstGeom>
        </p:spPr>
      </p:pic>
      <p:pic>
        <p:nvPicPr>
          <p:cNvPr id="4" name="图像" descr="图像"/>
          <p:cNvPicPr>
            <a:picLocks noChangeAspect="1"/>
          </p:cNvPicPr>
          <p:nvPr>
            <p:custDataLst>
              <p:tags r:id="rId1"/>
            </p:custDataLst>
          </p:nvPr>
        </p:nvPicPr>
        <p:blipFill>
          <a:blip r:embed="rId10"/>
          <a:stretch>
            <a:fillRect/>
          </a:stretch>
        </p:blipFill>
        <p:spPr>
          <a:xfrm>
            <a:off x="10942094" y="233923"/>
            <a:ext cx="853629" cy="276413"/>
          </a:xfrm>
          <a:prstGeom prst="rect">
            <a:avLst/>
          </a:prstGeom>
          <a:ln w="12700">
            <a:miter lim="400000"/>
            <a:headEnd/>
            <a:tailEnd/>
          </a:ln>
        </p:spPr>
      </p:pic>
      <p:sp>
        <p:nvSpPr>
          <p:cNvPr id="2" name="矩形 2"/>
          <p:cNvSpPr/>
          <p:nvPr>
            <p:custDataLst>
              <p:tags r:id="rId2"/>
            </p:custDataLst>
          </p:nvPr>
        </p:nvSpPr>
        <p:spPr>
          <a:xfrm>
            <a:off x="0" y="5219829"/>
            <a:ext cx="12192000" cy="1638302"/>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 name="文本框 8"/>
          <p:cNvSpPr txBox="1"/>
          <p:nvPr>
            <p:custDataLst>
              <p:tags r:id="rId3"/>
            </p:custDataLst>
          </p:nvPr>
        </p:nvSpPr>
        <p:spPr>
          <a:xfrm>
            <a:off x="872491" y="5370179"/>
            <a:ext cx="6669800" cy="640081"/>
          </a:xfrm>
          <a:prstGeom prst="rect">
            <a:avLst/>
          </a:prstGeom>
          <a:ln w="12700">
            <a:miter lim="400000"/>
          </a:ln>
        </p:spPr>
        <p:txBody>
          <a:bodyPr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大标题大标题大标题大标题</a:t>
            </a:r>
          </a:p>
        </p:txBody>
      </p:sp>
      <p:sp>
        <p:nvSpPr>
          <p:cNvPr id="6" name="文本框 8"/>
          <p:cNvSpPr txBox="1"/>
          <p:nvPr>
            <p:custDataLst>
              <p:tags r:id="rId4"/>
            </p:custDataLst>
          </p:nvPr>
        </p:nvSpPr>
        <p:spPr>
          <a:xfrm>
            <a:off x="872491" y="6004231"/>
            <a:ext cx="4995300" cy="386081"/>
          </a:xfrm>
          <a:prstGeom prst="rect">
            <a:avLst/>
          </a:prstGeom>
          <a:ln w="12700">
            <a:miter lim="400000"/>
          </a:ln>
        </p:spPr>
        <p:txBody>
          <a:bodyPr lIns="34290" tIns="34290" rIns="34290" bIns="34290">
            <a:spAutoFit/>
          </a:bodyPr>
          <a:lstStyle>
            <a:lvl1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小标题小标题小标题小标题小标题</a:t>
            </a:r>
          </a:p>
        </p:txBody>
      </p:sp>
      <p:sp>
        <p:nvSpPr>
          <p:cNvPr id="7" name="文本框 8"/>
          <p:cNvSpPr txBox="1"/>
          <p:nvPr>
            <p:custDataLst>
              <p:tags r:id="rId5"/>
            </p:custDataLst>
          </p:nvPr>
        </p:nvSpPr>
        <p:spPr>
          <a:xfrm>
            <a:off x="9838421" y="6153410"/>
            <a:ext cx="1722391" cy="322581"/>
          </a:xfrm>
          <a:prstGeom prst="rect">
            <a:avLst/>
          </a:prstGeom>
          <a:ln w="12700">
            <a:miter lim="400000"/>
          </a:ln>
        </p:spPr>
        <p:txBody>
          <a:bodyPr lIns="34290" tIns="34290" rIns="34290" bIns="34290">
            <a:spAutoFit/>
          </a:bodyPr>
          <a:lstStyle>
            <a:lvl1pPr>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小标题小标题小标题</a:t>
            </a:r>
          </a:p>
        </p:txBody>
      </p:sp>
      <p:sp>
        <p:nvSpPr>
          <p:cNvPr id="8" name="直接连接符 11"/>
          <p:cNvSpPr/>
          <p:nvPr>
            <p:custDataLst>
              <p:tags r:id="rId6"/>
            </p:custDataLst>
          </p:nvPr>
        </p:nvSpPr>
        <p:spPr>
          <a:xfrm>
            <a:off x="920750" y="6485870"/>
            <a:ext cx="10591802" cy="2"/>
          </a:xfrm>
          <a:prstGeom prst="line">
            <a:avLst/>
          </a:prstGeom>
          <a:ln w="12700">
            <a:solidFill>
              <a:srgbClr val="FFFFFF"/>
            </a:solidFill>
            <a:miter/>
          </a:ln>
        </p:spPr>
        <p:txBody>
          <a:bodyPr lIns="45718" tIns="45718" rIns="45718" bIns="45718"/>
          <a:lstStyle/>
          <a:p>
            <a:endParaRPr/>
          </a:p>
        </p:txBody>
      </p:sp>
      <p:sp>
        <p:nvSpPr>
          <p:cNvPr id="9" name="文本框 8"/>
          <p:cNvSpPr txBox="1"/>
          <p:nvPr>
            <p:custDataLst>
              <p:tags r:id="rId7"/>
            </p:custDataLst>
          </p:nvPr>
        </p:nvSpPr>
        <p:spPr>
          <a:xfrm>
            <a:off x="10067019" y="6518005"/>
            <a:ext cx="1862092" cy="233681"/>
          </a:xfrm>
          <a:prstGeom prst="rect">
            <a:avLst/>
          </a:prstGeom>
          <a:ln w="12700">
            <a:miter lim="400000"/>
          </a:ln>
        </p:spPr>
        <p:txBody>
          <a:bodyPr lIns="34290" tIns="34290" rIns="34290" bIns="34290">
            <a:spAutoFit/>
          </a:bodyPr>
          <a:lstStyle>
            <a:lvl1pPr>
              <a:defRPr sz="1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www.sangfor.com.cn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1" name="图片 12" descr="D:/Users/Sangfor/Desktop/ppt/新建文件夹/图片1-4.png图片1-4"/>
          <p:cNvPicPr>
            <a:picLocks noChangeAspect="1"/>
          </p:cNvPicPr>
          <p:nvPr/>
        </p:nvPicPr>
        <p:blipFill>
          <a:blip r:embed="rId10"/>
          <a:srcRect t="26" b="26"/>
          <a:stretch>
            <a:fillRect/>
          </a:stretch>
        </p:blipFill>
        <p:spPr>
          <a:xfrm>
            <a:off x="0" y="-10795"/>
            <a:ext cx="12217400" cy="6868795"/>
          </a:xfrm>
          <a:prstGeom prst="rect">
            <a:avLst/>
          </a:prstGeom>
          <a:ln w="12700">
            <a:miter lim="400000"/>
            <a:headEnd/>
            <a:tailEnd/>
          </a:ln>
        </p:spPr>
      </p:pic>
      <p:sp>
        <p:nvSpPr>
          <p:cNvPr id="2" name="矩形 2"/>
          <p:cNvSpPr/>
          <p:nvPr>
            <p:custDataLst>
              <p:tags r:id="rId1"/>
            </p:custDataLst>
          </p:nvPr>
        </p:nvSpPr>
        <p:spPr>
          <a:xfrm>
            <a:off x="0" y="5219829"/>
            <a:ext cx="12192000" cy="1638302"/>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 name="文本框 8"/>
          <p:cNvSpPr txBox="1"/>
          <p:nvPr>
            <p:custDataLst>
              <p:tags r:id="rId2"/>
            </p:custDataLst>
          </p:nvPr>
        </p:nvSpPr>
        <p:spPr>
          <a:xfrm>
            <a:off x="872491" y="5370179"/>
            <a:ext cx="6669800" cy="640081"/>
          </a:xfrm>
          <a:prstGeom prst="rect">
            <a:avLst/>
          </a:prstGeom>
          <a:ln w="12700">
            <a:miter lim="400000"/>
          </a:ln>
        </p:spPr>
        <p:txBody>
          <a:bodyPr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大标题大标题大标题大标题</a:t>
            </a:r>
          </a:p>
        </p:txBody>
      </p:sp>
      <p:sp>
        <p:nvSpPr>
          <p:cNvPr id="4" name="文本框 8"/>
          <p:cNvSpPr txBox="1"/>
          <p:nvPr>
            <p:custDataLst>
              <p:tags r:id="rId3"/>
            </p:custDataLst>
          </p:nvPr>
        </p:nvSpPr>
        <p:spPr>
          <a:xfrm>
            <a:off x="872491" y="6004231"/>
            <a:ext cx="4995300" cy="386081"/>
          </a:xfrm>
          <a:prstGeom prst="rect">
            <a:avLst/>
          </a:prstGeom>
          <a:ln w="12700">
            <a:miter lim="400000"/>
          </a:ln>
        </p:spPr>
        <p:txBody>
          <a:bodyPr lIns="34290" tIns="34290" rIns="34290" bIns="34290">
            <a:spAutoFit/>
          </a:bodyPr>
          <a:lstStyle>
            <a:lvl1pP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小标题小标题小标题小标题小标题</a:t>
            </a:r>
          </a:p>
        </p:txBody>
      </p:sp>
      <p:sp>
        <p:nvSpPr>
          <p:cNvPr id="5" name="文本框 8"/>
          <p:cNvSpPr txBox="1"/>
          <p:nvPr>
            <p:custDataLst>
              <p:tags r:id="rId4"/>
            </p:custDataLst>
          </p:nvPr>
        </p:nvSpPr>
        <p:spPr>
          <a:xfrm>
            <a:off x="9838421" y="6153410"/>
            <a:ext cx="1722391" cy="322581"/>
          </a:xfrm>
          <a:prstGeom prst="rect">
            <a:avLst/>
          </a:prstGeom>
          <a:ln w="12700">
            <a:miter lim="400000"/>
          </a:ln>
        </p:spPr>
        <p:txBody>
          <a:bodyPr lIns="34290" tIns="34290" rIns="34290" bIns="34290">
            <a:spAutoFit/>
          </a:bodyPr>
          <a:lstStyle>
            <a:lvl1pPr>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小标题小标题小标题</a:t>
            </a:r>
          </a:p>
        </p:txBody>
      </p:sp>
      <p:sp>
        <p:nvSpPr>
          <p:cNvPr id="6" name="直接连接符 11"/>
          <p:cNvSpPr/>
          <p:nvPr>
            <p:custDataLst>
              <p:tags r:id="rId5"/>
            </p:custDataLst>
          </p:nvPr>
        </p:nvSpPr>
        <p:spPr>
          <a:xfrm>
            <a:off x="920750" y="6485870"/>
            <a:ext cx="10591802" cy="2"/>
          </a:xfrm>
          <a:prstGeom prst="line">
            <a:avLst/>
          </a:prstGeom>
          <a:ln w="12700">
            <a:solidFill>
              <a:srgbClr val="FFFFFF"/>
            </a:solidFill>
            <a:miter/>
          </a:ln>
        </p:spPr>
        <p:txBody>
          <a:bodyPr lIns="45718" tIns="45718" rIns="45718" bIns="45718"/>
          <a:lstStyle/>
          <a:p>
            <a:endParaRPr/>
          </a:p>
        </p:txBody>
      </p:sp>
      <p:sp>
        <p:nvSpPr>
          <p:cNvPr id="7" name="文本框 8"/>
          <p:cNvSpPr txBox="1"/>
          <p:nvPr>
            <p:custDataLst>
              <p:tags r:id="rId6"/>
            </p:custDataLst>
          </p:nvPr>
        </p:nvSpPr>
        <p:spPr>
          <a:xfrm>
            <a:off x="10067019" y="6518005"/>
            <a:ext cx="1862092" cy="233681"/>
          </a:xfrm>
          <a:prstGeom prst="rect">
            <a:avLst/>
          </a:prstGeom>
          <a:ln w="12700">
            <a:miter lim="400000"/>
          </a:ln>
        </p:spPr>
        <p:txBody>
          <a:bodyPr lIns="34290" tIns="34290" rIns="34290" bIns="34290">
            <a:spAutoFit/>
          </a:bodyPr>
          <a:lstStyle>
            <a:lvl1pPr>
              <a:defRPr sz="1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www.sangfor.com.cn</a:t>
            </a:r>
          </a:p>
        </p:txBody>
      </p:sp>
      <p:pic>
        <p:nvPicPr>
          <p:cNvPr id="8" name="图像" descr="图像"/>
          <p:cNvPicPr>
            <a:picLocks noChangeAspect="1"/>
          </p:cNvPicPr>
          <p:nvPr>
            <p:custDataLst>
              <p:tags r:id="rId7"/>
            </p:custDataLst>
          </p:nvPr>
        </p:nvPicPr>
        <p:blipFill>
          <a:blip r:embed="rId11"/>
          <a:stretch>
            <a:fillRect/>
          </a:stretch>
        </p:blipFill>
        <p:spPr>
          <a:xfrm>
            <a:off x="10942094" y="233923"/>
            <a:ext cx="853629" cy="276413"/>
          </a:xfrm>
          <a:prstGeom prst="rect">
            <a:avLst/>
          </a:prstGeom>
          <a:ln w="12700">
            <a:miter lim="400000"/>
            <a:headEnd/>
            <a:tailEnd/>
          </a:ln>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文本框 8"/>
          <p:cNvSpPr txBox="1"/>
          <p:nvPr/>
        </p:nvSpPr>
        <p:spPr>
          <a:xfrm>
            <a:off x="848676" y="428625"/>
            <a:ext cx="7929248" cy="538481"/>
          </a:xfrm>
          <a:prstGeom prst="rect">
            <a:avLst/>
          </a:prstGeom>
          <a:ln w="12700">
            <a:miter lim="400000"/>
          </a:ln>
        </p:spPr>
        <p:txBody>
          <a:bodyPr lIns="34290" tIns="34290" rIns="34290" bIns="34290">
            <a:spAutoFit/>
          </a:bodyPr>
          <a:lstStyle>
            <a:lvl1pPr>
              <a:defRPr sz="26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配色</a:t>
            </a:r>
          </a:p>
        </p:txBody>
      </p:sp>
      <p:sp>
        <p:nvSpPr>
          <p:cNvPr id="251" name="文本框 8"/>
          <p:cNvSpPr txBox="1"/>
          <p:nvPr/>
        </p:nvSpPr>
        <p:spPr>
          <a:xfrm>
            <a:off x="848676" y="896937"/>
            <a:ext cx="7929248" cy="314325"/>
          </a:xfrm>
          <a:prstGeom prst="rect">
            <a:avLst/>
          </a:prstGeom>
          <a:ln w="12700">
            <a:miter lim="400000"/>
          </a:ln>
        </p:spPr>
        <p:txBody>
          <a:bodyPr lIns="34290" tIns="34290" rIns="34290" bIns="34290">
            <a:spAutoFit/>
          </a:bodyPr>
          <a:lstStyle>
            <a:lvl1pPr>
              <a:defRPr sz="16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以下颜色为PPT可使用的配色</a:t>
            </a:r>
          </a:p>
        </p:txBody>
      </p:sp>
      <p:sp>
        <p:nvSpPr>
          <p:cNvPr id="3" name="文本框 8"/>
          <p:cNvSpPr txBox="1"/>
          <p:nvPr>
            <p:custDataLst>
              <p:tags r:id="rId1"/>
            </p:custDataLst>
          </p:nvPr>
        </p:nvSpPr>
        <p:spPr>
          <a:xfrm>
            <a:off x="5397640" y="4194717"/>
            <a:ext cx="1244955" cy="284481"/>
          </a:xfrm>
          <a:prstGeom prst="rect">
            <a:avLst/>
          </a:prstGeom>
          <a:ln w="12700">
            <a:miter lim="400000"/>
          </a:ln>
        </p:spPr>
        <p:txBody>
          <a:bodyPr lIns="34290" tIns="34290" rIns="34290" bIns="34290">
            <a:spAutoFit/>
          </a:bodyPr>
          <a:lstStyle>
            <a:lvl1pPr>
              <a:defRPr sz="1200">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同色混合选色</a:t>
            </a:r>
          </a:p>
        </p:txBody>
      </p:sp>
      <p:sp>
        <p:nvSpPr>
          <p:cNvPr id="5" name="矩形 4"/>
          <p:cNvSpPr/>
          <p:nvPr>
            <p:custDataLst>
              <p:tags r:id="rId2"/>
            </p:custDataLst>
          </p:nvPr>
        </p:nvSpPr>
        <p:spPr>
          <a:xfrm rot="10800000">
            <a:off x="2010410" y="3524250"/>
            <a:ext cx="8019415" cy="553085"/>
          </a:xfrm>
          <a:prstGeom prst="rect">
            <a:avLst/>
          </a:prstGeom>
          <a:gradFill>
            <a:gsLst>
              <a:gs pos="72000">
                <a:srgbClr val="53C800"/>
              </a:gs>
              <a:gs pos="0">
                <a:srgbClr val="9BF48F"/>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11" name="矩形 10"/>
          <p:cNvSpPr/>
          <p:nvPr>
            <p:custDataLst>
              <p:tags r:id="rId3"/>
            </p:custDataLst>
          </p:nvPr>
        </p:nvSpPr>
        <p:spPr>
          <a:xfrm rot="10800000">
            <a:off x="2010410" y="2515870"/>
            <a:ext cx="8019415" cy="553085"/>
          </a:xfrm>
          <a:prstGeom prst="rect">
            <a:avLst/>
          </a:prstGeom>
          <a:gradFill>
            <a:gsLst>
              <a:gs pos="0">
                <a:srgbClr val="51C0F9"/>
              </a:gs>
              <a:gs pos="70000">
                <a:srgbClr val="006CD9"/>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12" name="文本框 8"/>
          <p:cNvSpPr txBox="1"/>
          <p:nvPr>
            <p:custDataLst>
              <p:tags r:id="rId4"/>
            </p:custDataLst>
          </p:nvPr>
        </p:nvSpPr>
        <p:spPr>
          <a:xfrm>
            <a:off x="2207253" y="2589339"/>
            <a:ext cx="743815" cy="437515"/>
          </a:xfrm>
          <a:prstGeom prst="rect">
            <a:avLst/>
          </a:prstGeom>
          <a:ln w="12700">
            <a:miter lim="400000"/>
          </a:ln>
        </p:spPr>
        <p:txBody>
          <a:bodyPr lIns="34290" tIns="34290" rIns="34290" bIns="34290">
            <a:spAutoFit/>
          </a:bodyPr>
          <a:lstStyle/>
          <a:p>
            <a:pPr>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深信服</a:t>
            </a:r>
          </a:p>
          <a:p>
            <a:pPr>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专属</a:t>
            </a:r>
            <a:r>
              <a:rPr>
                <a:sym typeface="+mn-ea"/>
              </a:rPr>
              <a:t>蓝色</a:t>
            </a:r>
          </a:p>
        </p:txBody>
      </p:sp>
      <p:sp>
        <p:nvSpPr>
          <p:cNvPr id="13" name="文本框 8"/>
          <p:cNvSpPr txBox="1"/>
          <p:nvPr>
            <p:custDataLst>
              <p:tags r:id="rId5"/>
            </p:custDataLst>
          </p:nvPr>
        </p:nvSpPr>
        <p:spPr>
          <a:xfrm>
            <a:off x="9192009" y="2650172"/>
            <a:ext cx="743814" cy="284481"/>
          </a:xfrm>
          <a:prstGeom prst="rect">
            <a:avLst/>
          </a:prstGeom>
          <a:ln w="12700">
            <a:miter lim="400000"/>
          </a:ln>
        </p:spPr>
        <p:txBody>
          <a:bodyPr lIns="34290" tIns="34290" rIns="34290" bIns="34290">
            <a:spAutoFit/>
          </a:bodyPr>
          <a:lstStyle>
            <a:lvl1pPr>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浅蓝色</a:t>
            </a:r>
          </a:p>
        </p:txBody>
      </p:sp>
      <p:sp>
        <p:nvSpPr>
          <p:cNvPr id="14" name="文本框 13"/>
          <p:cNvSpPr txBox="1"/>
          <p:nvPr>
            <p:custDataLst>
              <p:tags r:id="rId6"/>
            </p:custDataLst>
          </p:nvPr>
        </p:nvSpPr>
        <p:spPr>
          <a:xfrm>
            <a:off x="2207253" y="3607484"/>
            <a:ext cx="743815" cy="437515"/>
          </a:xfrm>
          <a:prstGeom prst="rect">
            <a:avLst/>
          </a:prstGeom>
          <a:ln w="12700">
            <a:miter lim="400000"/>
          </a:ln>
        </p:spPr>
        <p:txBody>
          <a:bodyPr lIns="34290" tIns="34290" rIns="34290" bIns="34290">
            <a:spAutoFit/>
          </a:bodyPr>
          <a:lstStyle/>
          <a:p>
            <a:pPr>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深信服</a:t>
            </a:r>
          </a:p>
          <a:p>
            <a:pPr>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专属</a:t>
            </a:r>
            <a:r>
              <a:rPr>
                <a:sym typeface="+mn-ea"/>
              </a:rPr>
              <a:t>绿色</a:t>
            </a:r>
          </a:p>
        </p:txBody>
      </p:sp>
      <p:sp>
        <p:nvSpPr>
          <p:cNvPr id="15" name="文本框 8"/>
          <p:cNvSpPr txBox="1"/>
          <p:nvPr>
            <p:custDataLst>
              <p:tags r:id="rId7"/>
            </p:custDataLst>
          </p:nvPr>
        </p:nvSpPr>
        <p:spPr>
          <a:xfrm>
            <a:off x="9192009" y="3674428"/>
            <a:ext cx="743814" cy="252730"/>
          </a:xfrm>
          <a:prstGeom prst="rect">
            <a:avLst/>
          </a:prstGeom>
          <a:ln w="12700">
            <a:miter lim="400000"/>
          </a:ln>
        </p:spPr>
        <p:txBody>
          <a:bodyPr lIns="34290" tIns="34290" rIns="34290" bIns="34290">
            <a:spAutoFit/>
          </a:bodyPr>
          <a:lstStyle/>
          <a:p>
            <a:pPr>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ym typeface="+mn-ea"/>
              </a:rPr>
              <a:t>浅绿色</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矩形 8"/>
          <p:cNvSpPr txBox="1"/>
          <p:nvPr/>
        </p:nvSpPr>
        <p:spPr>
          <a:xfrm>
            <a:off x="4146232" y="4215256"/>
            <a:ext cx="1704023" cy="956309"/>
          </a:xfrm>
          <a:prstGeom prst="rect">
            <a:avLst/>
          </a:prstGeom>
          <a:ln w="12700">
            <a:miter lim="400000"/>
          </a:ln>
        </p:spPr>
        <p:txBody>
          <a:bodyPr lIns="45718" tIns="45718" rIns="45718" bIns="45718">
            <a:spAutoFit/>
          </a:bodyPr>
          <a:lstStyle/>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主色调2</a:t>
            </a:r>
            <a:endParaRPr sz="2800">
              <a:solidFill>
                <a:srgbClr val="0E0E0E"/>
              </a:solidFill>
              <a:latin typeface="Calibri" panose="020F0502020204030204"/>
              <a:ea typeface="Calibri" panose="020F0502020204030204"/>
              <a:cs typeface="Calibri" panose="020F0502020204030204"/>
              <a:sym typeface="Calibri" panose="020F0502020204030204"/>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PPT主要用色</a:t>
            </a:r>
          </a:p>
        </p:txBody>
      </p:sp>
      <p:sp>
        <p:nvSpPr>
          <p:cNvPr id="261" name="矩形 10"/>
          <p:cNvSpPr txBox="1"/>
          <p:nvPr/>
        </p:nvSpPr>
        <p:spPr>
          <a:xfrm>
            <a:off x="8699158" y="4257786"/>
            <a:ext cx="1704026" cy="1286509"/>
          </a:xfrm>
          <a:prstGeom prst="rect">
            <a:avLst/>
          </a:prstGeom>
          <a:ln w="12700">
            <a:miter lim="400000"/>
          </a:ln>
        </p:spPr>
        <p:txBody>
          <a:bodyPr lIns="45718" tIns="45718" rIns="45718" bIns="45718">
            <a:spAutoFit/>
          </a:bodyPr>
          <a:lstStyle/>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突出显示用色</a:t>
            </a: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仅限小面积、少量使用，以确保突出效果</a:t>
            </a:r>
          </a:p>
        </p:txBody>
      </p:sp>
      <p:sp>
        <p:nvSpPr>
          <p:cNvPr id="262" name="矩形 15"/>
          <p:cNvSpPr txBox="1"/>
          <p:nvPr/>
        </p:nvSpPr>
        <p:spPr>
          <a:xfrm>
            <a:off x="1804668" y="4215256"/>
            <a:ext cx="1704026" cy="956309"/>
          </a:xfrm>
          <a:prstGeom prst="rect">
            <a:avLst/>
          </a:prstGeom>
          <a:ln w="12700">
            <a:miter lim="400000"/>
          </a:ln>
        </p:spPr>
        <p:txBody>
          <a:bodyPr lIns="45718" tIns="45718" rIns="45718" bIns="45718">
            <a:spAutoFit/>
          </a:bodyPr>
          <a:lstStyle/>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主色调1</a:t>
            </a:r>
            <a:endParaRPr sz="2800">
              <a:solidFill>
                <a:srgbClr val="0E0E0E"/>
              </a:solidFill>
              <a:latin typeface="Calibri" panose="020F0502020204030204"/>
              <a:ea typeface="Calibri" panose="020F0502020204030204"/>
              <a:cs typeface="Calibri" panose="020F0502020204030204"/>
              <a:sym typeface="Calibri" panose="020F0502020204030204"/>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PPT主要用色</a:t>
            </a:r>
          </a:p>
        </p:txBody>
      </p:sp>
      <p:sp>
        <p:nvSpPr>
          <p:cNvPr id="263" name="文本框 8"/>
          <p:cNvSpPr txBox="1"/>
          <p:nvPr/>
        </p:nvSpPr>
        <p:spPr>
          <a:xfrm>
            <a:off x="848676" y="428625"/>
            <a:ext cx="7929248" cy="538481"/>
          </a:xfrm>
          <a:prstGeom prst="rect">
            <a:avLst/>
          </a:prstGeom>
          <a:ln w="12700">
            <a:miter lim="400000"/>
          </a:ln>
        </p:spPr>
        <p:txBody>
          <a:bodyPr lIns="34290" tIns="34290" rIns="34290" bIns="34290">
            <a:spAutoFit/>
          </a:bodyPr>
          <a:lstStyle>
            <a:lvl1pPr>
              <a:defRPr sz="26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选色</a:t>
            </a:r>
          </a:p>
        </p:txBody>
      </p:sp>
      <p:sp>
        <p:nvSpPr>
          <p:cNvPr id="264" name="文本框 8"/>
          <p:cNvSpPr txBox="1"/>
          <p:nvPr/>
        </p:nvSpPr>
        <p:spPr>
          <a:xfrm>
            <a:off x="848676" y="896937"/>
            <a:ext cx="7929248" cy="347981"/>
          </a:xfrm>
          <a:prstGeom prst="rect">
            <a:avLst/>
          </a:prstGeom>
          <a:ln w="12700">
            <a:miter lim="400000"/>
          </a:ln>
        </p:spPr>
        <p:txBody>
          <a:bodyPr lIns="34290" tIns="34290" rIns="34290" bIns="34290">
            <a:spAutoFit/>
          </a:bodyPr>
          <a:lstStyle>
            <a:lvl1pPr>
              <a:def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以下四种颜色为PPT可使用的配色</a:t>
            </a:r>
          </a:p>
        </p:txBody>
      </p:sp>
      <p:sp>
        <p:nvSpPr>
          <p:cNvPr id="265" name="矩形 16"/>
          <p:cNvSpPr txBox="1"/>
          <p:nvPr/>
        </p:nvSpPr>
        <p:spPr>
          <a:xfrm>
            <a:off x="6336960" y="4215256"/>
            <a:ext cx="1704022" cy="956309"/>
          </a:xfrm>
          <a:prstGeom prst="rect">
            <a:avLst/>
          </a:prstGeom>
          <a:ln w="12700">
            <a:miter lim="400000"/>
          </a:ln>
        </p:spPr>
        <p:txBody>
          <a:bodyPr lIns="45718" tIns="45718" rIns="45718" bIns="45718">
            <a:spAutoFit/>
          </a:bodyPr>
          <a:lstStyle/>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主色调2</a:t>
            </a:r>
            <a:endParaRPr sz="2800">
              <a:solidFill>
                <a:srgbClr val="0E0E0E"/>
              </a:solidFill>
              <a:latin typeface="Calibri" panose="020F0502020204030204"/>
              <a:ea typeface="Calibri" panose="020F0502020204030204"/>
              <a:cs typeface="Calibri" panose="020F0502020204030204"/>
              <a:sym typeface="Calibri" panose="020F0502020204030204"/>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PPT主要用色</a:t>
            </a:r>
          </a:p>
        </p:txBody>
      </p:sp>
      <p:sp>
        <p:nvSpPr>
          <p:cNvPr id="266" name="椭圆 5"/>
          <p:cNvSpPr/>
          <p:nvPr/>
        </p:nvSpPr>
        <p:spPr>
          <a:xfrm>
            <a:off x="8747125" y="2159635"/>
            <a:ext cx="1701800" cy="170180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267" name="椭圆 7"/>
          <p:cNvSpPr/>
          <p:nvPr/>
        </p:nvSpPr>
        <p:spPr>
          <a:xfrm>
            <a:off x="4150995" y="2159635"/>
            <a:ext cx="1701800" cy="1701800"/>
          </a:xfrm>
          <a:prstGeom prst="ellipse">
            <a:avLst/>
          </a:prstGeom>
          <a:solidFill>
            <a:srgbClr val="0587F5"/>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268" name="椭圆 11"/>
          <p:cNvSpPr/>
          <p:nvPr/>
        </p:nvSpPr>
        <p:spPr>
          <a:xfrm>
            <a:off x="1852295" y="2159635"/>
            <a:ext cx="1701800" cy="170180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269" name="椭圆 17"/>
          <p:cNvSpPr/>
          <p:nvPr/>
        </p:nvSpPr>
        <p:spPr>
          <a:xfrm>
            <a:off x="6338071" y="2159635"/>
            <a:ext cx="1701800" cy="1701800"/>
          </a:xfrm>
          <a:prstGeom prst="ellipse">
            <a:avLst/>
          </a:prstGeom>
          <a:solidFill>
            <a:srgbClr val="51C0F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矩形 3"/>
          <p:cNvSpPr/>
          <p:nvPr/>
        </p:nvSpPr>
        <p:spPr>
          <a:xfrm>
            <a:off x="982661" y="3816350"/>
            <a:ext cx="3487741" cy="269875"/>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73" name="椭圆 5"/>
          <p:cNvSpPr/>
          <p:nvPr/>
        </p:nvSpPr>
        <p:spPr>
          <a:xfrm>
            <a:off x="5363845" y="2414270"/>
            <a:ext cx="1703705" cy="1701800"/>
          </a:xfrm>
          <a:prstGeom prst="ellipse">
            <a:avLst/>
          </a:prstGeom>
          <a:solidFill>
            <a:srgbClr val="0E0E0E"/>
          </a:solidFill>
          <a:ln w="12700" cap="flat">
            <a:noFill/>
            <a:miter lim="400000"/>
          </a:ln>
          <a:effectLst/>
        </p:spPr>
        <p:txBody>
          <a:bodyPr wrap="square" lIns="45718" tIns="45718" rIns="45718" bIns="45718" numCol="1" anchor="ctr">
            <a:noAutofit/>
          </a:bodyPr>
          <a:lstStyle/>
          <a:p>
            <a:pPr algn="ctr">
              <a:defRPr>
                <a:solidFill>
                  <a:srgbClr val="404040"/>
                </a:solidFill>
                <a:latin typeface="+mj-lt"/>
                <a:ea typeface="+mj-ea"/>
                <a:cs typeface="+mj-cs"/>
                <a:sym typeface="等线" panose="02010600030101010101" charset="-122"/>
              </a:defRPr>
            </a:pPr>
            <a:endParaRPr/>
          </a:p>
        </p:txBody>
      </p:sp>
      <p:sp>
        <p:nvSpPr>
          <p:cNvPr id="274" name="矩形 31"/>
          <p:cNvSpPr txBox="1"/>
          <p:nvPr/>
        </p:nvSpPr>
        <p:spPr>
          <a:xfrm>
            <a:off x="5363845" y="4323080"/>
            <a:ext cx="1704340" cy="956310"/>
          </a:xfrm>
          <a:prstGeom prst="rect">
            <a:avLst/>
          </a:prstGeom>
          <a:noFill/>
          <a:ln w="12700" cap="flat">
            <a:noFill/>
            <a:miter lim="400000"/>
          </a:ln>
          <a:effectLst/>
        </p:spPr>
        <p:txBody>
          <a:bodyPr wrap="square" lIns="45718" tIns="45718" rIns="45718" bIns="45718" numCol="1" anchor="t">
            <a:spAutoFit/>
          </a:bodyPr>
          <a:lstStyle/>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大标题、正文标准色</a:t>
            </a: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PPT文字的主体颜色</a:t>
            </a:r>
          </a:p>
        </p:txBody>
      </p:sp>
      <p:sp>
        <p:nvSpPr>
          <p:cNvPr id="276" name="椭圆 8"/>
          <p:cNvSpPr/>
          <p:nvPr/>
        </p:nvSpPr>
        <p:spPr>
          <a:xfrm>
            <a:off x="7578725" y="2384425"/>
            <a:ext cx="1703705" cy="170180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404040"/>
                </a:solidFill>
                <a:latin typeface="+mj-lt"/>
                <a:ea typeface="+mj-ea"/>
                <a:cs typeface="+mj-cs"/>
                <a:sym typeface="等线" panose="02010600030101010101" charset="-122"/>
              </a:defRPr>
            </a:pPr>
            <a:endParaRPr/>
          </a:p>
        </p:txBody>
      </p:sp>
      <p:sp>
        <p:nvSpPr>
          <p:cNvPr id="277" name="矩形 35"/>
          <p:cNvSpPr txBox="1"/>
          <p:nvPr/>
        </p:nvSpPr>
        <p:spPr>
          <a:xfrm>
            <a:off x="7578090" y="4293235"/>
            <a:ext cx="1902460" cy="1286510"/>
          </a:xfrm>
          <a:prstGeom prst="rect">
            <a:avLst/>
          </a:prstGeom>
          <a:noFill/>
          <a:ln w="12700" cap="flat">
            <a:noFill/>
            <a:miter lim="400000"/>
          </a:ln>
          <a:effectLst/>
        </p:spPr>
        <p:txBody>
          <a:bodyPr wrap="square" lIns="45718" tIns="45718" rIns="45718" bIns="45718" numCol="1" anchor="t">
            <a:spAutoFit/>
          </a:bodyPr>
          <a:lstStyle/>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副标题、文字突出色</a:t>
            </a: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主要用于副标题、部分需要着重说明的文字上</a:t>
            </a:r>
          </a:p>
        </p:txBody>
      </p:sp>
      <p:sp>
        <p:nvSpPr>
          <p:cNvPr id="279" name="矩形 13"/>
          <p:cNvSpPr txBox="1"/>
          <p:nvPr/>
        </p:nvSpPr>
        <p:spPr>
          <a:xfrm>
            <a:off x="923607" y="2682875"/>
            <a:ext cx="4132899" cy="955039"/>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正文标准色正文标准色正文标准色正文标准色正文标准色正文标准色正文标准色正文标准色正文标准色正文标准色正文标准色正文标准色正文标准色正文标准色</a:t>
            </a:r>
          </a:p>
        </p:txBody>
      </p:sp>
      <p:sp>
        <p:nvSpPr>
          <p:cNvPr id="280" name="矩形 13"/>
          <p:cNvSpPr txBox="1"/>
          <p:nvPr/>
        </p:nvSpPr>
        <p:spPr>
          <a:xfrm>
            <a:off x="1037907" y="3776663"/>
            <a:ext cx="3707449" cy="294639"/>
          </a:xfrm>
          <a:prstGeom prst="rect">
            <a:avLst/>
          </a:prstGeom>
          <a:ln w="12700">
            <a:miter lim="400000"/>
          </a:ln>
        </p:spPr>
        <p:txBody>
          <a:bodyPr lIns="45718" tIns="45718" rIns="45718" bIns="45718">
            <a:spAutoFit/>
          </a:bodyPr>
          <a:lstStyle>
            <a:lvl1pPr>
              <a:lnSpc>
                <a:spcPct val="150000"/>
              </a:lnSpc>
              <a:defRPr sz="1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突出辅助色用于正文底色填充，以达成突出文字的目的</a:t>
            </a:r>
          </a:p>
        </p:txBody>
      </p:sp>
      <p:sp>
        <p:nvSpPr>
          <p:cNvPr id="281" name="椭圆 13"/>
          <p:cNvSpPr/>
          <p:nvPr/>
        </p:nvSpPr>
        <p:spPr>
          <a:xfrm>
            <a:off x="9794875" y="2336800"/>
            <a:ext cx="1703705" cy="170180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404040"/>
                </a:solidFill>
                <a:latin typeface="+mj-lt"/>
                <a:ea typeface="+mj-ea"/>
                <a:cs typeface="+mj-cs"/>
                <a:sym typeface="等线" panose="02010600030101010101" charset="-122"/>
              </a:defRPr>
            </a:pPr>
            <a:endParaRPr/>
          </a:p>
        </p:txBody>
      </p:sp>
      <p:sp>
        <p:nvSpPr>
          <p:cNvPr id="282" name="矩形 15"/>
          <p:cNvSpPr txBox="1"/>
          <p:nvPr/>
        </p:nvSpPr>
        <p:spPr>
          <a:xfrm>
            <a:off x="9794240" y="4288155"/>
            <a:ext cx="1902460" cy="1286510"/>
          </a:xfrm>
          <a:prstGeom prst="rect">
            <a:avLst/>
          </a:prstGeom>
          <a:noFill/>
          <a:ln w="12700" cap="flat">
            <a:noFill/>
            <a:miter lim="400000"/>
          </a:ln>
          <a:effectLst/>
        </p:spPr>
        <p:txBody>
          <a:bodyPr wrap="square" lIns="45718" tIns="45718" rIns="45718" bIns="45718" numCol="1" anchor="t">
            <a:spAutoFit/>
          </a:bodyPr>
          <a:lstStyle/>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文字突出辅助色</a:t>
            </a: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gn="ctr" defTabSz="512445">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用于正文底色填充，以达成突出文字的目的</a:t>
            </a:r>
          </a:p>
        </p:txBody>
      </p:sp>
      <p:sp>
        <p:nvSpPr>
          <p:cNvPr id="284" name="矩形 13"/>
          <p:cNvSpPr txBox="1"/>
          <p:nvPr/>
        </p:nvSpPr>
        <p:spPr>
          <a:xfrm>
            <a:off x="923606" y="2266950"/>
            <a:ext cx="3709037" cy="345439"/>
          </a:xfrm>
          <a:prstGeom prst="rect">
            <a:avLst/>
          </a:prstGeom>
          <a:ln w="12700">
            <a:miter lim="400000"/>
          </a:ln>
        </p:spPr>
        <p:txBody>
          <a:bodyPr lIns="45718" tIns="45718" rIns="45718" bIns="45718">
            <a:spAutoFit/>
          </a:bodyPr>
          <a:lstStyle>
            <a:lvl1pPr>
              <a:lnSpc>
                <a:spcPct val="150000"/>
              </a:lnSpc>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6CCD24"/>
                </a:solidFill>
              </a:rPr>
              <a:t>副标题、文字突出用色</a:t>
            </a:r>
          </a:p>
        </p:txBody>
      </p:sp>
      <p:sp>
        <p:nvSpPr>
          <p:cNvPr id="285" name="矩形 16"/>
          <p:cNvSpPr/>
          <p:nvPr/>
        </p:nvSpPr>
        <p:spPr>
          <a:xfrm>
            <a:off x="982661" y="4192587"/>
            <a:ext cx="3487741" cy="26987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86" name="矩形 13"/>
          <p:cNvSpPr txBox="1"/>
          <p:nvPr/>
        </p:nvSpPr>
        <p:spPr>
          <a:xfrm>
            <a:off x="1042668" y="4152899"/>
            <a:ext cx="3709039" cy="294639"/>
          </a:xfrm>
          <a:prstGeom prst="rect">
            <a:avLst/>
          </a:prstGeom>
          <a:ln w="12700">
            <a:miter lim="400000"/>
          </a:ln>
        </p:spPr>
        <p:txBody>
          <a:bodyPr lIns="45718" tIns="45718" rIns="45718" bIns="45718">
            <a:spAutoFit/>
          </a:bodyPr>
          <a:lstStyle>
            <a:lvl1pPr>
              <a:lnSpc>
                <a:spcPct val="150000"/>
              </a:lnSpc>
              <a:defRPr sz="1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突出辅助色用于正文底色填充，以达成突出文字的目的</a:t>
            </a:r>
          </a:p>
        </p:txBody>
      </p:sp>
      <p:sp>
        <p:nvSpPr>
          <p:cNvPr id="287" name="矩形 13"/>
          <p:cNvSpPr txBox="1"/>
          <p:nvPr/>
        </p:nvSpPr>
        <p:spPr>
          <a:xfrm>
            <a:off x="923607" y="5057775"/>
            <a:ext cx="4132899" cy="955039"/>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正文标准色正文标准色正文标准色正文标准色正文标准色正文标准色正文标准色正文标准色正文标准色正文标准色正文标准色正文标准色正文标准色正文标准色</a:t>
            </a:r>
          </a:p>
        </p:txBody>
      </p:sp>
      <p:sp>
        <p:nvSpPr>
          <p:cNvPr id="288" name="矩形 13"/>
          <p:cNvSpPr txBox="1"/>
          <p:nvPr/>
        </p:nvSpPr>
        <p:spPr>
          <a:xfrm>
            <a:off x="923606" y="4643438"/>
            <a:ext cx="3709037" cy="345439"/>
          </a:xfrm>
          <a:prstGeom prst="rect">
            <a:avLst/>
          </a:prstGeom>
          <a:ln w="12700">
            <a:miter lim="400000"/>
          </a:ln>
        </p:spPr>
        <p:txBody>
          <a:bodyPr lIns="45718" tIns="45718" rIns="45718" bIns="45718">
            <a:spAutoFit/>
          </a:bodyPr>
          <a:lstStyle>
            <a:lvl1pPr>
              <a:lnSpc>
                <a:spcPct val="150000"/>
              </a:lnSpc>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6CCD24"/>
                </a:solidFill>
              </a:rPr>
              <a:t>副标题、文字突出用色</a:t>
            </a:r>
          </a:p>
        </p:txBody>
      </p:sp>
      <p:sp>
        <p:nvSpPr>
          <p:cNvPr id="289" name="文本框 8"/>
          <p:cNvSpPr txBox="1"/>
          <p:nvPr/>
        </p:nvSpPr>
        <p:spPr>
          <a:xfrm>
            <a:off x="848676" y="428625"/>
            <a:ext cx="7929248" cy="538481"/>
          </a:xfrm>
          <a:prstGeom prst="rect">
            <a:avLst/>
          </a:prstGeom>
          <a:ln w="12700">
            <a:miter lim="400000"/>
          </a:ln>
        </p:spPr>
        <p:txBody>
          <a:bodyPr lIns="34290" tIns="34290" rIns="34290" bIns="34290">
            <a:spAutoFit/>
          </a:bodyPr>
          <a:lstStyle>
            <a:lvl1pPr>
              <a:defRPr sz="26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文字配色原则</a:t>
            </a:r>
          </a:p>
        </p:txBody>
      </p:sp>
      <p:sp>
        <p:nvSpPr>
          <p:cNvPr id="290" name="文本框 8"/>
          <p:cNvSpPr txBox="1"/>
          <p:nvPr/>
        </p:nvSpPr>
        <p:spPr>
          <a:xfrm>
            <a:off x="848676" y="896937"/>
            <a:ext cx="7929248" cy="347981"/>
          </a:xfrm>
          <a:prstGeom prst="rect">
            <a:avLst/>
          </a:prstGeom>
          <a:ln w="12700">
            <a:miter lim="400000"/>
          </a:ln>
        </p:spPr>
        <p:txBody>
          <a:bodyPr lIns="34290" tIns="34290" rIns="34290" bIns="34290">
            <a:spAutoFit/>
          </a:bodyPr>
          <a:lstStyle>
            <a:lvl1pPr>
              <a:defRPr sz="16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以下四种颜色为文字排版可使用的配色</a:t>
            </a:r>
          </a:p>
        </p:txBody>
      </p:sp>
      <p:sp>
        <p:nvSpPr>
          <p:cNvPr id="291" name="文本框 8"/>
          <p:cNvSpPr txBox="1"/>
          <p:nvPr/>
        </p:nvSpPr>
        <p:spPr>
          <a:xfrm>
            <a:off x="848676" y="1751013"/>
            <a:ext cx="7929248" cy="538481"/>
          </a:xfrm>
          <a:prstGeom prst="rect">
            <a:avLst/>
          </a:prstGeom>
          <a:ln w="12700">
            <a:miter lim="400000"/>
          </a:ln>
        </p:spPr>
        <p:txBody>
          <a:bodyPr lIns="34290" tIns="34290" rIns="34290" bIns="34290">
            <a:spAutoFit/>
          </a:bodyPr>
          <a:lstStyle>
            <a:lvl1pPr>
              <a:defRPr sz="26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大标题大标题大标题大标题</a:t>
            </a:r>
          </a:p>
        </p:txBody>
      </p:sp>
      <p:sp>
        <p:nvSpPr>
          <p:cNvPr id="292" name="矩形 27"/>
          <p:cNvSpPr/>
          <p:nvPr/>
        </p:nvSpPr>
        <p:spPr>
          <a:xfrm>
            <a:off x="0" y="6787660"/>
            <a:ext cx="12192000" cy="70340"/>
          </a:xfrm>
          <a:prstGeom prst="rect">
            <a:avLst/>
          </a:prstGeom>
          <a:gradFill>
            <a:gsLst>
              <a:gs pos="0">
                <a:srgbClr val="00479D"/>
              </a:gs>
              <a:gs pos="52000">
                <a:schemeClr val="accent1"/>
              </a:gs>
              <a:gs pos="100000">
                <a:srgbClr val="6FBA2C"/>
              </a:gs>
            </a:gsLst>
            <a:lin ang="1800000"/>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图片 93" descr="未标题-1-02"/>
          <p:cNvPicPr>
            <a:picLocks noChangeAspect="1"/>
          </p:cNvPicPr>
          <p:nvPr/>
        </p:nvPicPr>
        <p:blipFill>
          <a:blip r:embed="rId44"/>
          <a:srcRect l="6139"/>
          <a:stretch>
            <a:fillRect/>
          </a:stretch>
        </p:blipFill>
        <p:spPr>
          <a:xfrm>
            <a:off x="0" y="0"/>
            <a:ext cx="3310890" cy="6858000"/>
          </a:xfrm>
          <a:prstGeom prst="rect">
            <a:avLst/>
          </a:prstGeom>
        </p:spPr>
      </p:pic>
      <p:sp>
        <p:nvSpPr>
          <p:cNvPr id="47" name="文本框 15"/>
          <p:cNvSpPr txBox="1"/>
          <p:nvPr>
            <p:custDataLst>
              <p:tags r:id="rId1"/>
            </p:custDataLst>
          </p:nvPr>
        </p:nvSpPr>
        <p:spPr>
          <a:xfrm>
            <a:off x="4634865" y="1135159"/>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48" name="文本框 15"/>
          <p:cNvSpPr txBox="1"/>
          <p:nvPr>
            <p:custDataLst>
              <p:tags r:id="rId2"/>
            </p:custDataLst>
          </p:nvPr>
        </p:nvSpPr>
        <p:spPr>
          <a:xfrm>
            <a:off x="4634865" y="1938434"/>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49" name="文本框 15"/>
          <p:cNvSpPr txBox="1"/>
          <p:nvPr>
            <p:custDataLst>
              <p:tags r:id="rId3"/>
            </p:custDataLst>
          </p:nvPr>
        </p:nvSpPr>
        <p:spPr>
          <a:xfrm>
            <a:off x="4634865" y="2743298"/>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50" name="文本框 15"/>
          <p:cNvSpPr txBox="1"/>
          <p:nvPr>
            <p:custDataLst>
              <p:tags r:id="rId4"/>
            </p:custDataLst>
          </p:nvPr>
        </p:nvSpPr>
        <p:spPr>
          <a:xfrm>
            <a:off x="4634865" y="3548160"/>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51" name="文本框 15"/>
          <p:cNvSpPr txBox="1"/>
          <p:nvPr>
            <p:custDataLst>
              <p:tags r:id="rId5"/>
            </p:custDataLst>
          </p:nvPr>
        </p:nvSpPr>
        <p:spPr>
          <a:xfrm>
            <a:off x="4634865" y="4353023"/>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52" name="文本框 15"/>
          <p:cNvSpPr txBox="1"/>
          <p:nvPr>
            <p:custDataLst>
              <p:tags r:id="rId6"/>
            </p:custDataLst>
          </p:nvPr>
        </p:nvSpPr>
        <p:spPr>
          <a:xfrm>
            <a:off x="4634865" y="5156298"/>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grpSp>
        <p:nvGrpSpPr>
          <p:cNvPr id="53" name="组合 3"/>
          <p:cNvGrpSpPr/>
          <p:nvPr/>
        </p:nvGrpSpPr>
        <p:grpSpPr>
          <a:xfrm>
            <a:off x="4656137" y="1079596"/>
            <a:ext cx="2827340" cy="4822829"/>
            <a:chOff x="0" y="0"/>
            <a:chExt cx="2827339" cy="4822827"/>
          </a:xfrm>
        </p:grpSpPr>
        <p:sp>
          <p:nvSpPr>
            <p:cNvPr id="59" name="直接连接符 58"/>
            <p:cNvSpPr/>
            <p:nvPr>
              <p:custDataLst>
                <p:tags r:id="rId35"/>
              </p:custDataLst>
            </p:nvPr>
          </p:nvSpPr>
          <p:spPr>
            <a:xfrm>
              <a:off x="57150" y="4010025"/>
              <a:ext cx="2770190"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60" name="直接连接符 44"/>
            <p:cNvSpPr/>
            <p:nvPr>
              <p:custDataLst>
                <p:tags r:id="rId36"/>
              </p:custDataLst>
            </p:nvPr>
          </p:nvSpPr>
          <p:spPr>
            <a:xfrm>
              <a:off x="57150" y="3198812"/>
              <a:ext cx="2770190"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61" name="直接连接符 45"/>
            <p:cNvSpPr/>
            <p:nvPr>
              <p:custDataLst>
                <p:tags r:id="rId37"/>
              </p:custDataLst>
            </p:nvPr>
          </p:nvSpPr>
          <p:spPr>
            <a:xfrm>
              <a:off x="57150" y="2386011"/>
              <a:ext cx="2770190"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62" name="直接连接符 46"/>
            <p:cNvSpPr/>
            <p:nvPr>
              <p:custDataLst>
                <p:tags r:id="rId38"/>
              </p:custDataLst>
            </p:nvPr>
          </p:nvSpPr>
          <p:spPr>
            <a:xfrm>
              <a:off x="57150" y="1573211"/>
              <a:ext cx="2770190"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63" name="直接连接符 47"/>
            <p:cNvSpPr/>
            <p:nvPr>
              <p:custDataLst>
                <p:tags r:id="rId39"/>
              </p:custDataLst>
            </p:nvPr>
          </p:nvSpPr>
          <p:spPr>
            <a:xfrm>
              <a:off x="57150" y="811211"/>
              <a:ext cx="2770190"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64" name="直接连接符 48"/>
            <p:cNvSpPr/>
            <p:nvPr>
              <p:custDataLst>
                <p:tags r:id="rId40"/>
              </p:custDataLst>
            </p:nvPr>
          </p:nvSpPr>
          <p:spPr>
            <a:xfrm>
              <a:off x="57150" y="4822826"/>
              <a:ext cx="2770190"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65" name="直接连接符 49"/>
            <p:cNvSpPr/>
            <p:nvPr>
              <p:custDataLst>
                <p:tags r:id="rId41"/>
              </p:custDataLst>
            </p:nvPr>
          </p:nvSpPr>
          <p:spPr>
            <a:xfrm>
              <a:off x="-1" y="-1"/>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grpSp>
      <p:sp>
        <p:nvSpPr>
          <p:cNvPr id="66" name="文本框 65"/>
          <p:cNvSpPr txBox="1"/>
          <p:nvPr>
            <p:custDataLst>
              <p:tags r:id="rId7"/>
            </p:custDataLst>
          </p:nvPr>
        </p:nvSpPr>
        <p:spPr>
          <a:xfrm>
            <a:off x="8494077" y="1135159"/>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67" name="文本框 15"/>
          <p:cNvSpPr txBox="1"/>
          <p:nvPr>
            <p:custDataLst>
              <p:tags r:id="rId8"/>
            </p:custDataLst>
          </p:nvPr>
        </p:nvSpPr>
        <p:spPr>
          <a:xfrm>
            <a:off x="8494077" y="1938434"/>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68" name="文本框 15"/>
          <p:cNvSpPr txBox="1"/>
          <p:nvPr>
            <p:custDataLst>
              <p:tags r:id="rId9"/>
            </p:custDataLst>
          </p:nvPr>
        </p:nvSpPr>
        <p:spPr>
          <a:xfrm>
            <a:off x="8494077" y="2743298"/>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69" name="文本框 15"/>
          <p:cNvSpPr txBox="1"/>
          <p:nvPr>
            <p:custDataLst>
              <p:tags r:id="rId10"/>
            </p:custDataLst>
          </p:nvPr>
        </p:nvSpPr>
        <p:spPr>
          <a:xfrm>
            <a:off x="8494077" y="3548160"/>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70" name="文本框 15"/>
          <p:cNvSpPr txBox="1"/>
          <p:nvPr>
            <p:custDataLst>
              <p:tags r:id="rId11"/>
            </p:custDataLst>
          </p:nvPr>
        </p:nvSpPr>
        <p:spPr>
          <a:xfrm>
            <a:off x="8494077" y="4353023"/>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sp>
        <p:nvSpPr>
          <p:cNvPr id="71" name="文本框 15"/>
          <p:cNvSpPr txBox="1"/>
          <p:nvPr>
            <p:custDataLst>
              <p:tags r:id="rId12"/>
            </p:custDataLst>
          </p:nvPr>
        </p:nvSpPr>
        <p:spPr>
          <a:xfrm>
            <a:off x="8494077" y="5156298"/>
            <a:ext cx="3633471" cy="608331"/>
          </a:xfrm>
          <a:prstGeom prst="rect">
            <a:avLst/>
          </a:prstGeom>
          <a:ln w="12700">
            <a:miter lim="400000"/>
          </a:ln>
        </p:spPr>
        <p:txBody>
          <a:bodyPr lIns="34290" tIns="34290" rIns="34290" bIns="34290">
            <a:spAutoFit/>
          </a:bodyPr>
          <a:lstStyle/>
          <a:p>
            <a:pP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点击添加标题文字点击添加标题文字</a:t>
            </a:r>
          </a:p>
        </p:txBody>
      </p:sp>
      <p:grpSp>
        <p:nvGrpSpPr>
          <p:cNvPr id="72" name="组合 51"/>
          <p:cNvGrpSpPr/>
          <p:nvPr/>
        </p:nvGrpSpPr>
        <p:grpSpPr>
          <a:xfrm>
            <a:off x="8515349" y="1079596"/>
            <a:ext cx="2827342" cy="4822829"/>
            <a:chOff x="0" y="0"/>
            <a:chExt cx="2827340" cy="4822827"/>
          </a:xfrm>
        </p:grpSpPr>
        <p:sp>
          <p:nvSpPr>
            <p:cNvPr id="73" name="直接连接符 52"/>
            <p:cNvSpPr/>
            <p:nvPr>
              <p:custDataLst>
                <p:tags r:id="rId28"/>
              </p:custDataLst>
            </p:nvPr>
          </p:nvSpPr>
          <p:spPr>
            <a:xfrm>
              <a:off x="57150" y="4010025"/>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74" name="直接连接符 58"/>
            <p:cNvSpPr/>
            <p:nvPr>
              <p:custDataLst>
                <p:tags r:id="rId29"/>
              </p:custDataLst>
            </p:nvPr>
          </p:nvSpPr>
          <p:spPr>
            <a:xfrm>
              <a:off x="57150" y="3198812"/>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75" name="直接连接符 60"/>
            <p:cNvSpPr/>
            <p:nvPr>
              <p:custDataLst>
                <p:tags r:id="rId30"/>
              </p:custDataLst>
            </p:nvPr>
          </p:nvSpPr>
          <p:spPr>
            <a:xfrm>
              <a:off x="57150" y="2386011"/>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76" name="直接连接符 61"/>
            <p:cNvSpPr/>
            <p:nvPr>
              <p:custDataLst>
                <p:tags r:id="rId31"/>
              </p:custDataLst>
            </p:nvPr>
          </p:nvSpPr>
          <p:spPr>
            <a:xfrm>
              <a:off x="57150" y="1573211"/>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77" name="直接连接符 62"/>
            <p:cNvSpPr/>
            <p:nvPr>
              <p:custDataLst>
                <p:tags r:id="rId32"/>
              </p:custDataLst>
            </p:nvPr>
          </p:nvSpPr>
          <p:spPr>
            <a:xfrm>
              <a:off x="57150" y="811211"/>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78" name="直接连接符 63"/>
            <p:cNvSpPr/>
            <p:nvPr>
              <p:custDataLst>
                <p:tags r:id="rId33"/>
              </p:custDataLst>
            </p:nvPr>
          </p:nvSpPr>
          <p:spPr>
            <a:xfrm>
              <a:off x="57150" y="4822826"/>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sp>
          <p:nvSpPr>
            <p:cNvPr id="79" name="直接连接符 64"/>
            <p:cNvSpPr/>
            <p:nvPr>
              <p:custDataLst>
                <p:tags r:id="rId34"/>
              </p:custDataLst>
            </p:nvPr>
          </p:nvSpPr>
          <p:spPr>
            <a:xfrm>
              <a:off x="-1" y="-1"/>
              <a:ext cx="2770191" cy="2"/>
            </a:xfrm>
            <a:prstGeom prst="line">
              <a:avLst/>
            </a:prstGeom>
            <a:noFill/>
            <a:ln w="6350" cap="flat">
              <a:solidFill>
                <a:srgbClr val="6AC8F2"/>
              </a:solidFill>
              <a:prstDash val="dash"/>
              <a:miter lim="800000"/>
            </a:ln>
            <a:effectLst/>
          </p:spPr>
          <p:txBody>
            <a:bodyPr wrap="square" lIns="45718" tIns="45718" rIns="45718" bIns="45718" numCol="1" anchor="t">
              <a:noAutofit/>
            </a:bodyPr>
            <a:lstStyle/>
            <a:p>
              <a:endParaRPr/>
            </a:p>
          </p:txBody>
        </p:sp>
      </p:grpSp>
      <p:sp>
        <p:nvSpPr>
          <p:cNvPr id="80" name="文本框 65"/>
          <p:cNvSpPr txBox="1"/>
          <p:nvPr>
            <p:custDataLst>
              <p:tags r:id="rId13"/>
            </p:custDataLst>
          </p:nvPr>
        </p:nvSpPr>
        <p:spPr>
          <a:xfrm>
            <a:off x="4135118" y="1251047"/>
            <a:ext cx="778513"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01</a:t>
            </a:r>
          </a:p>
        </p:txBody>
      </p:sp>
      <p:sp>
        <p:nvSpPr>
          <p:cNvPr id="81" name="文本框 66"/>
          <p:cNvSpPr txBox="1"/>
          <p:nvPr>
            <p:custDataLst>
              <p:tags r:id="rId14"/>
            </p:custDataLst>
          </p:nvPr>
        </p:nvSpPr>
        <p:spPr>
          <a:xfrm>
            <a:off x="4135118" y="2054324"/>
            <a:ext cx="778513"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02</a:t>
            </a:r>
          </a:p>
        </p:txBody>
      </p:sp>
      <p:sp>
        <p:nvSpPr>
          <p:cNvPr id="82" name="文本框 67"/>
          <p:cNvSpPr txBox="1"/>
          <p:nvPr>
            <p:custDataLst>
              <p:tags r:id="rId15"/>
            </p:custDataLst>
          </p:nvPr>
        </p:nvSpPr>
        <p:spPr>
          <a:xfrm>
            <a:off x="4135118" y="2859185"/>
            <a:ext cx="778513" cy="459738"/>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03</a:t>
            </a:r>
          </a:p>
        </p:txBody>
      </p:sp>
      <p:sp>
        <p:nvSpPr>
          <p:cNvPr id="83" name="文本框 68"/>
          <p:cNvSpPr txBox="1"/>
          <p:nvPr>
            <p:custDataLst>
              <p:tags r:id="rId16"/>
            </p:custDataLst>
          </p:nvPr>
        </p:nvSpPr>
        <p:spPr>
          <a:xfrm>
            <a:off x="4135118" y="3662461"/>
            <a:ext cx="778513"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04</a:t>
            </a:r>
          </a:p>
        </p:txBody>
      </p:sp>
      <p:sp>
        <p:nvSpPr>
          <p:cNvPr id="84" name="文本框 69"/>
          <p:cNvSpPr txBox="1"/>
          <p:nvPr>
            <p:custDataLst>
              <p:tags r:id="rId17"/>
            </p:custDataLst>
          </p:nvPr>
        </p:nvSpPr>
        <p:spPr>
          <a:xfrm>
            <a:off x="4135118" y="4465736"/>
            <a:ext cx="778513"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05</a:t>
            </a:r>
          </a:p>
        </p:txBody>
      </p:sp>
      <p:sp>
        <p:nvSpPr>
          <p:cNvPr id="85" name="文本框 70"/>
          <p:cNvSpPr txBox="1"/>
          <p:nvPr>
            <p:custDataLst>
              <p:tags r:id="rId18"/>
            </p:custDataLst>
          </p:nvPr>
        </p:nvSpPr>
        <p:spPr>
          <a:xfrm>
            <a:off x="4135118" y="5270599"/>
            <a:ext cx="778513"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06</a:t>
            </a:r>
          </a:p>
        </p:txBody>
      </p:sp>
      <p:sp>
        <p:nvSpPr>
          <p:cNvPr id="86" name="文本框 71"/>
          <p:cNvSpPr txBox="1"/>
          <p:nvPr>
            <p:custDataLst>
              <p:tags r:id="rId19"/>
            </p:custDataLst>
          </p:nvPr>
        </p:nvSpPr>
        <p:spPr>
          <a:xfrm>
            <a:off x="8018144" y="1303435"/>
            <a:ext cx="776924" cy="459738"/>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07</a:t>
            </a:r>
          </a:p>
        </p:txBody>
      </p:sp>
      <p:sp>
        <p:nvSpPr>
          <p:cNvPr id="87" name="文本框 72"/>
          <p:cNvSpPr txBox="1"/>
          <p:nvPr>
            <p:custDataLst>
              <p:tags r:id="rId20"/>
            </p:custDataLst>
          </p:nvPr>
        </p:nvSpPr>
        <p:spPr>
          <a:xfrm>
            <a:off x="8018144" y="2106710"/>
            <a:ext cx="776924" cy="459738"/>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08</a:t>
            </a:r>
          </a:p>
        </p:txBody>
      </p:sp>
      <p:sp>
        <p:nvSpPr>
          <p:cNvPr id="88" name="文本框 73"/>
          <p:cNvSpPr txBox="1"/>
          <p:nvPr>
            <p:custDataLst>
              <p:tags r:id="rId21"/>
            </p:custDataLst>
          </p:nvPr>
        </p:nvSpPr>
        <p:spPr>
          <a:xfrm>
            <a:off x="8018144" y="2909985"/>
            <a:ext cx="776924" cy="459738"/>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09</a:t>
            </a:r>
          </a:p>
        </p:txBody>
      </p:sp>
      <p:sp>
        <p:nvSpPr>
          <p:cNvPr id="89" name="文本框 74"/>
          <p:cNvSpPr txBox="1"/>
          <p:nvPr>
            <p:custDataLst>
              <p:tags r:id="rId22"/>
            </p:custDataLst>
          </p:nvPr>
        </p:nvSpPr>
        <p:spPr>
          <a:xfrm>
            <a:off x="8018144" y="3714849"/>
            <a:ext cx="776924"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10</a:t>
            </a:r>
          </a:p>
        </p:txBody>
      </p:sp>
      <p:sp>
        <p:nvSpPr>
          <p:cNvPr id="90" name="文本框 75"/>
          <p:cNvSpPr txBox="1"/>
          <p:nvPr>
            <p:custDataLst>
              <p:tags r:id="rId23"/>
            </p:custDataLst>
          </p:nvPr>
        </p:nvSpPr>
        <p:spPr>
          <a:xfrm>
            <a:off x="8018144" y="4518124"/>
            <a:ext cx="776924"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11</a:t>
            </a:r>
          </a:p>
        </p:txBody>
      </p:sp>
      <p:sp>
        <p:nvSpPr>
          <p:cNvPr id="91" name="文本框 76"/>
          <p:cNvSpPr txBox="1"/>
          <p:nvPr>
            <p:custDataLst>
              <p:tags r:id="rId24"/>
            </p:custDataLst>
          </p:nvPr>
        </p:nvSpPr>
        <p:spPr>
          <a:xfrm>
            <a:off x="8018144" y="5321399"/>
            <a:ext cx="776924" cy="459739"/>
          </a:xfrm>
          <a:prstGeom prst="rect">
            <a:avLst/>
          </a:prstGeom>
          <a:ln w="12700">
            <a:miter lim="400000"/>
          </a:ln>
        </p:spPr>
        <p:txBody>
          <a:bodyPr lIns="45718" tIns="45718" rIns="45718" bIns="45718">
            <a:spAutoFit/>
          </a:bodyPr>
          <a:lstStyle>
            <a:lvl1pPr>
              <a:defRPr sz="2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12</a:t>
            </a:r>
          </a:p>
        </p:txBody>
      </p:sp>
      <p:grpSp>
        <p:nvGrpSpPr>
          <p:cNvPr id="95" name="组合 94"/>
          <p:cNvGrpSpPr/>
          <p:nvPr/>
        </p:nvGrpSpPr>
        <p:grpSpPr>
          <a:xfrm>
            <a:off x="710565" y="2445385"/>
            <a:ext cx="2075180" cy="3239770"/>
            <a:chOff x="2471" y="3861"/>
            <a:chExt cx="3268" cy="5102"/>
          </a:xfrm>
        </p:grpSpPr>
        <p:sp>
          <p:nvSpPr>
            <p:cNvPr id="96" name="矩形 51"/>
            <p:cNvSpPr txBox="1"/>
            <p:nvPr>
              <p:custDataLst>
                <p:tags r:id="rId25"/>
              </p:custDataLst>
            </p:nvPr>
          </p:nvSpPr>
          <p:spPr>
            <a:xfrm>
              <a:off x="2471" y="4089"/>
              <a:ext cx="3268" cy="2624"/>
            </a:xfrm>
            <a:prstGeom prst="rect">
              <a:avLst/>
            </a:prstGeom>
            <a:ln w="12700">
              <a:miter lim="400000"/>
            </a:ln>
          </p:spPr>
          <p:txBody>
            <a:bodyPr lIns="45718" tIns="45718" rIns="45718" bIns="45718">
              <a:spAutoFit/>
            </a:bodyPr>
            <a:lstStyle/>
            <a:p>
              <a:pPr>
                <a:defRPr sz="4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目 </a:t>
              </a:r>
            </a:p>
            <a:p>
              <a:pPr>
                <a:defRPr sz="4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录</a:t>
              </a:r>
            </a:p>
          </p:txBody>
        </p:sp>
        <p:sp>
          <p:nvSpPr>
            <p:cNvPr id="97" name="矩形 52"/>
            <p:cNvSpPr txBox="1"/>
            <p:nvPr>
              <p:custDataLst>
                <p:tags r:id="rId26"/>
              </p:custDataLst>
            </p:nvPr>
          </p:nvSpPr>
          <p:spPr>
            <a:xfrm rot="5400000">
              <a:off x="1428" y="6280"/>
              <a:ext cx="4742" cy="624"/>
            </a:xfrm>
            <a:prstGeom prst="rect">
              <a:avLst/>
            </a:prstGeom>
            <a:ln w="12700">
              <a:miter lim="400000"/>
            </a:ln>
          </p:spPr>
          <p:txBody>
            <a:bodyPr lIns="45718" tIns="45718" rIns="45718" bIns="45718">
              <a:spAutoFit/>
            </a:bodyPr>
            <a:lstStyle>
              <a:lvl1pPr>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DIRECTORY</a:t>
              </a:r>
            </a:p>
          </p:txBody>
        </p:sp>
        <p:sp>
          <p:nvSpPr>
            <p:cNvPr id="98" name="直接连接符 53"/>
            <p:cNvSpPr/>
            <p:nvPr>
              <p:custDataLst>
                <p:tags r:id="rId27"/>
              </p:custDataLst>
            </p:nvPr>
          </p:nvSpPr>
          <p:spPr>
            <a:xfrm>
              <a:off x="2608" y="3861"/>
              <a:ext cx="1289" cy="0"/>
            </a:xfrm>
            <a:prstGeom prst="line">
              <a:avLst/>
            </a:prstGeom>
            <a:ln w="38100">
              <a:solidFill>
                <a:srgbClr val="FFFFFF"/>
              </a:solidFill>
              <a:miter/>
            </a:ln>
          </p:spPr>
          <p:txBody>
            <a:bodyPr lIns="45718" tIns="45718" rIns="45718" bIns="45718"/>
            <a:lstStyle/>
            <a:p>
              <a:endParaRPr/>
            </a:p>
          </p:txBody>
        </p:sp>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泪滴形 15"/>
          <p:cNvSpPr/>
          <p:nvPr/>
        </p:nvSpPr>
        <p:spPr>
          <a:xfrm>
            <a:off x="555692" y="1616555"/>
            <a:ext cx="3510592" cy="351059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53C800"/>
          </a:solidFill>
          <a:ln w="12700">
            <a:solidFill>
              <a:srgbClr val="53C800"/>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41" name="泪滴形 58"/>
          <p:cNvSpPr/>
          <p:nvPr/>
        </p:nvSpPr>
        <p:spPr>
          <a:xfrm>
            <a:off x="727020" y="1906322"/>
            <a:ext cx="3510593" cy="3510592"/>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42" name="直接连接符 8"/>
          <p:cNvSpPr/>
          <p:nvPr>
            <p:custDataLst>
              <p:tags r:id="rId1"/>
            </p:custDataLst>
          </p:nvPr>
        </p:nvSpPr>
        <p:spPr>
          <a:xfrm flipH="1">
            <a:off x="6572249" y="681834"/>
            <a:ext cx="2" cy="5317265"/>
          </a:xfrm>
          <a:prstGeom prst="line">
            <a:avLst/>
          </a:prstGeom>
          <a:ln w="12700">
            <a:solidFill>
              <a:srgbClr val="00479D"/>
            </a:solidFill>
            <a:miter/>
          </a:ln>
        </p:spPr>
        <p:txBody>
          <a:bodyPr lIns="45718" tIns="45718" rIns="45718" bIns="45718"/>
          <a:lstStyle/>
          <a:p>
            <a:endParaRPr/>
          </a:p>
        </p:txBody>
      </p:sp>
      <p:sp>
        <p:nvSpPr>
          <p:cNvPr id="343" name="矩形 51"/>
          <p:cNvSpPr txBox="1"/>
          <p:nvPr/>
        </p:nvSpPr>
        <p:spPr>
          <a:xfrm>
            <a:off x="1351779" y="3398809"/>
            <a:ext cx="2074897" cy="1043939"/>
          </a:xfrm>
          <a:prstGeom prst="rect">
            <a:avLst/>
          </a:prstGeom>
          <a:ln w="12700">
            <a:miter lim="400000"/>
          </a:ln>
        </p:spPr>
        <p:txBody>
          <a:bodyPr lIns="45718" tIns="45718" rIns="45718" bIns="45718">
            <a:spAutoFit/>
          </a:bodyPr>
          <a:lstStyle>
            <a:lvl1pPr>
              <a:defRPr sz="5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目 录</a:t>
            </a:r>
          </a:p>
        </p:txBody>
      </p:sp>
      <p:sp>
        <p:nvSpPr>
          <p:cNvPr id="344" name="矩形 52"/>
          <p:cNvSpPr txBox="1"/>
          <p:nvPr/>
        </p:nvSpPr>
        <p:spPr>
          <a:xfrm>
            <a:off x="1430019" y="2876874"/>
            <a:ext cx="3011441" cy="523239"/>
          </a:xfrm>
          <a:prstGeom prst="rect">
            <a:avLst/>
          </a:prstGeom>
          <a:ln w="12700">
            <a:miter lim="400000"/>
          </a:ln>
        </p:spPr>
        <p:txBody>
          <a:bodyPr lIns="45718" tIns="45718" rIns="45718" bIns="45718">
            <a:spAutoFit/>
          </a:bodyPr>
          <a:lstStyle>
            <a:lvl1pPr>
              <a:defRPr sz="2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DIRECTORY</a:t>
            </a:r>
          </a:p>
        </p:txBody>
      </p:sp>
      <p:sp>
        <p:nvSpPr>
          <p:cNvPr id="345" name="椭圆 53"/>
          <p:cNvSpPr/>
          <p:nvPr>
            <p:custDataLst>
              <p:tags r:id="rId2"/>
            </p:custDataLst>
          </p:nvPr>
        </p:nvSpPr>
        <p:spPr>
          <a:xfrm>
            <a:off x="6328428" y="930462"/>
            <a:ext cx="488009" cy="488009"/>
          </a:xfrm>
          <a:prstGeom prst="ellipse">
            <a:avLst/>
          </a:prstGeom>
          <a:solidFill>
            <a:srgbClr val="006CD9"/>
          </a:solidFill>
          <a:ln w="76200">
            <a:solidFill>
              <a:srgbClr val="F2FAFD"/>
            </a:solidFill>
            <a:miter/>
          </a:ln>
        </p:spPr>
        <p:txBody>
          <a:bodyPr lIns="45718" tIns="45718" rIns="45718" bIns="45718" anchor="ctr"/>
          <a:lstStyle/>
          <a:p>
            <a:pPr algn="ctr">
              <a:defRPr sz="1100">
                <a:solidFill>
                  <a:srgbClr val="FFFFFF"/>
                </a:solidFill>
                <a:latin typeface="+mj-lt"/>
                <a:ea typeface="+mj-ea"/>
                <a:cs typeface="+mj-cs"/>
                <a:sym typeface="等线" panose="02010600030101010101" charset="-122"/>
              </a:defRPr>
            </a:pPr>
            <a:endParaRPr/>
          </a:p>
        </p:txBody>
      </p:sp>
      <p:sp>
        <p:nvSpPr>
          <p:cNvPr id="346" name="文本框 54"/>
          <p:cNvSpPr txBox="1"/>
          <p:nvPr>
            <p:custDataLst>
              <p:tags r:id="rId3"/>
            </p:custDataLst>
          </p:nvPr>
        </p:nvSpPr>
        <p:spPr>
          <a:xfrm>
            <a:off x="6446068" y="1034174"/>
            <a:ext cx="263684" cy="256539"/>
          </a:xfrm>
          <a:prstGeom prst="rect">
            <a:avLst/>
          </a:prstGeom>
          <a:ln w="12700">
            <a:miter lim="400000"/>
          </a:ln>
        </p:spPr>
        <p:txBody>
          <a:bodyPr lIns="45718" tIns="45718" rIns="45718" bIns="45718">
            <a:spAutoFit/>
          </a:bodyPr>
          <a:lstStyle>
            <a:lvl1pPr>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01</a:t>
            </a:r>
          </a:p>
        </p:txBody>
      </p:sp>
      <p:sp>
        <p:nvSpPr>
          <p:cNvPr id="347" name="椭圆 55"/>
          <p:cNvSpPr/>
          <p:nvPr>
            <p:custDataLst>
              <p:tags r:id="rId4"/>
            </p:custDataLst>
          </p:nvPr>
        </p:nvSpPr>
        <p:spPr>
          <a:xfrm>
            <a:off x="6328428" y="1794265"/>
            <a:ext cx="488009" cy="488009"/>
          </a:xfrm>
          <a:prstGeom prst="ellipse">
            <a:avLst/>
          </a:prstGeom>
          <a:solidFill>
            <a:srgbClr val="006CD9"/>
          </a:solidFill>
          <a:ln w="76200">
            <a:solidFill>
              <a:srgbClr val="F2FAFD"/>
            </a:solidFill>
            <a:miter/>
          </a:ln>
        </p:spPr>
        <p:txBody>
          <a:bodyPr lIns="45718" tIns="45718" rIns="45718" bIns="45718" anchor="ctr"/>
          <a:lstStyle/>
          <a:p>
            <a:pPr algn="ctr">
              <a:defRPr sz="1100">
                <a:solidFill>
                  <a:srgbClr val="FFFFFF"/>
                </a:solidFill>
                <a:latin typeface="+mj-lt"/>
                <a:ea typeface="+mj-ea"/>
                <a:cs typeface="+mj-cs"/>
                <a:sym typeface="等线" panose="02010600030101010101" charset="-122"/>
              </a:defRPr>
            </a:pPr>
            <a:endParaRPr/>
          </a:p>
        </p:txBody>
      </p:sp>
      <p:sp>
        <p:nvSpPr>
          <p:cNvPr id="348" name="文本框 56"/>
          <p:cNvSpPr txBox="1"/>
          <p:nvPr>
            <p:custDataLst>
              <p:tags r:id="rId5"/>
            </p:custDataLst>
          </p:nvPr>
        </p:nvSpPr>
        <p:spPr>
          <a:xfrm>
            <a:off x="6440592" y="1909466"/>
            <a:ext cx="263684" cy="256539"/>
          </a:xfrm>
          <a:prstGeom prst="rect">
            <a:avLst/>
          </a:prstGeom>
          <a:ln w="12700">
            <a:miter lim="400000"/>
          </a:ln>
        </p:spPr>
        <p:txBody>
          <a:bodyPr lIns="45718" tIns="45718" rIns="45718" bIns="45718">
            <a:spAutoFit/>
          </a:bodyPr>
          <a:lstStyle>
            <a:lvl1pPr>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02</a:t>
            </a:r>
          </a:p>
        </p:txBody>
      </p:sp>
      <p:sp>
        <p:nvSpPr>
          <p:cNvPr id="349" name="椭圆 57"/>
          <p:cNvSpPr/>
          <p:nvPr>
            <p:custDataLst>
              <p:tags r:id="rId6"/>
            </p:custDataLst>
          </p:nvPr>
        </p:nvSpPr>
        <p:spPr>
          <a:xfrm>
            <a:off x="6328428" y="2658067"/>
            <a:ext cx="488009" cy="488009"/>
          </a:xfrm>
          <a:prstGeom prst="ellipse">
            <a:avLst/>
          </a:prstGeom>
          <a:solidFill>
            <a:srgbClr val="006CD9"/>
          </a:solidFill>
          <a:ln w="76200">
            <a:solidFill>
              <a:srgbClr val="F0F7FD"/>
            </a:solidFill>
            <a:miter/>
          </a:ln>
        </p:spPr>
        <p:txBody>
          <a:bodyPr lIns="45718" tIns="45718" rIns="45718" bIns="45718" anchor="ctr"/>
          <a:lstStyle/>
          <a:p>
            <a:pPr algn="ctr">
              <a:defRPr sz="1100">
                <a:solidFill>
                  <a:srgbClr val="FFFFFF"/>
                </a:solidFill>
                <a:latin typeface="+mj-lt"/>
                <a:ea typeface="+mj-ea"/>
                <a:cs typeface="+mj-cs"/>
                <a:sym typeface="等线" panose="02010600030101010101" charset="-122"/>
              </a:defRPr>
            </a:pPr>
            <a:endParaRPr/>
          </a:p>
        </p:txBody>
      </p:sp>
      <p:sp>
        <p:nvSpPr>
          <p:cNvPr id="350" name="文本框 58"/>
          <p:cNvSpPr txBox="1"/>
          <p:nvPr>
            <p:custDataLst>
              <p:tags r:id="rId7"/>
            </p:custDataLst>
          </p:nvPr>
        </p:nvSpPr>
        <p:spPr>
          <a:xfrm>
            <a:off x="6440592" y="2778961"/>
            <a:ext cx="263684" cy="256539"/>
          </a:xfrm>
          <a:prstGeom prst="rect">
            <a:avLst/>
          </a:prstGeom>
          <a:ln w="12700">
            <a:miter lim="400000"/>
          </a:ln>
        </p:spPr>
        <p:txBody>
          <a:bodyPr lIns="45718" tIns="45718" rIns="45718" bIns="45718">
            <a:spAutoFit/>
          </a:bodyPr>
          <a:lstStyle>
            <a:lvl1pPr>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03</a:t>
            </a:r>
          </a:p>
        </p:txBody>
      </p:sp>
      <p:grpSp>
        <p:nvGrpSpPr>
          <p:cNvPr id="353" name="组合 5"/>
          <p:cNvGrpSpPr/>
          <p:nvPr>
            <p:custDataLst>
              <p:tags r:id="rId8"/>
            </p:custDataLst>
          </p:nvPr>
        </p:nvGrpSpPr>
        <p:grpSpPr>
          <a:xfrm>
            <a:off x="7504400" y="848379"/>
            <a:ext cx="3633471" cy="625572"/>
            <a:chOff x="0" y="0"/>
            <a:chExt cx="3633470" cy="625570"/>
          </a:xfrm>
        </p:grpSpPr>
        <p:sp>
          <p:nvSpPr>
            <p:cNvPr id="351" name="文本框 15"/>
            <p:cNvSpPr txBox="1"/>
            <p:nvPr>
              <p:custDataLst>
                <p:tags r:id="rId42"/>
              </p:custDataLst>
            </p:nvPr>
          </p:nvSpPr>
          <p:spPr>
            <a:xfrm>
              <a:off x="-1" y="341090"/>
              <a:ext cx="3633472" cy="2844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52" name="文本框 15"/>
            <p:cNvSpPr txBox="1"/>
            <p:nvPr>
              <p:custDataLst>
                <p:tags r:id="rId43"/>
              </p:custDataLst>
            </p:nvPr>
          </p:nvSpPr>
          <p:spPr>
            <a:xfrm>
              <a:off x="-1" y="-1"/>
              <a:ext cx="3633472" cy="3225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4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a:t>
              </a:r>
            </a:p>
          </p:txBody>
        </p:sp>
      </p:grpSp>
      <p:grpSp>
        <p:nvGrpSpPr>
          <p:cNvPr id="356" name="组合 4"/>
          <p:cNvGrpSpPr/>
          <p:nvPr>
            <p:custDataLst>
              <p:tags r:id="rId9"/>
            </p:custDataLst>
          </p:nvPr>
        </p:nvGrpSpPr>
        <p:grpSpPr>
          <a:xfrm>
            <a:off x="7504400" y="1712616"/>
            <a:ext cx="3633471" cy="625572"/>
            <a:chOff x="0" y="0"/>
            <a:chExt cx="3633470" cy="625570"/>
          </a:xfrm>
        </p:grpSpPr>
        <p:sp>
          <p:nvSpPr>
            <p:cNvPr id="354" name="文本框 15"/>
            <p:cNvSpPr txBox="1"/>
            <p:nvPr>
              <p:custDataLst>
                <p:tags r:id="rId40"/>
              </p:custDataLst>
            </p:nvPr>
          </p:nvSpPr>
          <p:spPr>
            <a:xfrm>
              <a:off x="-1" y="341090"/>
              <a:ext cx="3633472" cy="2844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55" name="文本框 15"/>
            <p:cNvSpPr txBox="1"/>
            <p:nvPr>
              <p:custDataLst>
                <p:tags r:id="rId41"/>
              </p:custDataLst>
            </p:nvPr>
          </p:nvSpPr>
          <p:spPr>
            <a:xfrm>
              <a:off x="-1" y="-1"/>
              <a:ext cx="3633472" cy="3225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4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a:t>
              </a:r>
            </a:p>
          </p:txBody>
        </p:sp>
      </p:grpSp>
      <p:grpSp>
        <p:nvGrpSpPr>
          <p:cNvPr id="359" name="组合 3"/>
          <p:cNvGrpSpPr/>
          <p:nvPr>
            <p:custDataLst>
              <p:tags r:id="rId10"/>
            </p:custDataLst>
          </p:nvPr>
        </p:nvGrpSpPr>
        <p:grpSpPr>
          <a:xfrm>
            <a:off x="7504400" y="2576853"/>
            <a:ext cx="3633471" cy="625572"/>
            <a:chOff x="0" y="0"/>
            <a:chExt cx="3633470" cy="625570"/>
          </a:xfrm>
        </p:grpSpPr>
        <p:sp>
          <p:nvSpPr>
            <p:cNvPr id="357" name="文本框 15"/>
            <p:cNvSpPr txBox="1"/>
            <p:nvPr>
              <p:custDataLst>
                <p:tags r:id="rId38"/>
              </p:custDataLst>
            </p:nvPr>
          </p:nvSpPr>
          <p:spPr>
            <a:xfrm>
              <a:off x="-1" y="341090"/>
              <a:ext cx="3633472" cy="2844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58" name="文本框 15"/>
            <p:cNvSpPr txBox="1"/>
            <p:nvPr>
              <p:custDataLst>
                <p:tags r:id="rId39"/>
              </p:custDataLst>
            </p:nvPr>
          </p:nvSpPr>
          <p:spPr>
            <a:xfrm>
              <a:off x="-1" y="-1"/>
              <a:ext cx="3633472" cy="3225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4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a:t>
              </a:r>
            </a:p>
          </p:txBody>
        </p:sp>
      </p:grpSp>
      <p:grpSp>
        <p:nvGrpSpPr>
          <p:cNvPr id="362" name="组合 2"/>
          <p:cNvGrpSpPr/>
          <p:nvPr>
            <p:custDataLst>
              <p:tags r:id="rId11"/>
            </p:custDataLst>
          </p:nvPr>
        </p:nvGrpSpPr>
        <p:grpSpPr>
          <a:xfrm>
            <a:off x="7555032" y="3441091"/>
            <a:ext cx="3633471" cy="625571"/>
            <a:chOff x="0" y="0"/>
            <a:chExt cx="3633470" cy="625570"/>
          </a:xfrm>
        </p:grpSpPr>
        <p:sp>
          <p:nvSpPr>
            <p:cNvPr id="360" name="文本框 15"/>
            <p:cNvSpPr txBox="1"/>
            <p:nvPr>
              <p:custDataLst>
                <p:tags r:id="rId36"/>
              </p:custDataLst>
            </p:nvPr>
          </p:nvSpPr>
          <p:spPr>
            <a:xfrm>
              <a:off x="-1" y="341090"/>
              <a:ext cx="3633472" cy="2844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61" name="文本框 15"/>
            <p:cNvSpPr txBox="1"/>
            <p:nvPr>
              <p:custDataLst>
                <p:tags r:id="rId37"/>
              </p:custDataLst>
            </p:nvPr>
          </p:nvSpPr>
          <p:spPr>
            <a:xfrm>
              <a:off x="-1" y="-1"/>
              <a:ext cx="3633472" cy="3225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4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a:t>
              </a:r>
            </a:p>
          </p:txBody>
        </p:sp>
      </p:grpSp>
      <p:grpSp>
        <p:nvGrpSpPr>
          <p:cNvPr id="365" name="组合 29"/>
          <p:cNvGrpSpPr/>
          <p:nvPr>
            <p:custDataLst>
              <p:tags r:id="rId12"/>
            </p:custDataLst>
          </p:nvPr>
        </p:nvGrpSpPr>
        <p:grpSpPr>
          <a:xfrm>
            <a:off x="7510043" y="4305329"/>
            <a:ext cx="3633471" cy="625571"/>
            <a:chOff x="0" y="0"/>
            <a:chExt cx="3633470" cy="625570"/>
          </a:xfrm>
        </p:grpSpPr>
        <p:sp>
          <p:nvSpPr>
            <p:cNvPr id="363" name="文本框 15"/>
            <p:cNvSpPr txBox="1"/>
            <p:nvPr>
              <p:custDataLst>
                <p:tags r:id="rId34"/>
              </p:custDataLst>
            </p:nvPr>
          </p:nvSpPr>
          <p:spPr>
            <a:xfrm>
              <a:off x="-1" y="341090"/>
              <a:ext cx="3633472" cy="2844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64" name="文本框 15"/>
            <p:cNvSpPr txBox="1"/>
            <p:nvPr>
              <p:custDataLst>
                <p:tags r:id="rId35"/>
              </p:custDataLst>
            </p:nvPr>
          </p:nvSpPr>
          <p:spPr>
            <a:xfrm>
              <a:off x="-1" y="-1"/>
              <a:ext cx="3633472" cy="3225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4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a:t>
              </a:r>
            </a:p>
          </p:txBody>
        </p:sp>
      </p:grpSp>
      <p:grpSp>
        <p:nvGrpSpPr>
          <p:cNvPr id="368" name="组合 32"/>
          <p:cNvGrpSpPr/>
          <p:nvPr>
            <p:custDataLst>
              <p:tags r:id="rId13"/>
            </p:custDataLst>
          </p:nvPr>
        </p:nvGrpSpPr>
        <p:grpSpPr>
          <a:xfrm>
            <a:off x="7560675" y="5169568"/>
            <a:ext cx="3633471" cy="625571"/>
            <a:chOff x="0" y="0"/>
            <a:chExt cx="3633470" cy="625570"/>
          </a:xfrm>
        </p:grpSpPr>
        <p:sp>
          <p:nvSpPr>
            <p:cNvPr id="366" name="文本框 15"/>
            <p:cNvSpPr txBox="1"/>
            <p:nvPr>
              <p:custDataLst>
                <p:tags r:id="rId32"/>
              </p:custDataLst>
            </p:nvPr>
          </p:nvSpPr>
          <p:spPr>
            <a:xfrm>
              <a:off x="-1" y="341090"/>
              <a:ext cx="3633472" cy="2844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67" name="文本框 15"/>
            <p:cNvSpPr txBox="1"/>
            <p:nvPr>
              <p:custDataLst>
                <p:tags r:id="rId33"/>
              </p:custDataLst>
            </p:nvPr>
          </p:nvSpPr>
          <p:spPr>
            <a:xfrm>
              <a:off x="-1" y="-1"/>
              <a:ext cx="3633472" cy="322581"/>
            </a:xfrm>
            <a:prstGeom prst="rect">
              <a:avLst/>
            </a:prstGeom>
            <a:noFill/>
            <a:ln w="12700" cap="flat">
              <a:noFill/>
              <a:miter lim="400000"/>
            </a:ln>
            <a:effectLst/>
          </p:spPr>
          <p:txBody>
            <a:bodyPr wrap="square" lIns="34290" tIns="34290" rIns="34290" bIns="34290" numCol="1" anchor="t">
              <a:spAutoFit/>
            </a:bodyPr>
            <a:lstStyle>
              <a:lvl1pPr>
                <a:lnSpc>
                  <a:spcPct val="150000"/>
                </a:lnSpc>
                <a:defRPr sz="14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a:t>
              </a:r>
            </a:p>
          </p:txBody>
        </p:sp>
      </p:grpSp>
      <p:sp>
        <p:nvSpPr>
          <p:cNvPr id="369" name="椭圆 37"/>
          <p:cNvSpPr/>
          <p:nvPr>
            <p:custDataLst>
              <p:tags r:id="rId14"/>
            </p:custDataLst>
          </p:nvPr>
        </p:nvSpPr>
        <p:spPr>
          <a:xfrm>
            <a:off x="6328428" y="3521869"/>
            <a:ext cx="488009" cy="488009"/>
          </a:xfrm>
          <a:prstGeom prst="ellipse">
            <a:avLst/>
          </a:prstGeom>
          <a:solidFill>
            <a:srgbClr val="006CD9"/>
          </a:solidFill>
          <a:ln w="76200">
            <a:solidFill>
              <a:srgbClr val="EDF6FD"/>
            </a:solidFill>
            <a:miter/>
          </a:ln>
        </p:spPr>
        <p:txBody>
          <a:bodyPr lIns="45718" tIns="45718" rIns="45718" bIns="45718" anchor="ctr"/>
          <a:lstStyle/>
          <a:p>
            <a:pPr algn="ctr">
              <a:defRPr sz="1100">
                <a:solidFill>
                  <a:srgbClr val="FFFFFF"/>
                </a:solidFill>
                <a:latin typeface="+mj-lt"/>
                <a:ea typeface="+mj-ea"/>
                <a:cs typeface="+mj-cs"/>
                <a:sym typeface="等线" panose="02010600030101010101" charset="-122"/>
              </a:defRPr>
            </a:pPr>
            <a:endParaRPr/>
          </a:p>
        </p:txBody>
      </p:sp>
      <p:sp>
        <p:nvSpPr>
          <p:cNvPr id="370" name="文本框 38"/>
          <p:cNvSpPr txBox="1"/>
          <p:nvPr>
            <p:custDataLst>
              <p:tags r:id="rId15"/>
            </p:custDataLst>
          </p:nvPr>
        </p:nvSpPr>
        <p:spPr>
          <a:xfrm>
            <a:off x="6440592" y="3639743"/>
            <a:ext cx="263684" cy="256539"/>
          </a:xfrm>
          <a:prstGeom prst="rect">
            <a:avLst/>
          </a:prstGeom>
          <a:ln w="12700">
            <a:miter lim="400000"/>
          </a:ln>
        </p:spPr>
        <p:txBody>
          <a:bodyPr lIns="45718" tIns="45718" rIns="45718" bIns="45718">
            <a:spAutoFit/>
          </a:bodyPr>
          <a:lstStyle>
            <a:lvl1pPr>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04</a:t>
            </a:r>
          </a:p>
        </p:txBody>
      </p:sp>
      <p:sp>
        <p:nvSpPr>
          <p:cNvPr id="371" name="椭圆 39"/>
          <p:cNvSpPr/>
          <p:nvPr>
            <p:custDataLst>
              <p:tags r:id="rId16"/>
            </p:custDataLst>
          </p:nvPr>
        </p:nvSpPr>
        <p:spPr>
          <a:xfrm>
            <a:off x="6328428" y="4385671"/>
            <a:ext cx="488009" cy="488009"/>
          </a:xfrm>
          <a:prstGeom prst="ellipse">
            <a:avLst/>
          </a:prstGeom>
          <a:solidFill>
            <a:srgbClr val="006CD9"/>
          </a:solidFill>
          <a:ln w="76200">
            <a:solidFill>
              <a:srgbClr val="EAF2FD"/>
            </a:solidFill>
            <a:miter/>
          </a:ln>
        </p:spPr>
        <p:txBody>
          <a:bodyPr lIns="45718" tIns="45718" rIns="45718" bIns="45718" anchor="ctr"/>
          <a:lstStyle/>
          <a:p>
            <a:pPr algn="ctr">
              <a:defRPr sz="1100">
                <a:solidFill>
                  <a:srgbClr val="FFFFFF"/>
                </a:solidFill>
                <a:latin typeface="+mj-lt"/>
                <a:ea typeface="+mj-ea"/>
                <a:cs typeface="+mj-cs"/>
                <a:sym typeface="等线" panose="02010600030101010101" charset="-122"/>
              </a:defRPr>
            </a:pPr>
            <a:endParaRPr/>
          </a:p>
        </p:txBody>
      </p:sp>
      <p:sp>
        <p:nvSpPr>
          <p:cNvPr id="372" name="文本框 40"/>
          <p:cNvSpPr txBox="1"/>
          <p:nvPr>
            <p:custDataLst>
              <p:tags r:id="rId17"/>
            </p:custDataLst>
          </p:nvPr>
        </p:nvSpPr>
        <p:spPr>
          <a:xfrm>
            <a:off x="6440592" y="4500122"/>
            <a:ext cx="263684" cy="256539"/>
          </a:xfrm>
          <a:prstGeom prst="rect">
            <a:avLst/>
          </a:prstGeom>
          <a:ln w="12700">
            <a:miter lim="400000"/>
          </a:ln>
        </p:spPr>
        <p:txBody>
          <a:bodyPr lIns="45718" tIns="45718" rIns="45718" bIns="45718">
            <a:spAutoFit/>
          </a:bodyPr>
          <a:lstStyle>
            <a:lvl1pPr>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05</a:t>
            </a:r>
          </a:p>
        </p:txBody>
      </p:sp>
      <p:sp>
        <p:nvSpPr>
          <p:cNvPr id="373" name="椭圆 41"/>
          <p:cNvSpPr/>
          <p:nvPr>
            <p:custDataLst>
              <p:tags r:id="rId18"/>
            </p:custDataLst>
          </p:nvPr>
        </p:nvSpPr>
        <p:spPr>
          <a:xfrm>
            <a:off x="6328428" y="5249474"/>
            <a:ext cx="488009" cy="488009"/>
          </a:xfrm>
          <a:prstGeom prst="ellipse">
            <a:avLst/>
          </a:prstGeom>
          <a:solidFill>
            <a:srgbClr val="006CD9"/>
          </a:solidFill>
          <a:ln w="76200">
            <a:solidFill>
              <a:srgbClr val="E6EFFE"/>
            </a:solidFill>
            <a:miter/>
          </a:ln>
        </p:spPr>
        <p:txBody>
          <a:bodyPr lIns="45718" tIns="45718" rIns="45718" bIns="45718" anchor="ctr"/>
          <a:lstStyle/>
          <a:p>
            <a:pPr algn="ctr">
              <a:defRPr sz="1100">
                <a:solidFill>
                  <a:srgbClr val="FFFFFF"/>
                </a:solidFill>
                <a:latin typeface="+mj-lt"/>
                <a:ea typeface="+mj-ea"/>
                <a:cs typeface="+mj-cs"/>
                <a:sym typeface="等线" panose="02010600030101010101" charset="-122"/>
              </a:defRPr>
            </a:pPr>
            <a:endParaRPr/>
          </a:p>
        </p:txBody>
      </p:sp>
      <p:sp>
        <p:nvSpPr>
          <p:cNvPr id="374" name="文本框 42"/>
          <p:cNvSpPr txBox="1"/>
          <p:nvPr>
            <p:custDataLst>
              <p:tags r:id="rId19"/>
            </p:custDataLst>
          </p:nvPr>
        </p:nvSpPr>
        <p:spPr>
          <a:xfrm>
            <a:off x="6446068" y="5368855"/>
            <a:ext cx="263684" cy="256539"/>
          </a:xfrm>
          <a:prstGeom prst="rect">
            <a:avLst/>
          </a:prstGeom>
          <a:ln w="12700">
            <a:miter lim="400000"/>
          </a:ln>
        </p:spPr>
        <p:txBody>
          <a:bodyPr lIns="45718" tIns="45718" rIns="45718" bIns="45718">
            <a:spAutoFit/>
          </a:bodyPr>
          <a:lstStyle>
            <a:lvl1pPr>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06</a:t>
            </a:r>
          </a:p>
        </p:txBody>
      </p:sp>
      <p:sp>
        <p:nvSpPr>
          <p:cNvPr id="375" name="直接连接符 10"/>
          <p:cNvSpPr/>
          <p:nvPr>
            <p:custDataLst>
              <p:tags r:id="rId20"/>
            </p:custDataLst>
          </p:nvPr>
        </p:nvSpPr>
        <p:spPr>
          <a:xfrm>
            <a:off x="6749994" y="1173614"/>
            <a:ext cx="443986" cy="2"/>
          </a:xfrm>
          <a:prstGeom prst="line">
            <a:avLst/>
          </a:prstGeom>
          <a:ln w="6350">
            <a:solidFill>
              <a:srgbClr val="6AC8F2"/>
            </a:solidFill>
            <a:prstDash val="dash"/>
            <a:miter/>
          </a:ln>
        </p:spPr>
        <p:txBody>
          <a:bodyPr lIns="45718" tIns="45718" rIns="45718" bIns="45718"/>
          <a:lstStyle/>
          <a:p>
            <a:endParaRPr/>
          </a:p>
        </p:txBody>
      </p:sp>
      <p:sp>
        <p:nvSpPr>
          <p:cNvPr id="376" name="直接连接符 46"/>
          <p:cNvSpPr/>
          <p:nvPr>
            <p:custDataLst>
              <p:tags r:id="rId21"/>
            </p:custDataLst>
          </p:nvPr>
        </p:nvSpPr>
        <p:spPr>
          <a:xfrm>
            <a:off x="6781768" y="2041074"/>
            <a:ext cx="443986" cy="2"/>
          </a:xfrm>
          <a:prstGeom prst="line">
            <a:avLst/>
          </a:prstGeom>
          <a:ln w="6350">
            <a:solidFill>
              <a:srgbClr val="6AC8F2"/>
            </a:solidFill>
            <a:prstDash val="dash"/>
            <a:miter/>
          </a:ln>
        </p:spPr>
        <p:txBody>
          <a:bodyPr lIns="45718" tIns="45718" rIns="45718" bIns="45718"/>
          <a:lstStyle/>
          <a:p>
            <a:endParaRPr/>
          </a:p>
        </p:txBody>
      </p:sp>
      <p:sp>
        <p:nvSpPr>
          <p:cNvPr id="377" name="直接连接符 47"/>
          <p:cNvSpPr/>
          <p:nvPr>
            <p:custDataLst>
              <p:tags r:id="rId22"/>
            </p:custDataLst>
          </p:nvPr>
        </p:nvSpPr>
        <p:spPr>
          <a:xfrm>
            <a:off x="6781768" y="2877317"/>
            <a:ext cx="443986" cy="2"/>
          </a:xfrm>
          <a:prstGeom prst="line">
            <a:avLst/>
          </a:prstGeom>
          <a:ln w="6350">
            <a:solidFill>
              <a:srgbClr val="6AC8F2"/>
            </a:solidFill>
            <a:prstDash val="dash"/>
            <a:miter/>
          </a:ln>
        </p:spPr>
        <p:txBody>
          <a:bodyPr lIns="45718" tIns="45718" rIns="45718" bIns="45718"/>
          <a:lstStyle/>
          <a:p>
            <a:endParaRPr/>
          </a:p>
        </p:txBody>
      </p:sp>
      <p:sp>
        <p:nvSpPr>
          <p:cNvPr id="378" name="直接连接符 71"/>
          <p:cNvSpPr/>
          <p:nvPr>
            <p:custDataLst>
              <p:tags r:id="rId23"/>
            </p:custDataLst>
          </p:nvPr>
        </p:nvSpPr>
        <p:spPr>
          <a:xfrm>
            <a:off x="6781768" y="3745819"/>
            <a:ext cx="443986" cy="2"/>
          </a:xfrm>
          <a:prstGeom prst="line">
            <a:avLst/>
          </a:prstGeom>
          <a:ln w="6350">
            <a:solidFill>
              <a:srgbClr val="6AC8F2"/>
            </a:solidFill>
            <a:prstDash val="dash"/>
            <a:miter/>
          </a:ln>
        </p:spPr>
        <p:txBody>
          <a:bodyPr lIns="45718" tIns="45718" rIns="45718" bIns="45718"/>
          <a:lstStyle/>
          <a:p>
            <a:endParaRPr/>
          </a:p>
        </p:txBody>
      </p:sp>
      <p:sp>
        <p:nvSpPr>
          <p:cNvPr id="379" name="直接连接符 72"/>
          <p:cNvSpPr/>
          <p:nvPr>
            <p:custDataLst>
              <p:tags r:id="rId24"/>
            </p:custDataLst>
          </p:nvPr>
        </p:nvSpPr>
        <p:spPr>
          <a:xfrm>
            <a:off x="6781768" y="4617854"/>
            <a:ext cx="443986" cy="2"/>
          </a:xfrm>
          <a:prstGeom prst="line">
            <a:avLst/>
          </a:prstGeom>
          <a:ln w="6350">
            <a:solidFill>
              <a:srgbClr val="6AC8F2"/>
            </a:solidFill>
            <a:prstDash val="dash"/>
            <a:miter/>
          </a:ln>
        </p:spPr>
        <p:txBody>
          <a:bodyPr lIns="45718" tIns="45718" rIns="45718" bIns="45718"/>
          <a:lstStyle/>
          <a:p>
            <a:endParaRPr/>
          </a:p>
        </p:txBody>
      </p:sp>
      <p:sp>
        <p:nvSpPr>
          <p:cNvPr id="380" name="直接连接符 73"/>
          <p:cNvSpPr/>
          <p:nvPr>
            <p:custDataLst>
              <p:tags r:id="rId25"/>
            </p:custDataLst>
          </p:nvPr>
        </p:nvSpPr>
        <p:spPr>
          <a:xfrm>
            <a:off x="6781768" y="5510615"/>
            <a:ext cx="443986" cy="2"/>
          </a:xfrm>
          <a:prstGeom prst="line">
            <a:avLst/>
          </a:prstGeom>
          <a:ln w="6350">
            <a:solidFill>
              <a:srgbClr val="6AC8F2"/>
            </a:solidFill>
            <a:prstDash val="dash"/>
            <a:miter/>
          </a:ln>
        </p:spPr>
        <p:txBody>
          <a:bodyPr lIns="45718" tIns="45718" rIns="45718" bIns="45718"/>
          <a:lstStyle/>
          <a:p>
            <a:endParaRPr/>
          </a:p>
        </p:txBody>
      </p:sp>
      <p:sp>
        <p:nvSpPr>
          <p:cNvPr id="381" name="等腰三角形 12"/>
          <p:cNvSpPr/>
          <p:nvPr>
            <p:custDataLst>
              <p:tags r:id="rId26"/>
            </p:custDataLst>
          </p:nvPr>
        </p:nvSpPr>
        <p:spPr>
          <a:xfrm rot="5400000">
            <a:off x="6729121" y="1131269"/>
            <a:ext cx="98243" cy="84693"/>
          </a:xfrm>
          <a:prstGeom prst="triangl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82" name="等腰三角形 74"/>
          <p:cNvSpPr/>
          <p:nvPr>
            <p:custDataLst>
              <p:tags r:id="rId27"/>
            </p:custDataLst>
          </p:nvPr>
        </p:nvSpPr>
        <p:spPr>
          <a:xfrm rot="5400000">
            <a:off x="6729121" y="1999937"/>
            <a:ext cx="98243" cy="84694"/>
          </a:xfrm>
          <a:prstGeom prst="triangl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83" name="等腰三角形 75"/>
          <p:cNvSpPr/>
          <p:nvPr>
            <p:custDataLst>
              <p:tags r:id="rId28"/>
            </p:custDataLst>
          </p:nvPr>
        </p:nvSpPr>
        <p:spPr>
          <a:xfrm rot="5400000">
            <a:off x="6729121" y="2834971"/>
            <a:ext cx="98243" cy="84694"/>
          </a:xfrm>
          <a:prstGeom prst="triangl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84" name="等腰三角形 76"/>
          <p:cNvSpPr/>
          <p:nvPr>
            <p:custDataLst>
              <p:tags r:id="rId29"/>
            </p:custDataLst>
          </p:nvPr>
        </p:nvSpPr>
        <p:spPr>
          <a:xfrm rot="5400000">
            <a:off x="6722126" y="3702206"/>
            <a:ext cx="98243" cy="84693"/>
          </a:xfrm>
          <a:prstGeom prst="triangl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85" name="等腰三角形 78"/>
          <p:cNvSpPr/>
          <p:nvPr>
            <p:custDataLst>
              <p:tags r:id="rId30"/>
            </p:custDataLst>
          </p:nvPr>
        </p:nvSpPr>
        <p:spPr>
          <a:xfrm rot="5400000">
            <a:off x="6722726" y="4576024"/>
            <a:ext cx="98244" cy="84694"/>
          </a:xfrm>
          <a:prstGeom prst="triangl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86" name="等腰三角形 79"/>
          <p:cNvSpPr/>
          <p:nvPr>
            <p:custDataLst>
              <p:tags r:id="rId31"/>
            </p:custDataLst>
          </p:nvPr>
        </p:nvSpPr>
        <p:spPr>
          <a:xfrm rot="5400000">
            <a:off x="6723047" y="5468270"/>
            <a:ext cx="98243" cy="84693"/>
          </a:xfrm>
          <a:prstGeom prst="triangl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矩形 8"/>
          <p:cNvSpPr/>
          <p:nvPr/>
        </p:nvSpPr>
        <p:spPr>
          <a:xfrm>
            <a:off x="0" y="6224954"/>
            <a:ext cx="12192000" cy="633048"/>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89" name="文本框 15"/>
          <p:cNvSpPr txBox="1"/>
          <p:nvPr>
            <p:custDataLst>
              <p:tags r:id="rId1"/>
            </p:custDataLst>
          </p:nvPr>
        </p:nvSpPr>
        <p:spPr>
          <a:xfrm>
            <a:off x="7683747" y="1569008"/>
            <a:ext cx="3786006" cy="347981"/>
          </a:xfrm>
          <a:prstGeom prst="rect">
            <a:avLst/>
          </a:prstGeom>
          <a:ln w="12700">
            <a:miter lim="400000"/>
          </a:ln>
        </p:spPr>
        <p:txBody>
          <a:bodyPr lIns="34290" tIns="34290" rIns="34290" bIns="34290">
            <a:spAutoFit/>
          </a:bodyPr>
          <a:lstStyle>
            <a:lvl1pPr>
              <a:defRPr sz="16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90" name="文本框 15"/>
          <p:cNvSpPr txBox="1"/>
          <p:nvPr>
            <p:custDataLst>
              <p:tags r:id="rId2"/>
            </p:custDataLst>
          </p:nvPr>
        </p:nvSpPr>
        <p:spPr>
          <a:xfrm>
            <a:off x="7683747" y="2573396"/>
            <a:ext cx="3786006" cy="347981"/>
          </a:xfrm>
          <a:prstGeom prst="rect">
            <a:avLst/>
          </a:prstGeom>
          <a:ln w="12700">
            <a:miter lim="400000"/>
          </a:ln>
        </p:spPr>
        <p:txBody>
          <a:bodyPr lIns="34290" tIns="34290" rIns="34290" bIns="34290">
            <a:spAutoFit/>
          </a:bodyPr>
          <a:lstStyle>
            <a:lvl1pPr>
              <a:defRPr sz="16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91" name="文本框 15"/>
          <p:cNvSpPr txBox="1"/>
          <p:nvPr>
            <p:custDataLst>
              <p:tags r:id="rId3"/>
            </p:custDataLst>
          </p:nvPr>
        </p:nvSpPr>
        <p:spPr>
          <a:xfrm>
            <a:off x="7683747" y="3641504"/>
            <a:ext cx="3786006" cy="347981"/>
          </a:xfrm>
          <a:prstGeom prst="rect">
            <a:avLst/>
          </a:prstGeom>
          <a:ln w="12700">
            <a:miter lim="400000"/>
          </a:ln>
        </p:spPr>
        <p:txBody>
          <a:bodyPr lIns="34290" tIns="34290" rIns="34290" bIns="34290">
            <a:spAutoFit/>
          </a:bodyPr>
          <a:lstStyle>
            <a:lvl1pPr>
              <a:defRPr sz="16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92" name="文本框 15"/>
          <p:cNvSpPr txBox="1"/>
          <p:nvPr>
            <p:custDataLst>
              <p:tags r:id="rId4"/>
            </p:custDataLst>
          </p:nvPr>
        </p:nvSpPr>
        <p:spPr>
          <a:xfrm>
            <a:off x="7683747" y="4682666"/>
            <a:ext cx="3786006" cy="347981"/>
          </a:xfrm>
          <a:prstGeom prst="rect">
            <a:avLst/>
          </a:prstGeom>
          <a:ln w="12700">
            <a:miter lim="400000"/>
          </a:ln>
        </p:spPr>
        <p:txBody>
          <a:bodyPr lIns="34290" tIns="34290" rIns="34290" bIns="34290">
            <a:spAutoFit/>
          </a:bodyPr>
          <a:lstStyle>
            <a:lvl1pPr>
              <a:defRPr sz="16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93" name="矩形 3"/>
          <p:cNvSpPr/>
          <p:nvPr/>
        </p:nvSpPr>
        <p:spPr>
          <a:xfrm>
            <a:off x="-1" y="0"/>
            <a:ext cx="3987540" cy="6858000"/>
          </a:xfrm>
          <a:prstGeom prst="rect">
            <a:avLst/>
          </a:prstGeom>
          <a:solidFill>
            <a:srgbClr val="006CD9"/>
          </a:solidFill>
          <a:ln w="12700">
            <a:no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94" name="矩形 28"/>
          <p:cNvSpPr txBox="1"/>
          <p:nvPr/>
        </p:nvSpPr>
        <p:spPr>
          <a:xfrm>
            <a:off x="620037" y="3423847"/>
            <a:ext cx="1492705" cy="942339"/>
          </a:xfrm>
          <a:prstGeom prst="rect">
            <a:avLst/>
          </a:prstGeom>
          <a:ln w="12700">
            <a:miter lim="400000"/>
          </a:ln>
        </p:spPr>
        <p:txBody>
          <a:bodyPr wrap="none" lIns="45718" tIns="45718" rIns="45718" bIns="45718">
            <a:spAutoFit/>
          </a:bodyPr>
          <a:lstStyle>
            <a:lvl1pPr>
              <a:defRPr sz="4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目 录</a:t>
            </a:r>
          </a:p>
        </p:txBody>
      </p:sp>
      <p:sp>
        <p:nvSpPr>
          <p:cNvPr id="395" name="矩形 45"/>
          <p:cNvSpPr txBox="1"/>
          <p:nvPr/>
        </p:nvSpPr>
        <p:spPr>
          <a:xfrm>
            <a:off x="620721" y="2780277"/>
            <a:ext cx="2632942" cy="523239"/>
          </a:xfrm>
          <a:prstGeom prst="rect">
            <a:avLst/>
          </a:prstGeom>
          <a:ln w="12700">
            <a:miter lim="400000"/>
          </a:ln>
        </p:spPr>
        <p:txBody>
          <a:bodyPr lIns="45718" tIns="45718" rIns="45718" bIns="45718">
            <a:spAutoFit/>
          </a:bodyPr>
          <a:lstStyle>
            <a:lvl1pPr algn="just">
              <a:defRPr sz="28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DIRECTORY</a:t>
            </a:r>
          </a:p>
        </p:txBody>
      </p:sp>
      <p:sp>
        <p:nvSpPr>
          <p:cNvPr id="396" name="文本框 15"/>
          <p:cNvSpPr txBox="1"/>
          <p:nvPr>
            <p:custDataLst>
              <p:tags r:id="rId5"/>
            </p:custDataLst>
          </p:nvPr>
        </p:nvSpPr>
        <p:spPr>
          <a:xfrm>
            <a:off x="7683747" y="1917799"/>
            <a:ext cx="3786006" cy="322582"/>
          </a:xfrm>
          <a:prstGeom prst="rect">
            <a:avLst/>
          </a:prstGeom>
          <a:ln w="12700">
            <a:miter lim="400000"/>
          </a:ln>
        </p:spPr>
        <p:txBody>
          <a:bodyPr lIns="34290" tIns="34290" rIns="34290" bIns="34290">
            <a:spAutoFit/>
          </a:bodyPr>
          <a:lstStyle>
            <a:lvl1pPr>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97" name="文本框 15"/>
          <p:cNvSpPr txBox="1"/>
          <p:nvPr>
            <p:custDataLst>
              <p:tags r:id="rId6"/>
            </p:custDataLst>
          </p:nvPr>
        </p:nvSpPr>
        <p:spPr>
          <a:xfrm>
            <a:off x="7683747" y="2922189"/>
            <a:ext cx="3786006" cy="322581"/>
          </a:xfrm>
          <a:prstGeom prst="rect">
            <a:avLst/>
          </a:prstGeom>
          <a:ln w="12700">
            <a:miter lim="400000"/>
          </a:ln>
        </p:spPr>
        <p:txBody>
          <a:bodyPr lIns="34290" tIns="34290" rIns="34290" bIns="34290">
            <a:spAutoFit/>
          </a:bodyPr>
          <a:lstStyle>
            <a:lvl1pPr>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98" name="文本框 15"/>
          <p:cNvSpPr txBox="1"/>
          <p:nvPr>
            <p:custDataLst>
              <p:tags r:id="rId7"/>
            </p:custDataLst>
          </p:nvPr>
        </p:nvSpPr>
        <p:spPr>
          <a:xfrm>
            <a:off x="7683747" y="3990294"/>
            <a:ext cx="3786006" cy="322581"/>
          </a:xfrm>
          <a:prstGeom prst="rect">
            <a:avLst/>
          </a:prstGeom>
          <a:ln w="12700">
            <a:miter lim="400000"/>
          </a:ln>
        </p:spPr>
        <p:txBody>
          <a:bodyPr lIns="34290" tIns="34290" rIns="34290" bIns="34290">
            <a:spAutoFit/>
          </a:bodyPr>
          <a:lstStyle>
            <a:lvl1pPr>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399" name="文本框 15"/>
          <p:cNvSpPr txBox="1"/>
          <p:nvPr>
            <p:custDataLst>
              <p:tags r:id="rId8"/>
            </p:custDataLst>
          </p:nvPr>
        </p:nvSpPr>
        <p:spPr>
          <a:xfrm>
            <a:off x="7683747" y="5031456"/>
            <a:ext cx="3786006" cy="322581"/>
          </a:xfrm>
          <a:prstGeom prst="rect">
            <a:avLst/>
          </a:prstGeom>
          <a:ln w="12700">
            <a:miter lim="400000"/>
          </a:ln>
        </p:spPr>
        <p:txBody>
          <a:bodyPr lIns="34290" tIns="34290" rIns="34290" bIns="34290">
            <a:spAutoFit/>
          </a:bodyPr>
          <a:lstStyle>
            <a:lvl1pPr>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点击添加标题文字点击添加标题文字</a:t>
            </a:r>
          </a:p>
        </p:txBody>
      </p:sp>
      <p:sp>
        <p:nvSpPr>
          <p:cNvPr id="400" name="文本框 15"/>
          <p:cNvSpPr txBox="1"/>
          <p:nvPr>
            <p:custDataLst>
              <p:tags r:id="rId9"/>
            </p:custDataLst>
          </p:nvPr>
        </p:nvSpPr>
        <p:spPr>
          <a:xfrm>
            <a:off x="6448835" y="1489183"/>
            <a:ext cx="757802" cy="678181"/>
          </a:xfrm>
          <a:prstGeom prst="rect">
            <a:avLst/>
          </a:prstGeom>
          <a:ln w="12700">
            <a:miter lim="400000"/>
          </a:ln>
        </p:spPr>
        <p:txBody>
          <a:bodyPr lIns="34290" tIns="34290" rIns="34290" bIns="34290">
            <a:spAutoFit/>
          </a:bodyPr>
          <a:lstStyle>
            <a:lvl1pPr>
              <a:defRPr sz="40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01</a:t>
            </a:r>
          </a:p>
        </p:txBody>
      </p:sp>
      <p:sp>
        <p:nvSpPr>
          <p:cNvPr id="401" name="文本框 15"/>
          <p:cNvSpPr txBox="1"/>
          <p:nvPr>
            <p:custDataLst>
              <p:tags r:id="rId10"/>
            </p:custDataLst>
          </p:nvPr>
        </p:nvSpPr>
        <p:spPr>
          <a:xfrm>
            <a:off x="6448831" y="2531421"/>
            <a:ext cx="757802" cy="678181"/>
          </a:xfrm>
          <a:prstGeom prst="rect">
            <a:avLst/>
          </a:prstGeom>
          <a:ln w="12700">
            <a:miter lim="400000"/>
          </a:ln>
        </p:spPr>
        <p:txBody>
          <a:bodyPr lIns="34290" tIns="34290" rIns="34290" bIns="34290">
            <a:spAutoFit/>
          </a:bodyPr>
          <a:lstStyle>
            <a:lvl1pPr>
              <a:defRPr sz="40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02</a:t>
            </a:r>
          </a:p>
        </p:txBody>
      </p:sp>
      <p:sp>
        <p:nvSpPr>
          <p:cNvPr id="402" name="文本框 15"/>
          <p:cNvSpPr txBox="1"/>
          <p:nvPr>
            <p:custDataLst>
              <p:tags r:id="rId11"/>
            </p:custDataLst>
          </p:nvPr>
        </p:nvSpPr>
        <p:spPr>
          <a:xfrm>
            <a:off x="6448833" y="3641504"/>
            <a:ext cx="757802" cy="678181"/>
          </a:xfrm>
          <a:prstGeom prst="rect">
            <a:avLst/>
          </a:prstGeom>
          <a:ln w="12700">
            <a:miter lim="400000"/>
          </a:ln>
        </p:spPr>
        <p:txBody>
          <a:bodyPr lIns="34290" tIns="34290" rIns="34290" bIns="34290">
            <a:spAutoFit/>
          </a:bodyPr>
          <a:lstStyle>
            <a:lvl1pPr>
              <a:defRPr sz="40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03</a:t>
            </a:r>
          </a:p>
        </p:txBody>
      </p:sp>
      <p:sp>
        <p:nvSpPr>
          <p:cNvPr id="403" name="文本框 15"/>
          <p:cNvSpPr txBox="1"/>
          <p:nvPr>
            <p:custDataLst>
              <p:tags r:id="rId12"/>
            </p:custDataLst>
          </p:nvPr>
        </p:nvSpPr>
        <p:spPr>
          <a:xfrm>
            <a:off x="6448833" y="4627760"/>
            <a:ext cx="757802" cy="678181"/>
          </a:xfrm>
          <a:prstGeom prst="rect">
            <a:avLst/>
          </a:prstGeom>
          <a:ln w="12700">
            <a:miter lim="400000"/>
          </a:ln>
        </p:spPr>
        <p:txBody>
          <a:bodyPr lIns="34290" tIns="34290" rIns="34290" bIns="34290">
            <a:spAutoFit/>
          </a:bodyPr>
          <a:lstStyle>
            <a:lvl1pPr>
              <a:defRPr sz="4000">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04</a:t>
            </a:r>
          </a:p>
        </p:txBody>
      </p:sp>
      <p:sp>
        <p:nvSpPr>
          <p:cNvPr id="404" name="直接连接符 7"/>
          <p:cNvSpPr/>
          <p:nvPr>
            <p:custDataLst>
              <p:tags r:id="rId13"/>
            </p:custDataLst>
          </p:nvPr>
        </p:nvSpPr>
        <p:spPr>
          <a:xfrm flipH="1" flipV="1">
            <a:off x="6397054" y="2417938"/>
            <a:ext cx="4643100" cy="2"/>
          </a:xfrm>
          <a:prstGeom prst="line">
            <a:avLst/>
          </a:prstGeom>
          <a:ln w="6350">
            <a:solidFill>
              <a:srgbClr val="BFBFBF"/>
            </a:solidFill>
            <a:miter/>
          </a:ln>
        </p:spPr>
        <p:txBody>
          <a:bodyPr lIns="45718" tIns="45718" rIns="45718" bIns="45718"/>
          <a:lstStyle/>
          <a:p>
            <a:endParaRPr/>
          </a:p>
        </p:txBody>
      </p:sp>
      <p:sp>
        <p:nvSpPr>
          <p:cNvPr id="405" name="直接连接符 54"/>
          <p:cNvSpPr/>
          <p:nvPr>
            <p:custDataLst>
              <p:tags r:id="rId14"/>
            </p:custDataLst>
          </p:nvPr>
        </p:nvSpPr>
        <p:spPr>
          <a:xfrm flipH="1" flipV="1">
            <a:off x="6397054" y="3443103"/>
            <a:ext cx="4643100" cy="2"/>
          </a:xfrm>
          <a:prstGeom prst="line">
            <a:avLst/>
          </a:prstGeom>
          <a:ln w="6350">
            <a:solidFill>
              <a:srgbClr val="BFBFBF"/>
            </a:solidFill>
            <a:miter/>
          </a:ln>
        </p:spPr>
        <p:txBody>
          <a:bodyPr lIns="45718" tIns="45718" rIns="45718" bIns="45718"/>
          <a:lstStyle/>
          <a:p>
            <a:endParaRPr/>
          </a:p>
        </p:txBody>
      </p:sp>
      <p:sp>
        <p:nvSpPr>
          <p:cNvPr id="406" name="直接连接符 55"/>
          <p:cNvSpPr/>
          <p:nvPr>
            <p:custDataLst>
              <p:tags r:id="rId15"/>
            </p:custDataLst>
          </p:nvPr>
        </p:nvSpPr>
        <p:spPr>
          <a:xfrm flipH="1" flipV="1">
            <a:off x="6397054" y="4445618"/>
            <a:ext cx="4643100" cy="2"/>
          </a:xfrm>
          <a:prstGeom prst="line">
            <a:avLst/>
          </a:prstGeom>
          <a:ln w="6350">
            <a:solidFill>
              <a:srgbClr val="BFBFBF"/>
            </a:solidFill>
            <a:miter/>
          </a:ln>
        </p:spPr>
        <p:txBody>
          <a:bodyPr lIns="45718" tIns="45718" rIns="45718" bIns="45718"/>
          <a:lstStyle/>
          <a:p>
            <a:endParaRPr/>
          </a:p>
        </p:txBody>
      </p:sp>
      <p:sp>
        <p:nvSpPr>
          <p:cNvPr id="407" name="直接连接符 56"/>
          <p:cNvSpPr/>
          <p:nvPr/>
        </p:nvSpPr>
        <p:spPr>
          <a:xfrm flipH="1" flipV="1">
            <a:off x="6397054" y="5471200"/>
            <a:ext cx="4643100" cy="2"/>
          </a:xfrm>
          <a:prstGeom prst="line">
            <a:avLst/>
          </a:prstGeom>
          <a:ln w="6350">
            <a:solidFill>
              <a:srgbClr val="BFBFBF"/>
            </a:solidFill>
            <a:miter/>
          </a:ln>
        </p:spPr>
        <p:txBody>
          <a:bodyPr lIns="45718" tIns="45718" rIns="45718" bIns="45718"/>
          <a:lstStyle/>
          <a:p>
            <a:endParaRPr/>
          </a:p>
        </p:txBody>
      </p:sp>
      <p:sp>
        <p:nvSpPr>
          <p:cNvPr id="408" name="直接连接符 57"/>
          <p:cNvSpPr/>
          <p:nvPr>
            <p:custDataLst>
              <p:tags r:id="rId16"/>
            </p:custDataLst>
          </p:nvPr>
        </p:nvSpPr>
        <p:spPr>
          <a:xfrm flipH="1" flipV="1">
            <a:off x="6414544" y="1277295"/>
            <a:ext cx="4643101" cy="2"/>
          </a:xfrm>
          <a:prstGeom prst="line">
            <a:avLst/>
          </a:prstGeom>
          <a:ln w="6350">
            <a:solidFill>
              <a:srgbClr val="BFBFBF"/>
            </a:solidFill>
            <a:miter/>
          </a:ln>
        </p:spPr>
        <p:txBody>
          <a:bodyPr lIns="45718" tIns="45718" rIns="45718" bIns="45718"/>
          <a:lstStyle/>
          <a:p>
            <a:endParaRPr/>
          </a:p>
        </p:txBody>
      </p:sp>
      <p:sp>
        <p:nvSpPr>
          <p:cNvPr id="409" name="右箭头 2"/>
          <p:cNvSpPr/>
          <p:nvPr/>
        </p:nvSpPr>
        <p:spPr>
          <a:xfrm rot="16200000">
            <a:off x="3327584" y="1789527"/>
            <a:ext cx="2136973" cy="120652"/>
          </a:xfrm>
          <a:prstGeom prst="rightArrow">
            <a:avLst>
              <a:gd name="adj1" fmla="val 50000"/>
              <a:gd name="adj2" fmla="val 50000"/>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10" name="右箭头 25"/>
          <p:cNvSpPr/>
          <p:nvPr/>
        </p:nvSpPr>
        <p:spPr>
          <a:xfrm rot="5400000">
            <a:off x="3327584" y="4927767"/>
            <a:ext cx="2136973" cy="120652"/>
          </a:xfrm>
          <a:prstGeom prst="rightArrow">
            <a:avLst>
              <a:gd name="adj1" fmla="val 50000"/>
              <a:gd name="adj2" fmla="val 50000"/>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文本框 10"/>
          <p:cNvSpPr txBox="1"/>
          <p:nvPr/>
        </p:nvSpPr>
        <p:spPr>
          <a:xfrm>
            <a:off x="3218552" y="2311400"/>
            <a:ext cx="5754895" cy="878839"/>
          </a:xfrm>
          <a:prstGeom prst="rect">
            <a:avLst/>
          </a:prstGeom>
          <a:ln w="12700">
            <a:miter lim="400000"/>
          </a:ln>
        </p:spPr>
        <p:txBody>
          <a:bodyPr wrap="none" lIns="45718" tIns="45718" rIns="45718" bIns="45718">
            <a:spAutoFit/>
          </a:bodyPr>
          <a:lstStyle>
            <a:lvl1pPr algn="ctr">
              <a:defRPr sz="44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标题标题微软雅黑44号</a:t>
            </a:r>
          </a:p>
        </p:txBody>
      </p:sp>
      <p:sp>
        <p:nvSpPr>
          <p:cNvPr id="413" name="文本框 13"/>
          <p:cNvSpPr txBox="1"/>
          <p:nvPr/>
        </p:nvSpPr>
        <p:spPr>
          <a:xfrm>
            <a:off x="2512694" y="3155950"/>
            <a:ext cx="7166610" cy="510539"/>
          </a:xfrm>
          <a:prstGeom prst="rect">
            <a:avLst/>
          </a:prstGeom>
          <a:ln w="12700">
            <a:miter lim="400000"/>
          </a:ln>
        </p:spPr>
        <p:txBody>
          <a:bodyPr lIns="45718" tIns="45718" rIns="45718" bIns="45718">
            <a:spAutoFit/>
          </a:bodyPr>
          <a:lstStyle>
            <a:lvl1pPr algn="ctr">
              <a:defRPr sz="24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标题标题标题标题微软雅黑</a:t>
            </a:r>
          </a:p>
        </p:txBody>
      </p:sp>
      <p:sp>
        <p:nvSpPr>
          <p:cNvPr id="414" name="直角三角形 5"/>
          <p:cNvSpPr/>
          <p:nvPr/>
        </p:nvSpPr>
        <p:spPr>
          <a:xfrm>
            <a:off x="0" y="5899150"/>
            <a:ext cx="12192001" cy="9588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gradFill>
            <a:gsLst>
              <a:gs pos="0">
                <a:srgbClr val="0062D4"/>
              </a:gs>
              <a:gs pos="100000">
                <a:srgbClr val="80D8FD"/>
              </a:gs>
            </a:gsLst>
            <a:lin ang="1200000"/>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15" name="直角三角形 6"/>
          <p:cNvSpPr/>
          <p:nvPr/>
        </p:nvSpPr>
        <p:spPr>
          <a:xfrm flipH="1">
            <a:off x="-1" y="5899150"/>
            <a:ext cx="12192001" cy="95885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0" y="0"/>
                </a:lnTo>
                <a:close/>
              </a:path>
            </a:pathLst>
          </a:custGeom>
          <a:gradFill>
            <a:gsLst>
              <a:gs pos="25000">
                <a:srgbClr val="6CCD24"/>
              </a:gs>
              <a:gs pos="100000">
                <a:srgbClr val="CCE28E"/>
              </a:gs>
            </a:gsLst>
            <a:lin ang="1200000"/>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16" name="Oval 14"/>
          <p:cNvSpPr/>
          <p:nvPr/>
        </p:nvSpPr>
        <p:spPr>
          <a:xfrm>
            <a:off x="5259387" y="4060824"/>
            <a:ext cx="442915" cy="442916"/>
          </a:xfrm>
          <a:prstGeom prst="ellipse">
            <a:avLst/>
          </a:prstGeom>
          <a:solidFill>
            <a:srgbClr val="006CD9"/>
          </a:solidFill>
          <a:ln w="12700">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solidFill>
                <a:srgbClr val="006CD9"/>
              </a:solidFill>
            </a:endParaRPr>
          </a:p>
        </p:txBody>
      </p:sp>
      <p:sp>
        <p:nvSpPr>
          <p:cNvPr id="417" name="Oval 15"/>
          <p:cNvSpPr/>
          <p:nvPr/>
        </p:nvSpPr>
        <p:spPr>
          <a:xfrm>
            <a:off x="5857875" y="4060824"/>
            <a:ext cx="444500" cy="442916"/>
          </a:xfrm>
          <a:prstGeom prst="ellipse">
            <a:avLst/>
          </a:prstGeom>
          <a:solidFill>
            <a:srgbClr val="006CD9"/>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solidFill>
                <a:srgbClr val="006CD9"/>
              </a:solidFill>
            </a:endParaRPr>
          </a:p>
        </p:txBody>
      </p:sp>
      <p:sp>
        <p:nvSpPr>
          <p:cNvPr id="418" name="Oval 16"/>
          <p:cNvSpPr/>
          <p:nvPr/>
        </p:nvSpPr>
        <p:spPr>
          <a:xfrm>
            <a:off x="6456362" y="4060824"/>
            <a:ext cx="444503" cy="442916"/>
          </a:xfrm>
          <a:prstGeom prst="ellipse">
            <a:avLst/>
          </a:prstGeom>
          <a:solidFill>
            <a:srgbClr val="006CD9"/>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solidFill>
                <a:srgbClr val="006CD9"/>
              </a:solidFill>
            </a:endParaRPr>
          </a:p>
        </p:txBody>
      </p:sp>
      <p:sp>
        <p:nvSpPr>
          <p:cNvPr id="419" name="Freeform 7"/>
          <p:cNvSpPr/>
          <p:nvPr/>
        </p:nvSpPr>
        <p:spPr>
          <a:xfrm>
            <a:off x="5980112" y="4170362"/>
            <a:ext cx="220664" cy="223839"/>
          </a:xfrm>
          <a:custGeom>
            <a:avLst/>
            <a:gdLst/>
            <a:ahLst/>
            <a:cxnLst>
              <a:cxn ang="0">
                <a:pos x="wd2" y="hd2"/>
              </a:cxn>
              <a:cxn ang="5400000">
                <a:pos x="wd2" y="hd2"/>
              </a:cxn>
              <a:cxn ang="10800000">
                <a:pos x="wd2" y="hd2"/>
              </a:cxn>
              <a:cxn ang="16200000">
                <a:pos x="wd2" y="hd2"/>
              </a:cxn>
            </a:cxnLst>
            <a:rect l="0" t="0" r="r" b="b"/>
            <a:pathLst>
              <a:path w="21600" h="21600" extrusionOk="0">
                <a:moveTo>
                  <a:pt x="21600" y="4959"/>
                </a:moveTo>
                <a:cubicBezTo>
                  <a:pt x="21600" y="7714"/>
                  <a:pt x="19373" y="10029"/>
                  <a:pt x="16478" y="10029"/>
                </a:cubicBezTo>
                <a:cubicBezTo>
                  <a:pt x="15476" y="10029"/>
                  <a:pt x="14586" y="9698"/>
                  <a:pt x="13806" y="9257"/>
                </a:cubicBezTo>
                <a:cubicBezTo>
                  <a:pt x="11468" y="10910"/>
                  <a:pt x="11468" y="10910"/>
                  <a:pt x="11468" y="10910"/>
                </a:cubicBezTo>
                <a:cubicBezTo>
                  <a:pt x="12581" y="8045"/>
                  <a:pt x="12581" y="8045"/>
                  <a:pt x="12581" y="8045"/>
                </a:cubicBezTo>
                <a:cubicBezTo>
                  <a:pt x="11802" y="7273"/>
                  <a:pt x="11468" y="6171"/>
                  <a:pt x="11468" y="4959"/>
                </a:cubicBezTo>
                <a:cubicBezTo>
                  <a:pt x="11468" y="2204"/>
                  <a:pt x="13695" y="0"/>
                  <a:pt x="16478" y="0"/>
                </a:cubicBezTo>
                <a:cubicBezTo>
                  <a:pt x="19373" y="0"/>
                  <a:pt x="21600" y="2204"/>
                  <a:pt x="21600" y="4959"/>
                </a:cubicBezTo>
                <a:close/>
                <a:moveTo>
                  <a:pt x="17369" y="20057"/>
                </a:moveTo>
                <a:cubicBezTo>
                  <a:pt x="1336" y="20057"/>
                  <a:pt x="1336" y="20057"/>
                  <a:pt x="1336" y="20057"/>
                </a:cubicBezTo>
                <a:cubicBezTo>
                  <a:pt x="1336" y="7494"/>
                  <a:pt x="1336" y="7494"/>
                  <a:pt x="1336" y="7494"/>
                </a:cubicBezTo>
                <a:cubicBezTo>
                  <a:pt x="11023" y="7494"/>
                  <a:pt x="11023" y="7494"/>
                  <a:pt x="11023" y="7494"/>
                </a:cubicBezTo>
                <a:cubicBezTo>
                  <a:pt x="10800" y="7053"/>
                  <a:pt x="10689" y="6612"/>
                  <a:pt x="10577" y="6061"/>
                </a:cubicBezTo>
                <a:cubicBezTo>
                  <a:pt x="1670" y="6061"/>
                  <a:pt x="1670" y="6061"/>
                  <a:pt x="1670" y="6061"/>
                </a:cubicBezTo>
                <a:cubicBezTo>
                  <a:pt x="779" y="6061"/>
                  <a:pt x="0" y="6833"/>
                  <a:pt x="0" y="7714"/>
                </a:cubicBezTo>
                <a:cubicBezTo>
                  <a:pt x="0" y="19947"/>
                  <a:pt x="0" y="19947"/>
                  <a:pt x="0" y="19947"/>
                </a:cubicBezTo>
                <a:cubicBezTo>
                  <a:pt x="0" y="20829"/>
                  <a:pt x="779" y="21600"/>
                  <a:pt x="1670" y="21600"/>
                </a:cubicBezTo>
                <a:cubicBezTo>
                  <a:pt x="17146" y="21600"/>
                  <a:pt x="17146" y="21600"/>
                  <a:pt x="17146" y="21600"/>
                </a:cubicBezTo>
                <a:cubicBezTo>
                  <a:pt x="18037" y="21600"/>
                  <a:pt x="18705" y="20829"/>
                  <a:pt x="18705" y="19947"/>
                </a:cubicBezTo>
                <a:cubicBezTo>
                  <a:pt x="18705" y="10469"/>
                  <a:pt x="18705" y="10469"/>
                  <a:pt x="18705" y="10469"/>
                </a:cubicBezTo>
                <a:cubicBezTo>
                  <a:pt x="18371" y="10690"/>
                  <a:pt x="17926" y="10800"/>
                  <a:pt x="17369" y="10910"/>
                </a:cubicBezTo>
                <a:lnTo>
                  <a:pt x="17369" y="20057"/>
                </a:lnTo>
                <a:close/>
                <a:moveTo>
                  <a:pt x="12136" y="10910"/>
                </a:moveTo>
                <a:cubicBezTo>
                  <a:pt x="12136" y="18735"/>
                  <a:pt x="12136" y="18735"/>
                  <a:pt x="12136" y="18735"/>
                </a:cubicBezTo>
                <a:cubicBezTo>
                  <a:pt x="14808" y="18735"/>
                  <a:pt x="14808" y="18735"/>
                  <a:pt x="14808" y="18735"/>
                </a:cubicBezTo>
                <a:cubicBezTo>
                  <a:pt x="14808" y="10910"/>
                  <a:pt x="14808" y="10910"/>
                  <a:pt x="14808" y="10910"/>
                </a:cubicBezTo>
                <a:lnTo>
                  <a:pt x="12136" y="10910"/>
                </a:lnTo>
                <a:close/>
                <a:moveTo>
                  <a:pt x="10689" y="18735"/>
                </a:moveTo>
                <a:cubicBezTo>
                  <a:pt x="10689" y="13004"/>
                  <a:pt x="10689" y="13004"/>
                  <a:pt x="10689" y="13004"/>
                </a:cubicBezTo>
                <a:cubicBezTo>
                  <a:pt x="8016" y="13004"/>
                  <a:pt x="8016" y="13004"/>
                  <a:pt x="8016" y="13004"/>
                </a:cubicBezTo>
                <a:cubicBezTo>
                  <a:pt x="8016" y="18735"/>
                  <a:pt x="8016" y="18735"/>
                  <a:pt x="8016" y="18735"/>
                </a:cubicBezTo>
                <a:lnTo>
                  <a:pt x="10689" y="18735"/>
                </a:lnTo>
                <a:close/>
                <a:moveTo>
                  <a:pt x="6680" y="18735"/>
                </a:moveTo>
                <a:cubicBezTo>
                  <a:pt x="6680" y="14988"/>
                  <a:pt x="6680" y="14988"/>
                  <a:pt x="6680" y="14988"/>
                </a:cubicBezTo>
                <a:cubicBezTo>
                  <a:pt x="4008" y="14988"/>
                  <a:pt x="4008" y="14988"/>
                  <a:pt x="4008" y="14988"/>
                </a:cubicBezTo>
                <a:cubicBezTo>
                  <a:pt x="4008" y="18735"/>
                  <a:pt x="4008" y="18735"/>
                  <a:pt x="4008" y="18735"/>
                </a:cubicBezTo>
                <a:lnTo>
                  <a:pt x="6680" y="18735"/>
                </a:lnTo>
                <a:close/>
              </a:path>
            </a:pathLst>
          </a:custGeom>
          <a:solidFill>
            <a:srgbClr val="E7E6E6"/>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420" name="Freeform 10"/>
          <p:cNvSpPr/>
          <p:nvPr/>
        </p:nvSpPr>
        <p:spPr>
          <a:xfrm>
            <a:off x="6565900" y="4183062"/>
            <a:ext cx="227015" cy="197865"/>
          </a:xfrm>
          <a:custGeom>
            <a:avLst/>
            <a:gdLst/>
            <a:ahLst/>
            <a:cxnLst>
              <a:cxn ang="0">
                <a:pos x="wd2" y="hd2"/>
              </a:cxn>
              <a:cxn ang="5400000">
                <a:pos x="wd2" y="hd2"/>
              </a:cxn>
              <a:cxn ang="10800000">
                <a:pos x="wd2" y="hd2"/>
              </a:cxn>
              <a:cxn ang="16200000">
                <a:pos x="wd2" y="hd2"/>
              </a:cxn>
            </a:cxnLst>
            <a:rect l="0" t="0" r="r" b="b"/>
            <a:pathLst>
              <a:path w="21600" h="21537" extrusionOk="0">
                <a:moveTo>
                  <a:pt x="12764" y="9042"/>
                </a:moveTo>
                <a:cubicBezTo>
                  <a:pt x="15055" y="6405"/>
                  <a:pt x="15055" y="6405"/>
                  <a:pt x="15055" y="6405"/>
                </a:cubicBezTo>
                <a:cubicBezTo>
                  <a:pt x="14509" y="5651"/>
                  <a:pt x="14509" y="5651"/>
                  <a:pt x="14509" y="5651"/>
                </a:cubicBezTo>
                <a:cubicBezTo>
                  <a:pt x="16909" y="4898"/>
                  <a:pt x="16909" y="4898"/>
                  <a:pt x="16909" y="4898"/>
                </a:cubicBezTo>
                <a:cubicBezTo>
                  <a:pt x="16255" y="7660"/>
                  <a:pt x="16255" y="7660"/>
                  <a:pt x="16255" y="7660"/>
                </a:cubicBezTo>
                <a:cubicBezTo>
                  <a:pt x="15709" y="7033"/>
                  <a:pt x="15709" y="7033"/>
                  <a:pt x="15709" y="7033"/>
                </a:cubicBezTo>
                <a:cubicBezTo>
                  <a:pt x="12764" y="10423"/>
                  <a:pt x="12764" y="10423"/>
                  <a:pt x="12764" y="10423"/>
                </a:cubicBezTo>
                <a:cubicBezTo>
                  <a:pt x="11345" y="8791"/>
                  <a:pt x="11345" y="8791"/>
                  <a:pt x="11345" y="8791"/>
                </a:cubicBezTo>
                <a:cubicBezTo>
                  <a:pt x="9491" y="11051"/>
                  <a:pt x="9491" y="11051"/>
                  <a:pt x="9491" y="11051"/>
                </a:cubicBezTo>
                <a:cubicBezTo>
                  <a:pt x="9382" y="11051"/>
                  <a:pt x="9273" y="11177"/>
                  <a:pt x="9164" y="11177"/>
                </a:cubicBezTo>
                <a:cubicBezTo>
                  <a:pt x="9055" y="11177"/>
                  <a:pt x="8945" y="11051"/>
                  <a:pt x="8836" y="11051"/>
                </a:cubicBezTo>
                <a:cubicBezTo>
                  <a:pt x="8727" y="10800"/>
                  <a:pt x="8727" y="10549"/>
                  <a:pt x="8836" y="10298"/>
                </a:cubicBezTo>
                <a:cubicBezTo>
                  <a:pt x="11345" y="7409"/>
                  <a:pt x="11345" y="7409"/>
                  <a:pt x="11345" y="7409"/>
                </a:cubicBezTo>
                <a:lnTo>
                  <a:pt x="12764" y="9042"/>
                </a:lnTo>
                <a:close/>
                <a:moveTo>
                  <a:pt x="20727" y="19214"/>
                </a:moveTo>
                <a:cubicBezTo>
                  <a:pt x="16364" y="14191"/>
                  <a:pt x="15273" y="12809"/>
                  <a:pt x="15273" y="12809"/>
                </a:cubicBezTo>
                <a:cubicBezTo>
                  <a:pt x="15055" y="12684"/>
                  <a:pt x="14727" y="12684"/>
                  <a:pt x="14618" y="12809"/>
                </a:cubicBezTo>
                <a:cubicBezTo>
                  <a:pt x="14509" y="12935"/>
                  <a:pt x="14509" y="12935"/>
                  <a:pt x="14509" y="12935"/>
                </a:cubicBezTo>
                <a:cubicBezTo>
                  <a:pt x="14400" y="12684"/>
                  <a:pt x="14400" y="12684"/>
                  <a:pt x="14400" y="12684"/>
                </a:cubicBezTo>
                <a:cubicBezTo>
                  <a:pt x="15055" y="11428"/>
                  <a:pt x="15273" y="9921"/>
                  <a:pt x="14945" y="8540"/>
                </a:cubicBezTo>
                <a:cubicBezTo>
                  <a:pt x="14182" y="9544"/>
                  <a:pt x="14182" y="9544"/>
                  <a:pt x="14182" y="9544"/>
                </a:cubicBezTo>
                <a:cubicBezTo>
                  <a:pt x="14291" y="10674"/>
                  <a:pt x="13964" y="11805"/>
                  <a:pt x="13200" y="12684"/>
                </a:cubicBezTo>
                <a:cubicBezTo>
                  <a:pt x="11891" y="14191"/>
                  <a:pt x="9709" y="14191"/>
                  <a:pt x="8291" y="12684"/>
                </a:cubicBezTo>
                <a:cubicBezTo>
                  <a:pt x="6982" y="11177"/>
                  <a:pt x="6982" y="8665"/>
                  <a:pt x="8400" y="7158"/>
                </a:cubicBezTo>
                <a:cubicBezTo>
                  <a:pt x="9709" y="5526"/>
                  <a:pt x="11891" y="5651"/>
                  <a:pt x="13200" y="7158"/>
                </a:cubicBezTo>
                <a:cubicBezTo>
                  <a:pt x="13309" y="7284"/>
                  <a:pt x="13418" y="7409"/>
                  <a:pt x="13527" y="7535"/>
                </a:cubicBezTo>
                <a:cubicBezTo>
                  <a:pt x="14182" y="6781"/>
                  <a:pt x="14182" y="6781"/>
                  <a:pt x="14182" y="6781"/>
                </a:cubicBezTo>
                <a:cubicBezTo>
                  <a:pt x="14073" y="6656"/>
                  <a:pt x="13964" y="6530"/>
                  <a:pt x="13855" y="6405"/>
                </a:cubicBezTo>
                <a:cubicBezTo>
                  <a:pt x="12109" y="4395"/>
                  <a:pt x="9382" y="4395"/>
                  <a:pt x="7745" y="6405"/>
                </a:cubicBezTo>
                <a:cubicBezTo>
                  <a:pt x="6000" y="8288"/>
                  <a:pt x="6000" y="11553"/>
                  <a:pt x="7745" y="13437"/>
                </a:cubicBezTo>
                <a:cubicBezTo>
                  <a:pt x="9164" y="15195"/>
                  <a:pt x="11455" y="15321"/>
                  <a:pt x="13200" y="14065"/>
                </a:cubicBezTo>
                <a:cubicBezTo>
                  <a:pt x="13309" y="14316"/>
                  <a:pt x="13309" y="14316"/>
                  <a:pt x="13309" y="14316"/>
                </a:cubicBezTo>
                <a:cubicBezTo>
                  <a:pt x="13309" y="14316"/>
                  <a:pt x="13309" y="14316"/>
                  <a:pt x="13309" y="14316"/>
                </a:cubicBezTo>
                <a:cubicBezTo>
                  <a:pt x="13091" y="14567"/>
                  <a:pt x="13091" y="14819"/>
                  <a:pt x="13309" y="15070"/>
                </a:cubicBezTo>
                <a:cubicBezTo>
                  <a:pt x="17564" y="19967"/>
                  <a:pt x="18764" y="21349"/>
                  <a:pt x="18764" y="21349"/>
                </a:cubicBezTo>
                <a:cubicBezTo>
                  <a:pt x="18982" y="21600"/>
                  <a:pt x="19200" y="21600"/>
                  <a:pt x="19418" y="21349"/>
                </a:cubicBezTo>
                <a:cubicBezTo>
                  <a:pt x="19418" y="21349"/>
                  <a:pt x="19418" y="21349"/>
                  <a:pt x="19418" y="21349"/>
                </a:cubicBezTo>
                <a:cubicBezTo>
                  <a:pt x="19527" y="21349"/>
                  <a:pt x="19527" y="21349"/>
                  <a:pt x="19527" y="21349"/>
                </a:cubicBezTo>
                <a:cubicBezTo>
                  <a:pt x="19636" y="21474"/>
                  <a:pt x="19745" y="21474"/>
                  <a:pt x="19855" y="21349"/>
                </a:cubicBezTo>
                <a:cubicBezTo>
                  <a:pt x="20727" y="20470"/>
                  <a:pt x="20727" y="20470"/>
                  <a:pt x="20727" y="20470"/>
                </a:cubicBezTo>
                <a:cubicBezTo>
                  <a:pt x="20836" y="20344"/>
                  <a:pt x="20836" y="20093"/>
                  <a:pt x="20727" y="19967"/>
                </a:cubicBezTo>
                <a:cubicBezTo>
                  <a:pt x="20618" y="19967"/>
                  <a:pt x="20618" y="19967"/>
                  <a:pt x="20618" y="19967"/>
                </a:cubicBezTo>
                <a:cubicBezTo>
                  <a:pt x="20727" y="19842"/>
                  <a:pt x="20727" y="19842"/>
                  <a:pt x="20727" y="19842"/>
                </a:cubicBezTo>
                <a:cubicBezTo>
                  <a:pt x="20836" y="19716"/>
                  <a:pt x="20836" y="19340"/>
                  <a:pt x="20727" y="19214"/>
                </a:cubicBezTo>
                <a:close/>
                <a:moveTo>
                  <a:pt x="21600" y="1758"/>
                </a:moveTo>
                <a:cubicBezTo>
                  <a:pt x="21600" y="16577"/>
                  <a:pt x="21600" y="16577"/>
                  <a:pt x="21600" y="16577"/>
                </a:cubicBezTo>
                <a:cubicBezTo>
                  <a:pt x="21600" y="17330"/>
                  <a:pt x="21273" y="17833"/>
                  <a:pt x="20727" y="18209"/>
                </a:cubicBezTo>
                <a:cubicBezTo>
                  <a:pt x="18545" y="15698"/>
                  <a:pt x="18545" y="15698"/>
                  <a:pt x="18545" y="15698"/>
                </a:cubicBezTo>
                <a:cubicBezTo>
                  <a:pt x="20291" y="15698"/>
                  <a:pt x="20291" y="15698"/>
                  <a:pt x="20291" y="15698"/>
                </a:cubicBezTo>
                <a:cubicBezTo>
                  <a:pt x="20291" y="2512"/>
                  <a:pt x="20291" y="2512"/>
                  <a:pt x="20291" y="2512"/>
                </a:cubicBezTo>
                <a:cubicBezTo>
                  <a:pt x="1309" y="2512"/>
                  <a:pt x="1309" y="2512"/>
                  <a:pt x="1309" y="2512"/>
                </a:cubicBezTo>
                <a:cubicBezTo>
                  <a:pt x="1309" y="15698"/>
                  <a:pt x="1309" y="15698"/>
                  <a:pt x="1309" y="15698"/>
                </a:cubicBezTo>
                <a:cubicBezTo>
                  <a:pt x="12982" y="15698"/>
                  <a:pt x="12982" y="15698"/>
                  <a:pt x="12982" y="15698"/>
                </a:cubicBezTo>
                <a:cubicBezTo>
                  <a:pt x="15273" y="18335"/>
                  <a:pt x="15273" y="18335"/>
                  <a:pt x="15273" y="18335"/>
                </a:cubicBezTo>
                <a:cubicBezTo>
                  <a:pt x="1527" y="18335"/>
                  <a:pt x="1527" y="18335"/>
                  <a:pt x="1527" y="18335"/>
                </a:cubicBezTo>
                <a:cubicBezTo>
                  <a:pt x="764" y="18335"/>
                  <a:pt x="0" y="17581"/>
                  <a:pt x="0" y="16577"/>
                </a:cubicBezTo>
                <a:cubicBezTo>
                  <a:pt x="0" y="1758"/>
                  <a:pt x="0" y="1758"/>
                  <a:pt x="0" y="1758"/>
                </a:cubicBezTo>
                <a:cubicBezTo>
                  <a:pt x="0" y="879"/>
                  <a:pt x="764" y="0"/>
                  <a:pt x="1527" y="0"/>
                </a:cubicBezTo>
                <a:cubicBezTo>
                  <a:pt x="20073" y="0"/>
                  <a:pt x="20073" y="0"/>
                  <a:pt x="20073" y="0"/>
                </a:cubicBezTo>
                <a:cubicBezTo>
                  <a:pt x="20945" y="0"/>
                  <a:pt x="21600" y="879"/>
                  <a:pt x="21600" y="1758"/>
                </a:cubicBezTo>
                <a:close/>
                <a:moveTo>
                  <a:pt x="1855" y="1507"/>
                </a:moveTo>
                <a:cubicBezTo>
                  <a:pt x="1855" y="1758"/>
                  <a:pt x="2073" y="2009"/>
                  <a:pt x="2400" y="2009"/>
                </a:cubicBezTo>
                <a:cubicBezTo>
                  <a:pt x="2618" y="2009"/>
                  <a:pt x="2836" y="1758"/>
                  <a:pt x="2836" y="1507"/>
                </a:cubicBezTo>
                <a:cubicBezTo>
                  <a:pt x="2836" y="1256"/>
                  <a:pt x="2618" y="1005"/>
                  <a:pt x="2400" y="1005"/>
                </a:cubicBezTo>
                <a:cubicBezTo>
                  <a:pt x="2073" y="1005"/>
                  <a:pt x="1855" y="1256"/>
                  <a:pt x="1855" y="1507"/>
                </a:cubicBezTo>
                <a:close/>
                <a:moveTo>
                  <a:pt x="3600" y="1507"/>
                </a:moveTo>
                <a:cubicBezTo>
                  <a:pt x="3600" y="1758"/>
                  <a:pt x="3818" y="2009"/>
                  <a:pt x="4036" y="2009"/>
                </a:cubicBezTo>
                <a:cubicBezTo>
                  <a:pt x="4255" y="2009"/>
                  <a:pt x="4473" y="1758"/>
                  <a:pt x="4473" y="1507"/>
                </a:cubicBezTo>
                <a:cubicBezTo>
                  <a:pt x="4473" y="1256"/>
                  <a:pt x="4255" y="1005"/>
                  <a:pt x="4036" y="1005"/>
                </a:cubicBezTo>
                <a:cubicBezTo>
                  <a:pt x="3818" y="1005"/>
                  <a:pt x="3600" y="1256"/>
                  <a:pt x="3600" y="1507"/>
                </a:cubicBezTo>
                <a:close/>
                <a:moveTo>
                  <a:pt x="5236" y="1507"/>
                </a:moveTo>
                <a:cubicBezTo>
                  <a:pt x="5236" y="1758"/>
                  <a:pt x="5455" y="2009"/>
                  <a:pt x="5673" y="2009"/>
                </a:cubicBezTo>
                <a:cubicBezTo>
                  <a:pt x="6000" y="2009"/>
                  <a:pt x="6218" y="1758"/>
                  <a:pt x="6218" y="1507"/>
                </a:cubicBezTo>
                <a:cubicBezTo>
                  <a:pt x="6218" y="1256"/>
                  <a:pt x="6000" y="1005"/>
                  <a:pt x="5673" y="1005"/>
                </a:cubicBezTo>
                <a:cubicBezTo>
                  <a:pt x="5455" y="1005"/>
                  <a:pt x="5236" y="1256"/>
                  <a:pt x="5236" y="1507"/>
                </a:cubicBezTo>
                <a:close/>
              </a:path>
            </a:pathLst>
          </a:custGeom>
          <a:solidFill>
            <a:srgbClr val="E7E6E6"/>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421" name="Freeform 20"/>
          <p:cNvSpPr/>
          <p:nvPr/>
        </p:nvSpPr>
        <p:spPr>
          <a:xfrm>
            <a:off x="5380037" y="4181473"/>
            <a:ext cx="201614" cy="201616"/>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rgbClr val="E7E6E6"/>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pic>
        <p:nvPicPr>
          <p:cNvPr id="422" name="图像" descr="图像"/>
          <p:cNvPicPr>
            <a:picLocks noChangeAspect="1"/>
          </p:cNvPicPr>
          <p:nvPr/>
        </p:nvPicPr>
        <p:blipFill>
          <a:blip r:embed="rId3"/>
          <a:stretch>
            <a:fillRect/>
          </a:stretch>
        </p:blipFill>
        <p:spPr>
          <a:xfrm>
            <a:off x="5469255" y="1298575"/>
            <a:ext cx="1253490" cy="405765"/>
          </a:xfrm>
          <a:prstGeom prst="rect">
            <a:avLst/>
          </a:prstGeom>
          <a:ln w="12700">
            <a:miter lim="400000"/>
            <a:headEnd/>
            <a:tailEnd/>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剪去对角的矩形 8"/>
          <p:cNvSpPr/>
          <p:nvPr/>
        </p:nvSpPr>
        <p:spPr>
          <a:xfrm>
            <a:off x="682953" y="3871912"/>
            <a:ext cx="11109422" cy="62992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396" y="0"/>
                </a:lnTo>
                <a:lnTo>
                  <a:pt x="21600" y="3600"/>
                </a:lnTo>
                <a:lnTo>
                  <a:pt x="21600" y="21600"/>
                </a:lnTo>
                <a:lnTo>
                  <a:pt x="204" y="21600"/>
                </a:lnTo>
                <a:lnTo>
                  <a:pt x="0" y="18000"/>
                </a:lnTo>
                <a:lnTo>
                  <a:pt x="0" y="0"/>
                </a:lnTo>
                <a:close/>
              </a:path>
            </a:pathLst>
          </a:cu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25" name="剪去对角的矩形 9"/>
          <p:cNvSpPr/>
          <p:nvPr/>
        </p:nvSpPr>
        <p:spPr>
          <a:xfrm>
            <a:off x="682953" y="4718958"/>
            <a:ext cx="11109422" cy="62992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396" y="0"/>
                </a:lnTo>
                <a:lnTo>
                  <a:pt x="21600" y="3600"/>
                </a:lnTo>
                <a:lnTo>
                  <a:pt x="21600" y="21600"/>
                </a:lnTo>
                <a:lnTo>
                  <a:pt x="204" y="21600"/>
                </a:lnTo>
                <a:lnTo>
                  <a:pt x="0" y="18000"/>
                </a:lnTo>
                <a:lnTo>
                  <a:pt x="0" y="0"/>
                </a:lnTo>
                <a:close/>
              </a:path>
            </a:pathLst>
          </a:cu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26" name="矩形 3"/>
          <p:cNvSpPr txBox="1"/>
          <p:nvPr/>
        </p:nvSpPr>
        <p:spPr>
          <a:xfrm>
            <a:off x="618641" y="1735771"/>
            <a:ext cx="10945863" cy="1545589"/>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r>
              <a:rPr>
                <a:solidFill>
                  <a:srgbClr val="53C800"/>
                </a:solidFill>
              </a:rPr>
              <a:t>请输入您需要的文字</a:t>
            </a:r>
            <a:r>
              <a:rPr>
                <a:solidFill>
                  <a:srgbClr val="0E0E0E"/>
                </a:solidFill>
              </a:rPr>
              <a:t>请输入您需要的文字请输入您需要的文字请输入您需要的文字请输入您需要的文字</a:t>
            </a:r>
            <a:r>
              <a:rPr>
                <a:solidFill>
                  <a:srgbClr val="53C800"/>
                </a:solidFill>
              </a:rPr>
              <a:t>请输入您需要的文字</a:t>
            </a:r>
            <a:r>
              <a:rPr>
                <a:solidFill>
                  <a:srgbClr val="0E0E0E"/>
                </a:solidFill>
              </a:rPr>
              <a:t>请输入您需要的文字您需要的文字请输入您需要的文字请输入您需要的文字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请输入您需要的文字请输入您需要的文字请输入您需要的文字请输入您需要的文字请输入您需要的文字请输入您需要的文字请输入您需要的文字请输入您需要的文字您需要的文字</a:t>
            </a:r>
            <a:r>
              <a:rPr>
                <a:solidFill>
                  <a:srgbClr val="53C800"/>
                </a:solidFill>
              </a:rPr>
              <a:t>请输入您需要的文字</a:t>
            </a:r>
            <a:r>
              <a:rPr>
                <a:solidFill>
                  <a:srgbClr val="0E0E0E"/>
                </a:solidFill>
              </a:rPr>
              <a:t>请输入您需要的文字您需要的文字请输入您需要的文字请输入您需要的文字</a:t>
            </a:r>
          </a:p>
        </p:txBody>
      </p:sp>
      <p:sp>
        <p:nvSpPr>
          <p:cNvPr id="427" name="矩形 11"/>
          <p:cNvSpPr txBox="1"/>
          <p:nvPr/>
        </p:nvSpPr>
        <p:spPr>
          <a:xfrm>
            <a:off x="914588" y="3871913"/>
            <a:ext cx="10509533" cy="643890"/>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r>
              <a:rPr>
                <a:solidFill>
                  <a:srgbClr val="53C800"/>
                </a:solidFill>
              </a:rPr>
              <a:t>请输入您需要的文字</a:t>
            </a:r>
            <a:r>
              <a:rPr>
                <a:solidFill>
                  <a:srgbClr val="0E0E0E"/>
                </a:solidFill>
              </a:rPr>
              <a:t>请输入您需要的文字请输入您需要的文字请输入您需要的文字</a:t>
            </a:r>
            <a:r>
              <a:rPr>
                <a:solidFill>
                  <a:srgbClr val="53C800"/>
                </a:solidFill>
              </a:rPr>
              <a:t>请输入您需要的文字</a:t>
            </a:r>
            <a:r>
              <a:rPr>
                <a:solidFill>
                  <a:srgbClr val="0E0E0E"/>
                </a:solidFill>
              </a:rPr>
              <a:t>请输入您需要的文字请输入您需要的文字您需要的文字请输入您需要的文字请输入您需要的文字</a:t>
            </a:r>
          </a:p>
        </p:txBody>
      </p:sp>
      <p:sp>
        <p:nvSpPr>
          <p:cNvPr id="428"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矩形 11"/>
          <p:cNvSpPr txBox="1"/>
          <p:nvPr/>
        </p:nvSpPr>
        <p:spPr>
          <a:xfrm>
            <a:off x="915223" y="4676415"/>
            <a:ext cx="10509533" cy="643890"/>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r>
              <a:rPr>
                <a:solidFill>
                  <a:srgbClr val="53C800"/>
                </a:solidFill>
              </a:rPr>
              <a:t>请输入您需要的文字</a:t>
            </a:r>
            <a:r>
              <a:rPr>
                <a:solidFill>
                  <a:srgbClr val="0E0E0E"/>
                </a:solidFill>
              </a:rPr>
              <a:t>请输入您需要的文字请输入您需要的文字请输入您需要的文字</a:t>
            </a:r>
            <a:r>
              <a:rPr>
                <a:solidFill>
                  <a:srgbClr val="53C800"/>
                </a:solidFill>
              </a:rPr>
              <a:t>请输入您需要的文字</a:t>
            </a:r>
            <a:r>
              <a:rPr>
                <a:solidFill>
                  <a:srgbClr val="0E0E0E"/>
                </a:solidFill>
              </a:rPr>
              <a:t>请输入您需要的文字请输入您需要的文字您需要的文字请输入您需要的文字请输入您需要的文字</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矩形 3"/>
          <p:cNvSpPr txBox="1"/>
          <p:nvPr/>
        </p:nvSpPr>
        <p:spPr>
          <a:xfrm>
            <a:off x="1047385" y="1999147"/>
            <a:ext cx="10680269" cy="920750"/>
          </a:xfrm>
          <a:prstGeom prst="rect">
            <a:avLst/>
          </a:prstGeom>
          <a:ln w="12700">
            <a:miter lim="400000"/>
          </a:ln>
        </p:spPr>
        <p:txBody>
          <a:bodyPr lIns="45718" tIns="45718" rIns="45718" bIns="45718">
            <a:spAutoFit/>
          </a:bodyPr>
          <a:lstStyle/>
          <a:p>
            <a:pPr>
              <a:lnSpc>
                <a:spcPct val="150000"/>
              </a:lnSpc>
              <a:defRPr sz="12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p>
        </p:txBody>
      </p:sp>
      <p:sp>
        <p:nvSpPr>
          <p:cNvPr id="431" name="椭圆 4"/>
          <p:cNvSpPr>
            <a:spLocks noChangeAspect="1"/>
          </p:cNvSpPr>
          <p:nvPr/>
        </p:nvSpPr>
        <p:spPr>
          <a:xfrm>
            <a:off x="767626" y="2172787"/>
            <a:ext cx="108000" cy="107999"/>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32" name="椭圆 5"/>
          <p:cNvSpPr>
            <a:spLocks noChangeAspect="1"/>
          </p:cNvSpPr>
          <p:nvPr/>
        </p:nvSpPr>
        <p:spPr>
          <a:xfrm>
            <a:off x="767626" y="3280575"/>
            <a:ext cx="108000" cy="10909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33" name="椭圆 6"/>
          <p:cNvSpPr>
            <a:spLocks noChangeAspect="1"/>
          </p:cNvSpPr>
          <p:nvPr/>
        </p:nvSpPr>
        <p:spPr>
          <a:xfrm>
            <a:off x="767626" y="4365499"/>
            <a:ext cx="108000" cy="10909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34" name="椭圆 7"/>
          <p:cNvSpPr>
            <a:spLocks noChangeAspect="1"/>
          </p:cNvSpPr>
          <p:nvPr/>
        </p:nvSpPr>
        <p:spPr>
          <a:xfrm>
            <a:off x="767626" y="5178763"/>
            <a:ext cx="108000" cy="10909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35"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矩形 3"/>
          <p:cNvSpPr txBox="1"/>
          <p:nvPr/>
        </p:nvSpPr>
        <p:spPr>
          <a:xfrm>
            <a:off x="1048020" y="3140877"/>
            <a:ext cx="10680269" cy="920750"/>
          </a:xfrm>
          <a:prstGeom prst="rect">
            <a:avLst/>
          </a:prstGeom>
          <a:ln w="12700">
            <a:miter lim="400000"/>
          </a:ln>
        </p:spPr>
        <p:txBody>
          <a:bodyPr lIns="45718" tIns="45718" rIns="45718" bIns="45718">
            <a:spAutoFit/>
          </a:bodyPr>
          <a:lstStyle/>
          <a:p>
            <a:pPr>
              <a:lnSpc>
                <a:spcPct val="150000"/>
              </a:lnSpc>
              <a:defRPr sz="12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p>
        </p:txBody>
      </p:sp>
      <p:sp>
        <p:nvSpPr>
          <p:cNvPr id="3" name="矩形 3"/>
          <p:cNvSpPr txBox="1"/>
          <p:nvPr/>
        </p:nvSpPr>
        <p:spPr>
          <a:xfrm>
            <a:off x="1048655" y="4215932"/>
            <a:ext cx="10680269" cy="643890"/>
          </a:xfrm>
          <a:prstGeom prst="rect">
            <a:avLst/>
          </a:prstGeom>
          <a:ln w="12700">
            <a:miter lim="400000"/>
          </a:ln>
        </p:spPr>
        <p:txBody>
          <a:bodyPr lIns="45718" tIns="45718" rIns="45718" bIns="45718">
            <a:spAutoFit/>
          </a:bodyPr>
          <a:lstStyle/>
          <a:p>
            <a:pPr>
              <a:lnSpc>
                <a:spcPct val="150000"/>
              </a:lnSpc>
              <a:defRPr sz="12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
        <p:nvSpPr>
          <p:cNvPr id="4" name="矩形 3"/>
          <p:cNvSpPr txBox="1"/>
          <p:nvPr/>
        </p:nvSpPr>
        <p:spPr>
          <a:xfrm>
            <a:off x="1049290" y="5014127"/>
            <a:ext cx="10680269" cy="643890"/>
          </a:xfrm>
          <a:prstGeom prst="rect">
            <a:avLst/>
          </a:prstGeom>
          <a:ln w="12700">
            <a:miter lim="400000"/>
          </a:ln>
        </p:spPr>
        <p:txBody>
          <a:bodyPr lIns="45718" tIns="45718" rIns="45718" bIns="45718">
            <a:spAutoFit/>
          </a:bodyPr>
          <a:lstStyle/>
          <a:p>
            <a:pPr>
              <a:lnSpc>
                <a:spcPct val="150000"/>
              </a:lnSpc>
              <a:defRPr sz="12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矩形 3"/>
          <p:cNvSpPr/>
          <p:nvPr/>
        </p:nvSpPr>
        <p:spPr>
          <a:xfrm>
            <a:off x="-2" y="1909128"/>
            <a:ext cx="5805492" cy="3925889"/>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38" name="矩形 4"/>
          <p:cNvSpPr/>
          <p:nvPr/>
        </p:nvSpPr>
        <p:spPr>
          <a:xfrm>
            <a:off x="6408736" y="1916746"/>
            <a:ext cx="5783265" cy="3925891"/>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39" name="矩形 5"/>
          <p:cNvSpPr/>
          <p:nvPr/>
        </p:nvSpPr>
        <p:spPr>
          <a:xfrm>
            <a:off x="-2" y="1909128"/>
            <a:ext cx="5805492" cy="52387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40" name="矩形 6"/>
          <p:cNvSpPr/>
          <p:nvPr/>
        </p:nvSpPr>
        <p:spPr>
          <a:xfrm>
            <a:off x="6402386" y="1909128"/>
            <a:ext cx="5789615" cy="523877"/>
          </a:xfrm>
          <a:prstGeom prst="rect">
            <a:avLst/>
          </a:prstGeom>
          <a:solidFill>
            <a:srgbClr val="0185FF"/>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43"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441" name="矩形 9"/>
          <p:cNvSpPr txBox="1"/>
          <p:nvPr/>
        </p:nvSpPr>
        <p:spPr>
          <a:xfrm>
            <a:off x="859790" y="1944370"/>
            <a:ext cx="4588510" cy="459105"/>
          </a:xfrm>
          <a:prstGeom prst="rect">
            <a:avLst/>
          </a:prstGeom>
          <a:ln w="12700">
            <a:miter lim="400000"/>
          </a:ln>
        </p:spPr>
        <p:txBody>
          <a:bodyPr lIns="45718" tIns="45718" rIns="45718" bIns="45718">
            <a:spAutoFit/>
          </a:bodyPr>
          <a:lstStyle/>
          <a:p>
            <a:pPr algn="ctr">
              <a:lnSpc>
                <a:spcPct val="150000"/>
              </a:lnSpc>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a:t>
            </a:r>
            <a:endParaRPr>
              <a:solidFill>
                <a:srgbClr val="0E0E0E"/>
              </a:solidFill>
            </a:endParaRPr>
          </a:p>
        </p:txBody>
      </p:sp>
      <p:sp>
        <p:nvSpPr>
          <p:cNvPr id="6" name="矩形 9"/>
          <p:cNvSpPr txBox="1"/>
          <p:nvPr/>
        </p:nvSpPr>
        <p:spPr>
          <a:xfrm>
            <a:off x="7124065" y="1944370"/>
            <a:ext cx="4588510" cy="459105"/>
          </a:xfrm>
          <a:prstGeom prst="rect">
            <a:avLst/>
          </a:prstGeom>
          <a:ln w="12700">
            <a:miter lim="400000"/>
          </a:ln>
        </p:spPr>
        <p:txBody>
          <a:bodyPr lIns="45718" tIns="45718" rIns="45718" bIns="45718">
            <a:spAutoFit/>
          </a:bodyPr>
          <a:lstStyle/>
          <a:p>
            <a:pPr algn="ctr">
              <a:lnSpc>
                <a:spcPct val="150000"/>
              </a:lnSpc>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a:t>
            </a:r>
            <a:endParaRPr>
              <a:solidFill>
                <a:srgbClr val="0E0E0E"/>
              </a:solidFill>
            </a:endParaRPr>
          </a:p>
        </p:txBody>
      </p:sp>
      <p:grpSp>
        <p:nvGrpSpPr>
          <p:cNvPr id="16" name="组合 15"/>
          <p:cNvGrpSpPr/>
          <p:nvPr/>
        </p:nvGrpSpPr>
        <p:grpSpPr>
          <a:xfrm>
            <a:off x="623570" y="2664460"/>
            <a:ext cx="4824730" cy="2688590"/>
            <a:chOff x="982" y="4083"/>
            <a:chExt cx="7598" cy="4234"/>
          </a:xfrm>
        </p:grpSpPr>
        <p:grpSp>
          <p:nvGrpSpPr>
            <p:cNvPr id="5" name="组合 4"/>
            <p:cNvGrpSpPr/>
            <p:nvPr/>
          </p:nvGrpSpPr>
          <p:grpSpPr>
            <a:xfrm>
              <a:off x="982" y="4083"/>
              <a:ext cx="7598" cy="1014"/>
              <a:chOff x="982" y="4083"/>
              <a:chExt cx="7598" cy="1014"/>
            </a:xfrm>
          </p:grpSpPr>
          <p:sp>
            <p:nvSpPr>
              <p:cNvPr id="431" name="椭圆 4"/>
              <p:cNvSpPr>
                <a:spLocks noChangeAspect="1"/>
              </p:cNvSpPr>
              <p:nvPr>
                <p:custDataLst>
                  <p:tags r:id="rId6"/>
                </p:custDataLst>
              </p:nvPr>
            </p:nvSpPr>
            <p:spPr>
              <a:xfrm>
                <a:off x="982" y="4327"/>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 name="矩形 9"/>
              <p:cNvSpPr txBox="1"/>
              <p:nvPr/>
            </p:nvSpPr>
            <p:spPr>
              <a:xfrm>
                <a:off x="1354" y="4083"/>
                <a:ext cx="7226" cy="1014"/>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a:t>
                </a:r>
              </a:p>
            </p:txBody>
          </p:sp>
        </p:grpSp>
        <p:grpSp>
          <p:nvGrpSpPr>
            <p:cNvPr id="10" name="组合 9"/>
            <p:cNvGrpSpPr/>
            <p:nvPr/>
          </p:nvGrpSpPr>
          <p:grpSpPr>
            <a:xfrm>
              <a:off x="982" y="5693"/>
              <a:ext cx="7598" cy="1014"/>
              <a:chOff x="982" y="4083"/>
              <a:chExt cx="7598" cy="1014"/>
            </a:xfrm>
          </p:grpSpPr>
          <p:sp>
            <p:nvSpPr>
              <p:cNvPr id="11" name="椭圆 4"/>
              <p:cNvSpPr>
                <a:spLocks noChangeAspect="1"/>
              </p:cNvSpPr>
              <p:nvPr>
                <p:custDataLst>
                  <p:tags r:id="rId5"/>
                </p:custDataLst>
              </p:nvPr>
            </p:nvSpPr>
            <p:spPr>
              <a:xfrm>
                <a:off x="982" y="4327"/>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2" name="矩形 9"/>
              <p:cNvSpPr txBox="1"/>
              <p:nvPr/>
            </p:nvSpPr>
            <p:spPr>
              <a:xfrm>
                <a:off x="1354" y="4083"/>
                <a:ext cx="7226" cy="1014"/>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a:t>
                </a:r>
              </a:p>
            </p:txBody>
          </p:sp>
        </p:grpSp>
        <p:grpSp>
          <p:nvGrpSpPr>
            <p:cNvPr id="13" name="组合 12"/>
            <p:cNvGrpSpPr/>
            <p:nvPr/>
          </p:nvGrpSpPr>
          <p:grpSpPr>
            <a:xfrm>
              <a:off x="982" y="7303"/>
              <a:ext cx="7598" cy="1014"/>
              <a:chOff x="982" y="4083"/>
              <a:chExt cx="7598" cy="1014"/>
            </a:xfrm>
          </p:grpSpPr>
          <p:sp>
            <p:nvSpPr>
              <p:cNvPr id="14" name="椭圆 4"/>
              <p:cNvSpPr>
                <a:spLocks noChangeAspect="1"/>
              </p:cNvSpPr>
              <p:nvPr>
                <p:custDataLst>
                  <p:tags r:id="rId4"/>
                </p:custDataLst>
              </p:nvPr>
            </p:nvSpPr>
            <p:spPr>
              <a:xfrm>
                <a:off x="982" y="4327"/>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5" name="矩形 9"/>
              <p:cNvSpPr txBox="1"/>
              <p:nvPr/>
            </p:nvSpPr>
            <p:spPr>
              <a:xfrm>
                <a:off x="1354" y="4083"/>
                <a:ext cx="7226" cy="1014"/>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a:t>
                </a:r>
              </a:p>
            </p:txBody>
          </p:sp>
        </p:grpSp>
      </p:grpSp>
      <p:grpSp>
        <p:nvGrpSpPr>
          <p:cNvPr id="18" name="组合 17"/>
          <p:cNvGrpSpPr/>
          <p:nvPr/>
        </p:nvGrpSpPr>
        <p:grpSpPr>
          <a:xfrm>
            <a:off x="6960235" y="2664460"/>
            <a:ext cx="4824730" cy="2688590"/>
            <a:chOff x="982" y="4083"/>
            <a:chExt cx="7598" cy="4234"/>
          </a:xfrm>
        </p:grpSpPr>
        <p:grpSp>
          <p:nvGrpSpPr>
            <p:cNvPr id="19" name="组合 18"/>
            <p:cNvGrpSpPr/>
            <p:nvPr/>
          </p:nvGrpSpPr>
          <p:grpSpPr>
            <a:xfrm>
              <a:off x="982" y="4083"/>
              <a:ext cx="7598" cy="1014"/>
              <a:chOff x="982" y="4083"/>
              <a:chExt cx="7598" cy="1014"/>
            </a:xfrm>
          </p:grpSpPr>
          <p:sp>
            <p:nvSpPr>
              <p:cNvPr id="20" name="椭圆 4"/>
              <p:cNvSpPr>
                <a:spLocks noChangeAspect="1"/>
              </p:cNvSpPr>
              <p:nvPr>
                <p:custDataLst>
                  <p:tags r:id="rId3"/>
                </p:custDataLst>
              </p:nvPr>
            </p:nvSpPr>
            <p:spPr>
              <a:xfrm>
                <a:off x="982" y="4327"/>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1" name="矩形 9"/>
              <p:cNvSpPr txBox="1"/>
              <p:nvPr/>
            </p:nvSpPr>
            <p:spPr>
              <a:xfrm>
                <a:off x="1354" y="4083"/>
                <a:ext cx="7226" cy="1014"/>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a:t>
                </a:r>
              </a:p>
            </p:txBody>
          </p:sp>
        </p:grpSp>
        <p:grpSp>
          <p:nvGrpSpPr>
            <p:cNvPr id="22" name="组合 21"/>
            <p:cNvGrpSpPr/>
            <p:nvPr/>
          </p:nvGrpSpPr>
          <p:grpSpPr>
            <a:xfrm>
              <a:off x="982" y="5693"/>
              <a:ext cx="7598" cy="1014"/>
              <a:chOff x="982" y="4083"/>
              <a:chExt cx="7598" cy="1014"/>
            </a:xfrm>
          </p:grpSpPr>
          <p:sp>
            <p:nvSpPr>
              <p:cNvPr id="23" name="椭圆 4"/>
              <p:cNvSpPr>
                <a:spLocks noChangeAspect="1"/>
              </p:cNvSpPr>
              <p:nvPr>
                <p:custDataLst>
                  <p:tags r:id="rId2"/>
                </p:custDataLst>
              </p:nvPr>
            </p:nvSpPr>
            <p:spPr>
              <a:xfrm>
                <a:off x="982" y="4327"/>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4" name="矩形 9"/>
              <p:cNvSpPr txBox="1"/>
              <p:nvPr/>
            </p:nvSpPr>
            <p:spPr>
              <a:xfrm>
                <a:off x="1354" y="4083"/>
                <a:ext cx="7226" cy="1014"/>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a:t>
                </a:r>
              </a:p>
            </p:txBody>
          </p:sp>
        </p:grpSp>
        <p:grpSp>
          <p:nvGrpSpPr>
            <p:cNvPr id="25" name="组合 24"/>
            <p:cNvGrpSpPr/>
            <p:nvPr/>
          </p:nvGrpSpPr>
          <p:grpSpPr>
            <a:xfrm>
              <a:off x="982" y="7303"/>
              <a:ext cx="7598" cy="1014"/>
              <a:chOff x="982" y="4083"/>
              <a:chExt cx="7598" cy="1014"/>
            </a:xfrm>
          </p:grpSpPr>
          <p:sp>
            <p:nvSpPr>
              <p:cNvPr id="26" name="椭圆 4"/>
              <p:cNvSpPr>
                <a:spLocks noChangeAspect="1"/>
              </p:cNvSpPr>
              <p:nvPr>
                <p:custDataLst>
                  <p:tags r:id="rId1"/>
                </p:custDataLst>
              </p:nvPr>
            </p:nvSpPr>
            <p:spPr>
              <a:xfrm>
                <a:off x="982" y="4327"/>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7" name="矩形 9"/>
              <p:cNvSpPr txBox="1"/>
              <p:nvPr/>
            </p:nvSpPr>
            <p:spPr>
              <a:xfrm>
                <a:off x="1354" y="4083"/>
                <a:ext cx="7226" cy="1014"/>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a:t>
                </a:r>
              </a:p>
            </p:txBody>
          </p:sp>
        </p:grpSp>
      </p:gr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4" name="矩形 3"/>
          <p:cNvSpPr/>
          <p:nvPr>
            <p:custDataLst>
              <p:tags r:id="rId1"/>
            </p:custDataLst>
          </p:nvPr>
        </p:nvSpPr>
        <p:spPr>
          <a:xfrm>
            <a:off x="977354" y="2200275"/>
            <a:ext cx="3114676" cy="3316288"/>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 name="矩形 4"/>
          <p:cNvSpPr/>
          <p:nvPr>
            <p:custDataLst>
              <p:tags r:id="rId2"/>
            </p:custDataLst>
          </p:nvPr>
        </p:nvSpPr>
        <p:spPr>
          <a:xfrm>
            <a:off x="4540250" y="2200275"/>
            <a:ext cx="3114675" cy="3316288"/>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 name="矩形 8"/>
          <p:cNvSpPr/>
          <p:nvPr>
            <p:custDataLst>
              <p:tags r:id="rId3"/>
            </p:custDataLst>
          </p:nvPr>
        </p:nvSpPr>
        <p:spPr>
          <a:xfrm>
            <a:off x="977354" y="2200275"/>
            <a:ext cx="3114676" cy="442913"/>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3" name="矩形 12"/>
          <p:cNvSpPr/>
          <p:nvPr>
            <p:custDataLst>
              <p:tags r:id="rId4"/>
            </p:custDataLst>
          </p:nvPr>
        </p:nvSpPr>
        <p:spPr>
          <a:xfrm>
            <a:off x="4535487" y="2200275"/>
            <a:ext cx="3119440" cy="442913"/>
          </a:xfrm>
          <a:prstGeom prst="rect">
            <a:avLst/>
          </a:prstGeom>
          <a:solidFill>
            <a:srgbClr val="0185FF"/>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 name="矩形 7"/>
          <p:cNvSpPr txBox="1"/>
          <p:nvPr>
            <p:custDataLst>
              <p:tags r:id="rId5"/>
            </p:custDataLst>
          </p:nvPr>
        </p:nvSpPr>
        <p:spPr>
          <a:xfrm>
            <a:off x="1211985" y="2195514"/>
            <a:ext cx="2643827" cy="459105"/>
          </a:xfrm>
          <a:prstGeom prst="rect">
            <a:avLst/>
          </a:prstGeom>
          <a:ln w="12700">
            <a:miter lim="400000"/>
          </a:ln>
        </p:spPr>
        <p:txBody>
          <a:bodyPr lIns="45718" tIns="45718" rIns="45718" bIns="45718">
            <a:spAutoFit/>
          </a:bodyPr>
          <a:lstStyle/>
          <a:p>
            <a:pPr algn="ctr">
              <a:lnSpc>
                <a:spcPct val="150000"/>
              </a:lnSpc>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a:t>
            </a:r>
          </a:p>
        </p:txBody>
      </p:sp>
      <p:sp>
        <p:nvSpPr>
          <p:cNvPr id="15" name="矩形 8"/>
          <p:cNvSpPr txBox="1"/>
          <p:nvPr>
            <p:custDataLst>
              <p:tags r:id="rId6"/>
            </p:custDataLst>
          </p:nvPr>
        </p:nvSpPr>
        <p:spPr>
          <a:xfrm>
            <a:off x="4773293" y="2200275"/>
            <a:ext cx="2645413" cy="459105"/>
          </a:xfrm>
          <a:prstGeom prst="rect">
            <a:avLst/>
          </a:prstGeom>
          <a:ln w="12700">
            <a:miter lim="400000"/>
          </a:ln>
        </p:spPr>
        <p:txBody>
          <a:bodyPr lIns="45718" tIns="45718" rIns="45718" bIns="45718">
            <a:spAutoFit/>
          </a:bodyPr>
          <a:lstStyle/>
          <a:p>
            <a:pPr algn="ctr">
              <a:lnSpc>
                <a:spcPct val="150000"/>
              </a:lnSpc>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a:t>
            </a:r>
          </a:p>
        </p:txBody>
      </p:sp>
      <p:sp>
        <p:nvSpPr>
          <p:cNvPr id="16" name="矩形 9"/>
          <p:cNvSpPr/>
          <p:nvPr>
            <p:custDataLst>
              <p:tags r:id="rId7"/>
            </p:custDataLst>
          </p:nvPr>
        </p:nvSpPr>
        <p:spPr>
          <a:xfrm>
            <a:off x="8112397" y="2200275"/>
            <a:ext cx="3114677" cy="3316288"/>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7" name="矩形 10"/>
          <p:cNvSpPr/>
          <p:nvPr>
            <p:custDataLst>
              <p:tags r:id="rId8"/>
            </p:custDataLst>
          </p:nvPr>
        </p:nvSpPr>
        <p:spPr>
          <a:xfrm>
            <a:off x="8106047" y="2200275"/>
            <a:ext cx="3121027" cy="442913"/>
          </a:xfrm>
          <a:prstGeom prst="rect">
            <a:avLst/>
          </a:prstGeom>
          <a:solidFill>
            <a:srgbClr val="3BA5FF"/>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 name="矩形 11"/>
          <p:cNvSpPr txBox="1"/>
          <p:nvPr>
            <p:custDataLst>
              <p:tags r:id="rId9"/>
            </p:custDataLst>
          </p:nvPr>
        </p:nvSpPr>
        <p:spPr>
          <a:xfrm>
            <a:off x="8343855" y="2200275"/>
            <a:ext cx="2645412" cy="459105"/>
          </a:xfrm>
          <a:prstGeom prst="rect">
            <a:avLst/>
          </a:prstGeom>
          <a:ln w="12700">
            <a:miter lim="400000"/>
          </a:ln>
        </p:spPr>
        <p:txBody>
          <a:bodyPr lIns="45718" tIns="45718" rIns="45718" bIns="45718">
            <a:spAutoFit/>
          </a:bodyPr>
          <a:lstStyle/>
          <a:p>
            <a:pPr algn="ctr">
              <a:lnSpc>
                <a:spcPct val="150000"/>
              </a:lnSpc>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a:t>
            </a:r>
          </a:p>
        </p:txBody>
      </p:sp>
      <p:grpSp>
        <p:nvGrpSpPr>
          <p:cNvPr id="19" name="组合 18"/>
          <p:cNvGrpSpPr/>
          <p:nvPr>
            <p:custDataLst>
              <p:tags r:id="rId10"/>
            </p:custDataLst>
          </p:nvPr>
        </p:nvGrpSpPr>
        <p:grpSpPr>
          <a:xfrm>
            <a:off x="1215390" y="2924810"/>
            <a:ext cx="2636520" cy="2028190"/>
            <a:chOff x="1914" y="4606"/>
            <a:chExt cx="4152" cy="3194"/>
          </a:xfrm>
        </p:grpSpPr>
        <p:grpSp>
          <p:nvGrpSpPr>
            <p:cNvPr id="20" name="组合 19"/>
            <p:cNvGrpSpPr/>
            <p:nvPr/>
          </p:nvGrpSpPr>
          <p:grpSpPr>
            <a:xfrm>
              <a:off x="1916" y="4606"/>
              <a:ext cx="4151" cy="1450"/>
              <a:chOff x="1916" y="4606"/>
              <a:chExt cx="4151" cy="1450"/>
            </a:xfrm>
          </p:grpSpPr>
          <p:sp>
            <p:nvSpPr>
              <p:cNvPr id="27" name="矩形 8"/>
              <p:cNvSpPr txBox="1"/>
              <p:nvPr>
                <p:custDataLst>
                  <p:tags r:id="rId23"/>
                </p:custDataLst>
              </p:nvPr>
            </p:nvSpPr>
            <p:spPr>
              <a:xfrm>
                <a:off x="2219" y="4606"/>
                <a:ext cx="3849" cy="1450"/>
              </a:xfrm>
              <a:prstGeom prst="rect">
                <a:avLst/>
              </a:prstGeom>
              <a:ln w="12700">
                <a:miter lim="400000"/>
              </a:ln>
            </p:spPr>
            <p:txBody>
              <a:bodyPr wrap="square"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a:t>
                </a:r>
              </a:p>
            </p:txBody>
          </p:sp>
          <p:sp>
            <p:nvSpPr>
              <p:cNvPr id="34" name="椭圆 4"/>
              <p:cNvSpPr>
                <a:spLocks noChangeAspect="1"/>
              </p:cNvSpPr>
              <p:nvPr>
                <p:custDataLst>
                  <p:tags r:id="rId24"/>
                </p:custDataLst>
              </p:nvPr>
            </p:nvSpPr>
            <p:spPr>
              <a:xfrm>
                <a:off x="1916" y="4849"/>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grpSp>
          <p:nvGrpSpPr>
            <p:cNvPr id="35" name="组合 34"/>
            <p:cNvGrpSpPr/>
            <p:nvPr/>
          </p:nvGrpSpPr>
          <p:grpSpPr>
            <a:xfrm>
              <a:off x="1914" y="6350"/>
              <a:ext cx="4151" cy="1450"/>
              <a:chOff x="1916" y="4606"/>
              <a:chExt cx="4151" cy="1450"/>
            </a:xfrm>
          </p:grpSpPr>
          <p:sp>
            <p:nvSpPr>
              <p:cNvPr id="36" name="矩形 8"/>
              <p:cNvSpPr txBox="1"/>
              <p:nvPr>
                <p:custDataLst>
                  <p:tags r:id="rId21"/>
                </p:custDataLst>
              </p:nvPr>
            </p:nvSpPr>
            <p:spPr>
              <a:xfrm>
                <a:off x="2219" y="4606"/>
                <a:ext cx="3849" cy="1450"/>
              </a:xfrm>
              <a:prstGeom prst="rect">
                <a:avLst/>
              </a:prstGeom>
              <a:ln w="12700">
                <a:miter lim="400000"/>
              </a:ln>
            </p:spPr>
            <p:txBody>
              <a:bodyPr wrap="square"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a:t>
                </a:r>
              </a:p>
            </p:txBody>
          </p:sp>
          <p:sp>
            <p:nvSpPr>
              <p:cNvPr id="37" name="椭圆 4"/>
              <p:cNvSpPr>
                <a:spLocks noChangeAspect="1"/>
              </p:cNvSpPr>
              <p:nvPr>
                <p:custDataLst>
                  <p:tags r:id="rId22"/>
                </p:custDataLst>
              </p:nvPr>
            </p:nvSpPr>
            <p:spPr>
              <a:xfrm>
                <a:off x="1916" y="4849"/>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grpSp>
      <p:grpSp>
        <p:nvGrpSpPr>
          <p:cNvPr id="38" name="组合 37"/>
          <p:cNvGrpSpPr/>
          <p:nvPr>
            <p:custDataLst>
              <p:tags r:id="rId11"/>
            </p:custDataLst>
          </p:nvPr>
        </p:nvGrpSpPr>
        <p:grpSpPr>
          <a:xfrm>
            <a:off x="4779328" y="2924810"/>
            <a:ext cx="2636520" cy="2028190"/>
            <a:chOff x="1914" y="4606"/>
            <a:chExt cx="4152" cy="3194"/>
          </a:xfrm>
        </p:grpSpPr>
        <p:grpSp>
          <p:nvGrpSpPr>
            <p:cNvPr id="39" name="组合 38"/>
            <p:cNvGrpSpPr/>
            <p:nvPr/>
          </p:nvGrpSpPr>
          <p:grpSpPr>
            <a:xfrm>
              <a:off x="1916" y="4606"/>
              <a:ext cx="4151" cy="1450"/>
              <a:chOff x="1916" y="4606"/>
              <a:chExt cx="4151" cy="1450"/>
            </a:xfrm>
          </p:grpSpPr>
          <p:sp>
            <p:nvSpPr>
              <p:cNvPr id="40" name="矩形 8"/>
              <p:cNvSpPr txBox="1"/>
              <p:nvPr>
                <p:custDataLst>
                  <p:tags r:id="rId19"/>
                </p:custDataLst>
              </p:nvPr>
            </p:nvSpPr>
            <p:spPr>
              <a:xfrm>
                <a:off x="2219" y="4606"/>
                <a:ext cx="3849" cy="1450"/>
              </a:xfrm>
              <a:prstGeom prst="rect">
                <a:avLst/>
              </a:prstGeom>
              <a:ln w="12700">
                <a:miter lim="400000"/>
              </a:ln>
            </p:spPr>
            <p:txBody>
              <a:bodyPr wrap="square"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a:t>
                </a:r>
              </a:p>
            </p:txBody>
          </p:sp>
          <p:sp>
            <p:nvSpPr>
              <p:cNvPr id="41" name="椭圆 4"/>
              <p:cNvSpPr>
                <a:spLocks noChangeAspect="1"/>
              </p:cNvSpPr>
              <p:nvPr>
                <p:custDataLst>
                  <p:tags r:id="rId20"/>
                </p:custDataLst>
              </p:nvPr>
            </p:nvSpPr>
            <p:spPr>
              <a:xfrm>
                <a:off x="1916" y="4849"/>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grpSp>
          <p:nvGrpSpPr>
            <p:cNvPr id="42" name="组合 41"/>
            <p:cNvGrpSpPr/>
            <p:nvPr/>
          </p:nvGrpSpPr>
          <p:grpSpPr>
            <a:xfrm>
              <a:off x="1914" y="6350"/>
              <a:ext cx="4151" cy="1450"/>
              <a:chOff x="1916" y="4606"/>
              <a:chExt cx="4151" cy="1450"/>
            </a:xfrm>
          </p:grpSpPr>
          <p:sp>
            <p:nvSpPr>
              <p:cNvPr id="43" name="矩形 8"/>
              <p:cNvSpPr txBox="1"/>
              <p:nvPr>
                <p:custDataLst>
                  <p:tags r:id="rId17"/>
                </p:custDataLst>
              </p:nvPr>
            </p:nvSpPr>
            <p:spPr>
              <a:xfrm>
                <a:off x="2219" y="4606"/>
                <a:ext cx="3849" cy="1450"/>
              </a:xfrm>
              <a:prstGeom prst="rect">
                <a:avLst/>
              </a:prstGeom>
              <a:ln w="12700">
                <a:miter lim="400000"/>
              </a:ln>
            </p:spPr>
            <p:txBody>
              <a:bodyPr wrap="square"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a:t>
                </a:r>
              </a:p>
            </p:txBody>
          </p:sp>
          <p:sp>
            <p:nvSpPr>
              <p:cNvPr id="44" name="椭圆 4"/>
              <p:cNvSpPr>
                <a:spLocks noChangeAspect="1"/>
              </p:cNvSpPr>
              <p:nvPr>
                <p:custDataLst>
                  <p:tags r:id="rId18"/>
                </p:custDataLst>
              </p:nvPr>
            </p:nvSpPr>
            <p:spPr>
              <a:xfrm>
                <a:off x="1916" y="4849"/>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grpSp>
      <p:grpSp>
        <p:nvGrpSpPr>
          <p:cNvPr id="45" name="组合 44"/>
          <p:cNvGrpSpPr/>
          <p:nvPr>
            <p:custDataLst>
              <p:tags r:id="rId12"/>
            </p:custDataLst>
          </p:nvPr>
        </p:nvGrpSpPr>
        <p:grpSpPr>
          <a:xfrm>
            <a:off x="8351475" y="2924810"/>
            <a:ext cx="2636520" cy="2028190"/>
            <a:chOff x="1914" y="4606"/>
            <a:chExt cx="4152" cy="3194"/>
          </a:xfrm>
        </p:grpSpPr>
        <p:grpSp>
          <p:nvGrpSpPr>
            <p:cNvPr id="46" name="组合 45"/>
            <p:cNvGrpSpPr/>
            <p:nvPr/>
          </p:nvGrpSpPr>
          <p:grpSpPr>
            <a:xfrm>
              <a:off x="1916" y="4606"/>
              <a:ext cx="4151" cy="1450"/>
              <a:chOff x="1916" y="4606"/>
              <a:chExt cx="4151" cy="1450"/>
            </a:xfrm>
          </p:grpSpPr>
          <p:sp>
            <p:nvSpPr>
              <p:cNvPr id="47" name="矩形 8"/>
              <p:cNvSpPr txBox="1"/>
              <p:nvPr>
                <p:custDataLst>
                  <p:tags r:id="rId15"/>
                </p:custDataLst>
              </p:nvPr>
            </p:nvSpPr>
            <p:spPr>
              <a:xfrm>
                <a:off x="2219" y="4606"/>
                <a:ext cx="3849" cy="1450"/>
              </a:xfrm>
              <a:prstGeom prst="rect">
                <a:avLst/>
              </a:prstGeom>
              <a:ln w="12700">
                <a:miter lim="400000"/>
              </a:ln>
            </p:spPr>
            <p:txBody>
              <a:bodyPr wrap="square"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a:t>
                </a:r>
              </a:p>
            </p:txBody>
          </p:sp>
          <p:sp>
            <p:nvSpPr>
              <p:cNvPr id="48" name="椭圆 4"/>
              <p:cNvSpPr>
                <a:spLocks noChangeAspect="1"/>
              </p:cNvSpPr>
              <p:nvPr>
                <p:custDataLst>
                  <p:tags r:id="rId16"/>
                </p:custDataLst>
              </p:nvPr>
            </p:nvSpPr>
            <p:spPr>
              <a:xfrm>
                <a:off x="1916" y="4849"/>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grpSp>
          <p:nvGrpSpPr>
            <p:cNvPr id="49" name="组合 48"/>
            <p:cNvGrpSpPr/>
            <p:nvPr/>
          </p:nvGrpSpPr>
          <p:grpSpPr>
            <a:xfrm>
              <a:off x="1914" y="6350"/>
              <a:ext cx="4151" cy="1450"/>
              <a:chOff x="1916" y="4606"/>
              <a:chExt cx="4151" cy="1450"/>
            </a:xfrm>
          </p:grpSpPr>
          <p:sp>
            <p:nvSpPr>
              <p:cNvPr id="50" name="矩形 8"/>
              <p:cNvSpPr txBox="1"/>
              <p:nvPr>
                <p:custDataLst>
                  <p:tags r:id="rId13"/>
                </p:custDataLst>
              </p:nvPr>
            </p:nvSpPr>
            <p:spPr>
              <a:xfrm>
                <a:off x="2219" y="4606"/>
                <a:ext cx="3849" cy="1450"/>
              </a:xfrm>
              <a:prstGeom prst="rect">
                <a:avLst/>
              </a:prstGeom>
              <a:ln w="12700">
                <a:miter lim="400000"/>
              </a:ln>
            </p:spPr>
            <p:txBody>
              <a:bodyPr wrap="square"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a:t>
                </a:r>
              </a:p>
            </p:txBody>
          </p:sp>
          <p:sp>
            <p:nvSpPr>
              <p:cNvPr id="51" name="椭圆 4"/>
              <p:cNvSpPr>
                <a:spLocks noChangeAspect="1"/>
              </p:cNvSpPr>
              <p:nvPr>
                <p:custDataLst>
                  <p:tags r:id="rId14"/>
                </p:custDataLst>
              </p:nvPr>
            </p:nvSpPr>
            <p:spPr>
              <a:xfrm>
                <a:off x="1916" y="4849"/>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gr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平行四边形 7"/>
          <p:cNvSpPr/>
          <p:nvPr/>
        </p:nvSpPr>
        <p:spPr>
          <a:xfrm>
            <a:off x="4098925" y="1860550"/>
            <a:ext cx="4043680" cy="106426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421" y="0"/>
                </a:lnTo>
                <a:lnTo>
                  <a:pt x="21600" y="0"/>
                </a:lnTo>
                <a:lnTo>
                  <a:pt x="20179" y="21600"/>
                </a:lnTo>
                <a:close/>
              </a:path>
            </a:pathLst>
          </a:custGeom>
          <a:solidFill>
            <a:srgbClr val="0587F5"/>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458" name="任意多边形 11"/>
          <p:cNvSpPr/>
          <p:nvPr/>
        </p:nvSpPr>
        <p:spPr>
          <a:xfrm>
            <a:off x="0" y="1860550"/>
            <a:ext cx="4243705" cy="10642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0246" y="21600"/>
                </a:lnTo>
                <a:lnTo>
                  <a:pt x="0" y="21600"/>
                </a:lnTo>
                <a:close/>
              </a:path>
            </a:pathLst>
          </a:cu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459" name="任意多边形 10"/>
          <p:cNvSpPr/>
          <p:nvPr/>
        </p:nvSpPr>
        <p:spPr>
          <a:xfrm>
            <a:off x="7997825" y="1860550"/>
            <a:ext cx="4194175" cy="1064260"/>
          </a:xfrm>
          <a:custGeom>
            <a:avLst/>
            <a:gdLst/>
            <a:ahLst/>
            <a:cxnLst>
              <a:cxn ang="0">
                <a:pos x="wd2" y="hd2"/>
              </a:cxn>
              <a:cxn ang="5400000">
                <a:pos x="wd2" y="hd2"/>
              </a:cxn>
              <a:cxn ang="10800000">
                <a:pos x="wd2" y="hd2"/>
              </a:cxn>
              <a:cxn ang="16200000">
                <a:pos x="wd2" y="hd2"/>
              </a:cxn>
            </a:cxnLst>
            <a:rect l="0" t="0" r="r" b="b"/>
            <a:pathLst>
              <a:path w="21600" h="21600" extrusionOk="0">
                <a:moveTo>
                  <a:pt x="1370" y="0"/>
                </a:moveTo>
                <a:lnTo>
                  <a:pt x="21600" y="0"/>
                </a:lnTo>
                <a:lnTo>
                  <a:pt x="21600" y="21600"/>
                </a:lnTo>
                <a:lnTo>
                  <a:pt x="0" y="21600"/>
                </a:lnTo>
                <a:close/>
              </a:path>
            </a:pathLst>
          </a:custGeom>
          <a:solidFill>
            <a:srgbClr val="3BA5FF"/>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464" name="矩形 100"/>
          <p:cNvSpPr txBox="1"/>
          <p:nvPr/>
        </p:nvSpPr>
        <p:spPr>
          <a:xfrm>
            <a:off x="8495024" y="2000657"/>
            <a:ext cx="3429582" cy="726439"/>
          </a:xfrm>
          <a:prstGeom prst="rect">
            <a:avLst/>
          </a:prstGeom>
          <a:ln w="12700">
            <a:miter lim="400000"/>
          </a:ln>
        </p:spPr>
        <p:txBody>
          <a:bodyPr lIns="45718" tIns="45718" rIns="45718" bIns="45718">
            <a:spAutoFit/>
          </a:bodyPr>
          <a:lstStyle/>
          <a:p>
            <a:pPr algn="ctr">
              <a:lnSpc>
                <a:spcPct val="150000"/>
              </a:lnSpc>
              <a:defRPr sz="1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a:t>
            </a:r>
          </a:p>
          <a:p>
            <a:pPr algn="ctr">
              <a:lnSpc>
                <a:spcPct val="150000"/>
              </a:lnSpc>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请输入您需要的文字请输入您需要的文字</a:t>
            </a:r>
          </a:p>
        </p:txBody>
      </p:sp>
      <p:sp>
        <p:nvSpPr>
          <p:cNvPr id="465" name="矩形 100"/>
          <p:cNvSpPr txBox="1"/>
          <p:nvPr/>
        </p:nvSpPr>
        <p:spPr>
          <a:xfrm>
            <a:off x="4369427" y="2000256"/>
            <a:ext cx="3429582" cy="726439"/>
          </a:xfrm>
          <a:prstGeom prst="rect">
            <a:avLst/>
          </a:prstGeom>
          <a:ln w="12700">
            <a:miter lim="400000"/>
          </a:ln>
        </p:spPr>
        <p:txBody>
          <a:bodyPr lIns="45718" tIns="45718" rIns="45718" bIns="45718">
            <a:spAutoFit/>
          </a:bodyPr>
          <a:lstStyle/>
          <a:p>
            <a:pPr algn="ctr">
              <a:lnSpc>
                <a:spcPct val="150000"/>
              </a:lnSpc>
              <a:defRPr sz="1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a:t>
            </a:r>
          </a:p>
          <a:p>
            <a:pPr algn="ctr">
              <a:lnSpc>
                <a:spcPct val="150000"/>
              </a:lnSpc>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请输入您需要的文字请输入您需要的文字</a:t>
            </a:r>
          </a:p>
        </p:txBody>
      </p:sp>
      <p:sp>
        <p:nvSpPr>
          <p:cNvPr id="466" name="矩形 100"/>
          <p:cNvSpPr txBox="1"/>
          <p:nvPr/>
        </p:nvSpPr>
        <p:spPr>
          <a:xfrm>
            <a:off x="317319" y="2000256"/>
            <a:ext cx="3429581" cy="726439"/>
          </a:xfrm>
          <a:prstGeom prst="rect">
            <a:avLst/>
          </a:prstGeom>
          <a:ln w="12700">
            <a:miter lim="400000"/>
          </a:ln>
        </p:spPr>
        <p:txBody>
          <a:bodyPr lIns="45718" tIns="45718" rIns="45718" bIns="45718">
            <a:spAutoFit/>
          </a:bodyPr>
          <a:lstStyle/>
          <a:p>
            <a:pPr algn="ctr">
              <a:lnSpc>
                <a:spcPct val="150000"/>
              </a:lnSpc>
              <a:defRPr sz="1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a:t>
            </a:r>
          </a:p>
          <a:p>
            <a:pPr algn="ctr">
              <a:lnSpc>
                <a:spcPct val="150000"/>
              </a:lnSpc>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请输入您需要的文字请输入您需要的文字</a:t>
            </a:r>
          </a:p>
        </p:txBody>
      </p:sp>
      <p:sp>
        <p:nvSpPr>
          <p:cNvPr id="467"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grpSp>
        <p:nvGrpSpPr>
          <p:cNvPr id="7" name="组合 6"/>
          <p:cNvGrpSpPr/>
          <p:nvPr/>
        </p:nvGrpSpPr>
        <p:grpSpPr>
          <a:xfrm>
            <a:off x="407035" y="3180080"/>
            <a:ext cx="11440160" cy="1203960"/>
            <a:chOff x="641" y="5008"/>
            <a:chExt cx="18016" cy="1896"/>
          </a:xfrm>
        </p:grpSpPr>
        <p:sp>
          <p:nvSpPr>
            <p:cNvPr id="461" name="矩形 100"/>
            <p:cNvSpPr txBox="1"/>
            <p:nvPr/>
          </p:nvSpPr>
          <p:spPr>
            <a:xfrm>
              <a:off x="924" y="5018"/>
              <a:ext cx="5049" cy="1886"/>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a:t>
              </a:r>
            </a:p>
          </p:txBody>
        </p:sp>
        <p:sp>
          <p:nvSpPr>
            <p:cNvPr id="462" name="矩形 100"/>
            <p:cNvSpPr txBox="1"/>
            <p:nvPr/>
          </p:nvSpPr>
          <p:spPr>
            <a:xfrm>
              <a:off x="6987" y="5018"/>
              <a:ext cx="5049" cy="1886"/>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a:t>
              </a:r>
            </a:p>
          </p:txBody>
        </p:sp>
        <p:sp>
          <p:nvSpPr>
            <p:cNvPr id="463" name="矩形 100"/>
            <p:cNvSpPr txBox="1"/>
            <p:nvPr/>
          </p:nvSpPr>
          <p:spPr>
            <a:xfrm>
              <a:off x="13609" y="5008"/>
              <a:ext cx="5049" cy="1886"/>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a:t>
              </a:r>
            </a:p>
          </p:txBody>
        </p:sp>
        <p:sp>
          <p:nvSpPr>
            <p:cNvPr id="431" name="椭圆 4"/>
            <p:cNvSpPr>
              <a:spLocks noChangeAspect="1"/>
            </p:cNvSpPr>
            <p:nvPr>
              <p:custDataLst>
                <p:tags r:id="rId4"/>
              </p:custDataLst>
            </p:nvPr>
          </p:nvSpPr>
          <p:spPr>
            <a:xfrm>
              <a:off x="641" y="5265"/>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 name="椭圆 4"/>
            <p:cNvSpPr>
              <a:spLocks noChangeAspect="1"/>
            </p:cNvSpPr>
            <p:nvPr>
              <p:custDataLst>
                <p:tags r:id="rId5"/>
              </p:custDataLst>
            </p:nvPr>
          </p:nvSpPr>
          <p:spPr>
            <a:xfrm>
              <a:off x="6683" y="5265"/>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 name="椭圆 4"/>
            <p:cNvSpPr>
              <a:spLocks noChangeAspect="1"/>
            </p:cNvSpPr>
            <p:nvPr>
              <p:custDataLst>
                <p:tags r:id="rId6"/>
              </p:custDataLst>
            </p:nvPr>
          </p:nvSpPr>
          <p:spPr>
            <a:xfrm>
              <a:off x="13273" y="5265"/>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grpSp>
        <p:nvGrpSpPr>
          <p:cNvPr id="8" name="组合 7"/>
          <p:cNvGrpSpPr/>
          <p:nvPr/>
        </p:nvGrpSpPr>
        <p:grpSpPr>
          <a:xfrm>
            <a:off x="407035" y="4645660"/>
            <a:ext cx="11440160" cy="1203960"/>
            <a:chOff x="641" y="5008"/>
            <a:chExt cx="18016" cy="1896"/>
          </a:xfrm>
        </p:grpSpPr>
        <p:sp>
          <p:nvSpPr>
            <p:cNvPr id="9" name="矩形 100"/>
            <p:cNvSpPr txBox="1"/>
            <p:nvPr/>
          </p:nvSpPr>
          <p:spPr>
            <a:xfrm>
              <a:off x="924" y="5018"/>
              <a:ext cx="5049" cy="1886"/>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a:t>
              </a:r>
            </a:p>
          </p:txBody>
        </p:sp>
        <p:sp>
          <p:nvSpPr>
            <p:cNvPr id="10" name="矩形 100"/>
            <p:cNvSpPr txBox="1"/>
            <p:nvPr/>
          </p:nvSpPr>
          <p:spPr>
            <a:xfrm>
              <a:off x="6987" y="5018"/>
              <a:ext cx="5049" cy="1886"/>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a:t>
              </a:r>
            </a:p>
          </p:txBody>
        </p:sp>
        <p:sp>
          <p:nvSpPr>
            <p:cNvPr id="11" name="矩形 100"/>
            <p:cNvSpPr txBox="1"/>
            <p:nvPr/>
          </p:nvSpPr>
          <p:spPr>
            <a:xfrm>
              <a:off x="13609" y="5008"/>
              <a:ext cx="5049" cy="1886"/>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a:t>
              </a:r>
            </a:p>
          </p:txBody>
        </p:sp>
        <p:sp>
          <p:nvSpPr>
            <p:cNvPr id="12" name="椭圆 4"/>
            <p:cNvSpPr>
              <a:spLocks noChangeAspect="1"/>
            </p:cNvSpPr>
            <p:nvPr>
              <p:custDataLst>
                <p:tags r:id="rId1"/>
              </p:custDataLst>
            </p:nvPr>
          </p:nvSpPr>
          <p:spPr>
            <a:xfrm>
              <a:off x="641" y="5265"/>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3" name="椭圆 4"/>
            <p:cNvSpPr>
              <a:spLocks noChangeAspect="1"/>
            </p:cNvSpPr>
            <p:nvPr>
              <p:custDataLst>
                <p:tags r:id="rId2"/>
              </p:custDataLst>
            </p:nvPr>
          </p:nvSpPr>
          <p:spPr>
            <a:xfrm>
              <a:off x="6683" y="5265"/>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 name="椭圆 4"/>
            <p:cNvSpPr>
              <a:spLocks noChangeAspect="1"/>
            </p:cNvSpPr>
            <p:nvPr>
              <p:custDataLst>
                <p:tags r:id="rId3"/>
              </p:custDataLst>
            </p:nvPr>
          </p:nvSpPr>
          <p:spPr>
            <a:xfrm>
              <a:off x="13273" y="5265"/>
              <a:ext cx="170" cy="17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gr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9" name="图片 13" descr="图片 13"/>
          <p:cNvPicPr>
            <a:picLocks noChangeAspect="1"/>
          </p:cNvPicPr>
          <p:nvPr/>
        </p:nvPicPr>
        <p:blipFill>
          <a:blip r:embed="rId2"/>
          <a:srcRect l="35787"/>
          <a:stretch>
            <a:fillRect/>
          </a:stretch>
        </p:blipFill>
        <p:spPr>
          <a:xfrm rot="10800000">
            <a:off x="0" y="2039620"/>
            <a:ext cx="5574030" cy="3482340"/>
          </a:xfrm>
          <a:prstGeom prst="rect">
            <a:avLst/>
          </a:prstGeom>
          <a:ln w="12700">
            <a:miter lim="400000"/>
            <a:headEnd/>
            <a:tailEnd/>
          </a:ln>
        </p:spPr>
      </p:pic>
      <p:sp>
        <p:nvSpPr>
          <p:cNvPr id="470" name="Rectangle 146"/>
          <p:cNvSpPr/>
          <p:nvPr/>
        </p:nvSpPr>
        <p:spPr>
          <a:xfrm>
            <a:off x="5845388" y="4660050"/>
            <a:ext cx="5581228" cy="891437"/>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71" name="矩形 28"/>
          <p:cNvSpPr txBox="1"/>
          <p:nvPr/>
        </p:nvSpPr>
        <p:spPr>
          <a:xfrm>
            <a:off x="5841682" y="1963739"/>
            <a:ext cx="5686100" cy="569595"/>
          </a:xfrm>
          <a:prstGeom prst="rect">
            <a:avLst/>
          </a:prstGeom>
          <a:ln w="12700">
            <a:miter lim="400000"/>
          </a:ln>
        </p:spPr>
        <p:txBody>
          <a:bodyPr lIns="45718" tIns="45718" rIns="45718" bIns="45718">
            <a:spAutoFit/>
          </a:bodyPr>
          <a:lstStyle/>
          <a:p>
            <a:pPr defTabSz="512445">
              <a:lnSpc>
                <a:spcPct val="13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请输入文字</a:t>
            </a:r>
            <a:r>
              <a:rPr>
                <a:solidFill>
                  <a:srgbClr val="53C800"/>
                </a:solidFill>
              </a:rPr>
              <a:t>请输入文字</a:t>
            </a:r>
            <a:r>
              <a:rPr>
                <a:solidFill>
                  <a:srgbClr val="0E0E0E"/>
                </a:solidFill>
              </a:rPr>
              <a:t>请输入文字请输入文字输入文字</a:t>
            </a:r>
            <a:r>
              <a:rPr>
                <a:solidFill>
                  <a:srgbClr val="53C800"/>
                </a:solidFill>
              </a:rPr>
              <a:t>请输入文字</a:t>
            </a:r>
            <a:r>
              <a:rPr>
                <a:solidFill>
                  <a:srgbClr val="0E0E0E"/>
                </a:solidFill>
              </a:rPr>
              <a:t>请输入文字请输入文字请输入文字输入文字</a:t>
            </a:r>
            <a:r>
              <a:rPr>
                <a:solidFill>
                  <a:srgbClr val="53C800"/>
                </a:solidFill>
              </a:rPr>
              <a:t>请输入文字</a:t>
            </a:r>
            <a:r>
              <a:rPr>
                <a:solidFill>
                  <a:srgbClr val="0E0E0E"/>
                </a:solidFill>
              </a:rPr>
              <a:t>请输入文字请输入文字请输入文字</a:t>
            </a:r>
            <a:r>
              <a:rPr>
                <a:solidFill>
                  <a:srgbClr val="53C800"/>
                </a:solidFill>
              </a:rPr>
              <a:t>输入文字</a:t>
            </a:r>
            <a:endParaRPr>
              <a:solidFill>
                <a:srgbClr val="0E0E0E"/>
              </a:solidFill>
            </a:endParaRPr>
          </a:p>
        </p:txBody>
      </p:sp>
      <p:sp>
        <p:nvSpPr>
          <p:cNvPr id="472" name="椭圆 5"/>
          <p:cNvSpPr/>
          <p:nvPr/>
        </p:nvSpPr>
        <p:spPr>
          <a:xfrm>
            <a:off x="6021070" y="4295775"/>
            <a:ext cx="906467" cy="904876"/>
          </a:xfrm>
          <a:prstGeom prst="ellipse">
            <a:avLst/>
          </a:prstGeom>
          <a:solidFill>
            <a:srgbClr val="006CD9"/>
          </a:solidFill>
          <a:ln w="57150">
            <a:solidFill>
              <a:srgbClr val="FFFFFF"/>
            </a:solidFill>
            <a:miter/>
          </a:ln>
        </p:spPr>
        <p:txBody>
          <a:bodyPr lIns="45718" tIns="45718" rIns="45718" bIns="45718" anchor="ctr"/>
          <a:lstStyle/>
          <a:p>
            <a:pPr algn="ctr">
              <a:defRPr sz="1200">
                <a:solidFill>
                  <a:srgbClr val="FFFFFF"/>
                </a:solidFill>
                <a:latin typeface="+mj-lt"/>
                <a:ea typeface="+mj-ea"/>
                <a:cs typeface="+mj-cs"/>
                <a:sym typeface="等线" panose="02010600030101010101" charset="-122"/>
              </a:defRPr>
            </a:pPr>
            <a:endParaRPr/>
          </a:p>
        </p:txBody>
      </p:sp>
      <p:sp>
        <p:nvSpPr>
          <p:cNvPr id="473" name="矩形 30"/>
          <p:cNvSpPr txBox="1"/>
          <p:nvPr/>
        </p:nvSpPr>
        <p:spPr>
          <a:xfrm>
            <a:off x="6096660" y="4569665"/>
            <a:ext cx="755201" cy="396239"/>
          </a:xfrm>
          <a:prstGeom prst="rect">
            <a:avLst/>
          </a:prstGeom>
          <a:ln w="12700">
            <a:miter lim="400000"/>
          </a:ln>
        </p:spPr>
        <p:txBody>
          <a:bodyPr lIns="45718" tIns="45718" rIns="45718" bIns="45718">
            <a:spAutoFit/>
          </a:bodyPr>
          <a:lstStyle/>
          <a:p>
            <a:pPr algn="ctr">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100</a:t>
            </a:r>
            <a:r>
              <a:rPr sz="1400" b="0"/>
              <a:t>%</a:t>
            </a:r>
          </a:p>
        </p:txBody>
      </p:sp>
      <p:sp>
        <p:nvSpPr>
          <p:cNvPr id="474" name="椭圆 7"/>
          <p:cNvSpPr/>
          <p:nvPr/>
        </p:nvSpPr>
        <p:spPr>
          <a:xfrm>
            <a:off x="7168832" y="4306887"/>
            <a:ext cx="904879" cy="904879"/>
          </a:xfrm>
          <a:prstGeom prst="ellipse">
            <a:avLst/>
          </a:prstGeom>
          <a:solidFill>
            <a:srgbClr val="006CD9"/>
          </a:solidFill>
          <a:ln w="57150">
            <a:solidFill>
              <a:srgbClr val="FFFFFF"/>
            </a:solidFill>
            <a:miter/>
          </a:ln>
        </p:spPr>
        <p:txBody>
          <a:bodyPr lIns="45718" tIns="45718" rIns="45718" bIns="45718" anchor="ctr"/>
          <a:lstStyle/>
          <a:p>
            <a:pPr algn="ctr">
              <a:defRPr sz="1200">
                <a:solidFill>
                  <a:srgbClr val="FFFFFF"/>
                </a:solidFill>
                <a:latin typeface="+mj-lt"/>
                <a:ea typeface="+mj-ea"/>
                <a:cs typeface="+mj-cs"/>
                <a:sym typeface="等线" panose="02010600030101010101" charset="-122"/>
              </a:defRPr>
            </a:pPr>
            <a:endParaRPr/>
          </a:p>
        </p:txBody>
      </p:sp>
      <p:sp>
        <p:nvSpPr>
          <p:cNvPr id="475" name="矩形 32"/>
          <p:cNvSpPr txBox="1"/>
          <p:nvPr/>
        </p:nvSpPr>
        <p:spPr>
          <a:xfrm>
            <a:off x="7243671" y="4569665"/>
            <a:ext cx="755201" cy="396239"/>
          </a:xfrm>
          <a:prstGeom prst="rect">
            <a:avLst/>
          </a:prstGeom>
          <a:ln w="12700">
            <a:miter lim="400000"/>
          </a:ln>
        </p:spPr>
        <p:txBody>
          <a:bodyPr lIns="45718" tIns="45718" rIns="45718" bIns="45718">
            <a:spAutoFit/>
          </a:bodyPr>
          <a:lstStyle/>
          <a:p>
            <a:pPr algn="ctr">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10</a:t>
            </a:r>
            <a:r>
              <a:rPr sz="1400" b="0"/>
              <a:t>%</a:t>
            </a:r>
          </a:p>
        </p:txBody>
      </p:sp>
      <p:sp>
        <p:nvSpPr>
          <p:cNvPr id="476" name="椭圆 9"/>
          <p:cNvSpPr/>
          <p:nvPr/>
        </p:nvSpPr>
        <p:spPr>
          <a:xfrm>
            <a:off x="8315007" y="4306887"/>
            <a:ext cx="906465" cy="904879"/>
          </a:xfrm>
          <a:prstGeom prst="ellipse">
            <a:avLst/>
          </a:prstGeom>
          <a:solidFill>
            <a:srgbClr val="006CD9"/>
          </a:solidFill>
          <a:ln w="57150">
            <a:solidFill>
              <a:srgbClr val="FFFFFF"/>
            </a:solidFill>
            <a:miter/>
          </a:ln>
        </p:spPr>
        <p:txBody>
          <a:bodyPr lIns="45718" tIns="45718" rIns="45718" bIns="45718" anchor="ctr"/>
          <a:lstStyle/>
          <a:p>
            <a:pPr algn="ctr">
              <a:defRPr sz="1200">
                <a:solidFill>
                  <a:srgbClr val="FFFFFF"/>
                </a:solidFill>
                <a:latin typeface="+mj-lt"/>
                <a:ea typeface="+mj-ea"/>
                <a:cs typeface="+mj-cs"/>
                <a:sym typeface="等线" panose="02010600030101010101" charset="-122"/>
              </a:defRPr>
            </a:pPr>
            <a:endParaRPr/>
          </a:p>
        </p:txBody>
      </p:sp>
      <p:sp>
        <p:nvSpPr>
          <p:cNvPr id="477" name="矩形 34"/>
          <p:cNvSpPr txBox="1"/>
          <p:nvPr/>
        </p:nvSpPr>
        <p:spPr>
          <a:xfrm>
            <a:off x="8390677" y="4580643"/>
            <a:ext cx="755201" cy="396239"/>
          </a:xfrm>
          <a:prstGeom prst="rect">
            <a:avLst/>
          </a:prstGeom>
          <a:ln w="12700">
            <a:miter lim="400000"/>
          </a:ln>
        </p:spPr>
        <p:txBody>
          <a:bodyPr lIns="45718" tIns="45718" rIns="45718" bIns="45718">
            <a:spAutoFit/>
          </a:bodyPr>
          <a:lstStyle/>
          <a:p>
            <a:pPr algn="ctr">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30</a:t>
            </a:r>
            <a:r>
              <a:rPr sz="1400" b="0"/>
              <a:t>%</a:t>
            </a:r>
          </a:p>
        </p:txBody>
      </p:sp>
      <p:sp>
        <p:nvSpPr>
          <p:cNvPr id="478"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矩形 28"/>
          <p:cNvSpPr txBox="1"/>
          <p:nvPr/>
        </p:nvSpPr>
        <p:spPr>
          <a:xfrm>
            <a:off x="5842317" y="2737169"/>
            <a:ext cx="5686100" cy="1049020"/>
          </a:xfrm>
          <a:prstGeom prst="rect">
            <a:avLst/>
          </a:prstGeom>
          <a:ln w="12700">
            <a:miter lim="400000"/>
          </a:ln>
        </p:spPr>
        <p:txBody>
          <a:bodyPr lIns="45718" tIns="45718" rIns="45718" bIns="45718">
            <a:spAutoFit/>
          </a:bodyPr>
          <a:lstStyle/>
          <a:p>
            <a:pPr defTabSz="512445">
              <a:lnSpc>
                <a:spcPct val="13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sym typeface="+mn-ea"/>
              </a:rPr>
              <a:t>文字请输入文字</a:t>
            </a:r>
            <a:r>
              <a:rPr>
                <a:solidFill>
                  <a:srgbClr val="53C800"/>
                </a:solidFill>
                <a:sym typeface="+mn-ea"/>
              </a:rPr>
              <a:t>请输入文字</a:t>
            </a:r>
            <a:r>
              <a:rPr>
                <a:solidFill>
                  <a:srgbClr val="0E0E0E"/>
                </a:solidFill>
                <a:sym typeface="+mn-ea"/>
              </a:rPr>
              <a:t>请输入文字输入文字请输入文字请输文字</a:t>
            </a:r>
            <a:r>
              <a:rPr>
                <a:solidFill>
                  <a:srgbClr val="53C800"/>
                </a:solidFill>
                <a:sym typeface="+mn-ea"/>
              </a:rPr>
              <a:t>请输入文字</a:t>
            </a:r>
            <a:r>
              <a:rPr>
                <a:solidFill>
                  <a:srgbClr val="0E0E0E"/>
                </a:solidFill>
                <a:sym typeface="+mn-ea"/>
              </a:rPr>
              <a:t>请输入文字请输入文字输入文字请输入文字请输入文字请输入文字请输入文字输入文字输入文字请输入文字输入文字</a:t>
            </a:r>
            <a:r>
              <a:rPr>
                <a:solidFill>
                  <a:srgbClr val="53C800"/>
                </a:solidFill>
                <a:sym typeface="+mn-ea"/>
              </a:rPr>
              <a:t>请输入文字</a:t>
            </a:r>
            <a:r>
              <a:rPr>
                <a:solidFill>
                  <a:srgbClr val="0E0E0E"/>
                </a:solidFill>
                <a:sym typeface="+mn-ea"/>
              </a:rPr>
              <a:t>请输入文字请输入文字请输入文字输入文字输入文字请输入文字输入文字请输入文字请输入文字</a:t>
            </a:r>
            <a:endParaRPr>
              <a:solidFill>
                <a:srgbClr val="0E0E0E"/>
              </a:solidFil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0" name="图片 17" descr="图片 17"/>
          <p:cNvPicPr>
            <a:picLocks noChangeAspect="1"/>
          </p:cNvPicPr>
          <p:nvPr/>
        </p:nvPicPr>
        <p:blipFill>
          <a:blip r:embed="rId3"/>
          <a:stretch>
            <a:fillRect/>
          </a:stretch>
        </p:blipFill>
        <p:spPr>
          <a:xfrm>
            <a:off x="-1282099" y="1259622"/>
            <a:ext cx="5549126" cy="5549123"/>
          </a:xfrm>
          <a:prstGeom prst="rect">
            <a:avLst/>
          </a:prstGeom>
          <a:ln w="12700">
            <a:miter lim="400000"/>
            <a:headEnd/>
            <a:tailEnd/>
          </a:ln>
        </p:spPr>
      </p:pic>
      <p:sp>
        <p:nvSpPr>
          <p:cNvPr id="481" name="矩形 100"/>
          <p:cNvSpPr txBox="1"/>
          <p:nvPr/>
        </p:nvSpPr>
        <p:spPr>
          <a:xfrm>
            <a:off x="4071231" y="2136338"/>
            <a:ext cx="7467735" cy="1290320"/>
          </a:xfrm>
          <a:prstGeom prst="rect">
            <a:avLst/>
          </a:prstGeom>
          <a:ln w="12700">
            <a:miter lim="400000"/>
          </a:ln>
        </p:spPr>
        <p:txBody>
          <a:bodyPr lIns="45718" tIns="45718" rIns="45718" bIns="45718">
            <a:spAutoFit/>
          </a:bodyPr>
          <a:lstStyle/>
          <a:p>
            <a:pPr>
              <a:lnSpc>
                <a:spcPct val="150000"/>
              </a:lnSpc>
              <a:def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1">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请输入您需要的文字请输入您需要的文字请输入您需要的文字请输入您需要的文字您需要的文字请输入您需要的文字</a:t>
            </a:r>
          </a:p>
        </p:txBody>
      </p:sp>
      <p:sp>
        <p:nvSpPr>
          <p:cNvPr id="482" name="Oval 14"/>
          <p:cNvSpPr/>
          <p:nvPr/>
        </p:nvSpPr>
        <p:spPr>
          <a:xfrm>
            <a:off x="4166870" y="3791585"/>
            <a:ext cx="356235" cy="35623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483" name="Oval 15"/>
          <p:cNvSpPr/>
          <p:nvPr/>
        </p:nvSpPr>
        <p:spPr>
          <a:xfrm>
            <a:off x="4648200" y="3791585"/>
            <a:ext cx="357505" cy="35623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sz="3200">
                <a:latin typeface="思源黑体 HW Regular"/>
                <a:ea typeface="思源黑体 HW Regular"/>
                <a:cs typeface="思源黑体 HW Regular"/>
                <a:sym typeface="思源黑体 HW Regular"/>
              </a:defRPr>
            </a:pPr>
            <a:endParaRPr/>
          </a:p>
        </p:txBody>
      </p:sp>
      <p:sp>
        <p:nvSpPr>
          <p:cNvPr id="484" name="Oval 16"/>
          <p:cNvSpPr/>
          <p:nvPr/>
        </p:nvSpPr>
        <p:spPr>
          <a:xfrm>
            <a:off x="5129530" y="3791585"/>
            <a:ext cx="357505" cy="35623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sz="3200">
                <a:latin typeface="思源黑体 HW Regular"/>
                <a:ea typeface="思源黑体 HW Regular"/>
                <a:cs typeface="思源黑体 HW Regular"/>
                <a:sym typeface="思源黑体 HW Regular"/>
              </a:defRPr>
            </a:pPr>
            <a:endParaRPr/>
          </a:p>
        </p:txBody>
      </p:sp>
      <p:sp>
        <p:nvSpPr>
          <p:cNvPr id="485" name="Freeform 7"/>
          <p:cNvSpPr/>
          <p:nvPr/>
        </p:nvSpPr>
        <p:spPr>
          <a:xfrm>
            <a:off x="4746625" y="3879850"/>
            <a:ext cx="177165" cy="180340"/>
          </a:xfrm>
          <a:custGeom>
            <a:avLst/>
            <a:gdLst/>
            <a:ahLst/>
            <a:cxnLst>
              <a:cxn ang="0">
                <a:pos x="wd2" y="hd2"/>
              </a:cxn>
              <a:cxn ang="5400000">
                <a:pos x="wd2" y="hd2"/>
              </a:cxn>
              <a:cxn ang="10800000">
                <a:pos x="wd2" y="hd2"/>
              </a:cxn>
              <a:cxn ang="16200000">
                <a:pos x="wd2" y="hd2"/>
              </a:cxn>
            </a:cxnLst>
            <a:rect l="0" t="0" r="r" b="b"/>
            <a:pathLst>
              <a:path w="21600" h="21600" extrusionOk="0">
                <a:moveTo>
                  <a:pt x="21600" y="4959"/>
                </a:moveTo>
                <a:cubicBezTo>
                  <a:pt x="21600" y="7714"/>
                  <a:pt x="19373" y="10029"/>
                  <a:pt x="16478" y="10029"/>
                </a:cubicBezTo>
                <a:cubicBezTo>
                  <a:pt x="15476" y="10029"/>
                  <a:pt x="14586" y="9698"/>
                  <a:pt x="13806" y="9257"/>
                </a:cubicBezTo>
                <a:cubicBezTo>
                  <a:pt x="11468" y="10910"/>
                  <a:pt x="11468" y="10910"/>
                  <a:pt x="11468" y="10910"/>
                </a:cubicBezTo>
                <a:cubicBezTo>
                  <a:pt x="12581" y="8045"/>
                  <a:pt x="12581" y="8045"/>
                  <a:pt x="12581" y="8045"/>
                </a:cubicBezTo>
                <a:cubicBezTo>
                  <a:pt x="11802" y="7273"/>
                  <a:pt x="11468" y="6171"/>
                  <a:pt x="11468" y="4959"/>
                </a:cubicBezTo>
                <a:cubicBezTo>
                  <a:pt x="11468" y="2204"/>
                  <a:pt x="13695" y="0"/>
                  <a:pt x="16478" y="0"/>
                </a:cubicBezTo>
                <a:cubicBezTo>
                  <a:pt x="19373" y="0"/>
                  <a:pt x="21600" y="2204"/>
                  <a:pt x="21600" y="4959"/>
                </a:cubicBezTo>
                <a:close/>
                <a:moveTo>
                  <a:pt x="17369" y="20057"/>
                </a:moveTo>
                <a:cubicBezTo>
                  <a:pt x="1336" y="20057"/>
                  <a:pt x="1336" y="20057"/>
                  <a:pt x="1336" y="20057"/>
                </a:cubicBezTo>
                <a:cubicBezTo>
                  <a:pt x="1336" y="7494"/>
                  <a:pt x="1336" y="7494"/>
                  <a:pt x="1336" y="7494"/>
                </a:cubicBezTo>
                <a:cubicBezTo>
                  <a:pt x="11023" y="7494"/>
                  <a:pt x="11023" y="7494"/>
                  <a:pt x="11023" y="7494"/>
                </a:cubicBezTo>
                <a:cubicBezTo>
                  <a:pt x="10800" y="7053"/>
                  <a:pt x="10689" y="6612"/>
                  <a:pt x="10577" y="6061"/>
                </a:cubicBezTo>
                <a:cubicBezTo>
                  <a:pt x="1670" y="6061"/>
                  <a:pt x="1670" y="6061"/>
                  <a:pt x="1670" y="6061"/>
                </a:cubicBezTo>
                <a:cubicBezTo>
                  <a:pt x="779" y="6061"/>
                  <a:pt x="0" y="6833"/>
                  <a:pt x="0" y="7714"/>
                </a:cubicBezTo>
                <a:cubicBezTo>
                  <a:pt x="0" y="19947"/>
                  <a:pt x="0" y="19947"/>
                  <a:pt x="0" y="19947"/>
                </a:cubicBezTo>
                <a:cubicBezTo>
                  <a:pt x="0" y="20829"/>
                  <a:pt x="779" y="21600"/>
                  <a:pt x="1670" y="21600"/>
                </a:cubicBezTo>
                <a:cubicBezTo>
                  <a:pt x="17146" y="21600"/>
                  <a:pt x="17146" y="21600"/>
                  <a:pt x="17146" y="21600"/>
                </a:cubicBezTo>
                <a:cubicBezTo>
                  <a:pt x="18037" y="21600"/>
                  <a:pt x="18705" y="20829"/>
                  <a:pt x="18705" y="19947"/>
                </a:cubicBezTo>
                <a:cubicBezTo>
                  <a:pt x="18705" y="10469"/>
                  <a:pt x="18705" y="10469"/>
                  <a:pt x="18705" y="10469"/>
                </a:cubicBezTo>
                <a:cubicBezTo>
                  <a:pt x="18371" y="10690"/>
                  <a:pt x="17926" y="10800"/>
                  <a:pt x="17369" y="10910"/>
                </a:cubicBezTo>
                <a:lnTo>
                  <a:pt x="17369" y="20057"/>
                </a:lnTo>
                <a:close/>
                <a:moveTo>
                  <a:pt x="12136" y="10910"/>
                </a:moveTo>
                <a:cubicBezTo>
                  <a:pt x="12136" y="18735"/>
                  <a:pt x="12136" y="18735"/>
                  <a:pt x="12136" y="18735"/>
                </a:cubicBezTo>
                <a:cubicBezTo>
                  <a:pt x="14808" y="18735"/>
                  <a:pt x="14808" y="18735"/>
                  <a:pt x="14808" y="18735"/>
                </a:cubicBezTo>
                <a:cubicBezTo>
                  <a:pt x="14808" y="10910"/>
                  <a:pt x="14808" y="10910"/>
                  <a:pt x="14808" y="10910"/>
                </a:cubicBezTo>
                <a:lnTo>
                  <a:pt x="12136" y="10910"/>
                </a:lnTo>
                <a:close/>
                <a:moveTo>
                  <a:pt x="10689" y="18735"/>
                </a:moveTo>
                <a:cubicBezTo>
                  <a:pt x="10689" y="13004"/>
                  <a:pt x="10689" y="13004"/>
                  <a:pt x="10689" y="13004"/>
                </a:cubicBezTo>
                <a:cubicBezTo>
                  <a:pt x="8016" y="13004"/>
                  <a:pt x="8016" y="13004"/>
                  <a:pt x="8016" y="13004"/>
                </a:cubicBezTo>
                <a:cubicBezTo>
                  <a:pt x="8016" y="18735"/>
                  <a:pt x="8016" y="18735"/>
                  <a:pt x="8016" y="18735"/>
                </a:cubicBezTo>
                <a:lnTo>
                  <a:pt x="10689" y="18735"/>
                </a:lnTo>
                <a:close/>
                <a:moveTo>
                  <a:pt x="6680" y="18735"/>
                </a:moveTo>
                <a:cubicBezTo>
                  <a:pt x="6680" y="14988"/>
                  <a:pt x="6680" y="14988"/>
                  <a:pt x="6680" y="14988"/>
                </a:cubicBezTo>
                <a:cubicBezTo>
                  <a:pt x="4008" y="14988"/>
                  <a:pt x="4008" y="14988"/>
                  <a:pt x="4008" y="14988"/>
                </a:cubicBezTo>
                <a:cubicBezTo>
                  <a:pt x="4008" y="18735"/>
                  <a:pt x="4008" y="18735"/>
                  <a:pt x="4008" y="18735"/>
                </a:cubicBezTo>
                <a:lnTo>
                  <a:pt x="6680" y="18735"/>
                </a:lnTo>
                <a:close/>
              </a:path>
            </a:pathLst>
          </a:custGeom>
          <a:solidFill>
            <a:srgbClr val="E7E6E6"/>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486" name="Freeform 10"/>
          <p:cNvSpPr/>
          <p:nvPr/>
        </p:nvSpPr>
        <p:spPr>
          <a:xfrm>
            <a:off x="5217795" y="3890010"/>
            <a:ext cx="182880" cy="159385"/>
          </a:xfrm>
          <a:custGeom>
            <a:avLst/>
            <a:gdLst/>
            <a:ahLst/>
            <a:cxnLst>
              <a:cxn ang="0">
                <a:pos x="wd2" y="hd2"/>
              </a:cxn>
              <a:cxn ang="5400000">
                <a:pos x="wd2" y="hd2"/>
              </a:cxn>
              <a:cxn ang="10800000">
                <a:pos x="wd2" y="hd2"/>
              </a:cxn>
              <a:cxn ang="16200000">
                <a:pos x="wd2" y="hd2"/>
              </a:cxn>
            </a:cxnLst>
            <a:rect l="0" t="0" r="r" b="b"/>
            <a:pathLst>
              <a:path w="21600" h="21537" extrusionOk="0">
                <a:moveTo>
                  <a:pt x="12764" y="9042"/>
                </a:moveTo>
                <a:cubicBezTo>
                  <a:pt x="15055" y="6405"/>
                  <a:pt x="15055" y="6405"/>
                  <a:pt x="15055" y="6405"/>
                </a:cubicBezTo>
                <a:cubicBezTo>
                  <a:pt x="14509" y="5651"/>
                  <a:pt x="14509" y="5651"/>
                  <a:pt x="14509" y="5651"/>
                </a:cubicBezTo>
                <a:cubicBezTo>
                  <a:pt x="16909" y="4898"/>
                  <a:pt x="16909" y="4898"/>
                  <a:pt x="16909" y="4898"/>
                </a:cubicBezTo>
                <a:cubicBezTo>
                  <a:pt x="16255" y="7660"/>
                  <a:pt x="16255" y="7660"/>
                  <a:pt x="16255" y="7660"/>
                </a:cubicBezTo>
                <a:cubicBezTo>
                  <a:pt x="15709" y="7033"/>
                  <a:pt x="15709" y="7033"/>
                  <a:pt x="15709" y="7033"/>
                </a:cubicBezTo>
                <a:cubicBezTo>
                  <a:pt x="12764" y="10423"/>
                  <a:pt x="12764" y="10423"/>
                  <a:pt x="12764" y="10423"/>
                </a:cubicBezTo>
                <a:cubicBezTo>
                  <a:pt x="11345" y="8791"/>
                  <a:pt x="11345" y="8791"/>
                  <a:pt x="11345" y="8791"/>
                </a:cubicBezTo>
                <a:cubicBezTo>
                  <a:pt x="9491" y="11051"/>
                  <a:pt x="9491" y="11051"/>
                  <a:pt x="9491" y="11051"/>
                </a:cubicBezTo>
                <a:cubicBezTo>
                  <a:pt x="9382" y="11051"/>
                  <a:pt x="9273" y="11177"/>
                  <a:pt x="9164" y="11177"/>
                </a:cubicBezTo>
                <a:cubicBezTo>
                  <a:pt x="9055" y="11177"/>
                  <a:pt x="8945" y="11051"/>
                  <a:pt x="8836" y="11051"/>
                </a:cubicBezTo>
                <a:cubicBezTo>
                  <a:pt x="8727" y="10800"/>
                  <a:pt x="8727" y="10549"/>
                  <a:pt x="8836" y="10298"/>
                </a:cubicBezTo>
                <a:cubicBezTo>
                  <a:pt x="11345" y="7409"/>
                  <a:pt x="11345" y="7409"/>
                  <a:pt x="11345" y="7409"/>
                </a:cubicBezTo>
                <a:lnTo>
                  <a:pt x="12764" y="9042"/>
                </a:lnTo>
                <a:close/>
                <a:moveTo>
                  <a:pt x="20727" y="19214"/>
                </a:moveTo>
                <a:cubicBezTo>
                  <a:pt x="16364" y="14191"/>
                  <a:pt x="15273" y="12809"/>
                  <a:pt x="15273" y="12809"/>
                </a:cubicBezTo>
                <a:cubicBezTo>
                  <a:pt x="15055" y="12684"/>
                  <a:pt x="14727" y="12684"/>
                  <a:pt x="14618" y="12809"/>
                </a:cubicBezTo>
                <a:cubicBezTo>
                  <a:pt x="14509" y="12935"/>
                  <a:pt x="14509" y="12935"/>
                  <a:pt x="14509" y="12935"/>
                </a:cubicBezTo>
                <a:cubicBezTo>
                  <a:pt x="14400" y="12684"/>
                  <a:pt x="14400" y="12684"/>
                  <a:pt x="14400" y="12684"/>
                </a:cubicBezTo>
                <a:cubicBezTo>
                  <a:pt x="15055" y="11428"/>
                  <a:pt x="15273" y="9921"/>
                  <a:pt x="14945" y="8540"/>
                </a:cubicBezTo>
                <a:cubicBezTo>
                  <a:pt x="14182" y="9544"/>
                  <a:pt x="14182" y="9544"/>
                  <a:pt x="14182" y="9544"/>
                </a:cubicBezTo>
                <a:cubicBezTo>
                  <a:pt x="14291" y="10674"/>
                  <a:pt x="13964" y="11805"/>
                  <a:pt x="13200" y="12684"/>
                </a:cubicBezTo>
                <a:cubicBezTo>
                  <a:pt x="11891" y="14191"/>
                  <a:pt x="9709" y="14191"/>
                  <a:pt x="8291" y="12684"/>
                </a:cubicBezTo>
                <a:cubicBezTo>
                  <a:pt x="6982" y="11177"/>
                  <a:pt x="6982" y="8665"/>
                  <a:pt x="8400" y="7158"/>
                </a:cubicBezTo>
                <a:cubicBezTo>
                  <a:pt x="9709" y="5526"/>
                  <a:pt x="11891" y="5651"/>
                  <a:pt x="13200" y="7158"/>
                </a:cubicBezTo>
                <a:cubicBezTo>
                  <a:pt x="13309" y="7284"/>
                  <a:pt x="13418" y="7409"/>
                  <a:pt x="13527" y="7535"/>
                </a:cubicBezTo>
                <a:cubicBezTo>
                  <a:pt x="14182" y="6781"/>
                  <a:pt x="14182" y="6781"/>
                  <a:pt x="14182" y="6781"/>
                </a:cubicBezTo>
                <a:cubicBezTo>
                  <a:pt x="14073" y="6656"/>
                  <a:pt x="13964" y="6530"/>
                  <a:pt x="13855" y="6405"/>
                </a:cubicBezTo>
                <a:cubicBezTo>
                  <a:pt x="12109" y="4395"/>
                  <a:pt x="9382" y="4395"/>
                  <a:pt x="7745" y="6405"/>
                </a:cubicBezTo>
                <a:cubicBezTo>
                  <a:pt x="6000" y="8288"/>
                  <a:pt x="6000" y="11553"/>
                  <a:pt x="7745" y="13437"/>
                </a:cubicBezTo>
                <a:cubicBezTo>
                  <a:pt x="9164" y="15195"/>
                  <a:pt x="11455" y="15321"/>
                  <a:pt x="13200" y="14065"/>
                </a:cubicBezTo>
                <a:cubicBezTo>
                  <a:pt x="13309" y="14316"/>
                  <a:pt x="13309" y="14316"/>
                  <a:pt x="13309" y="14316"/>
                </a:cubicBezTo>
                <a:cubicBezTo>
                  <a:pt x="13309" y="14316"/>
                  <a:pt x="13309" y="14316"/>
                  <a:pt x="13309" y="14316"/>
                </a:cubicBezTo>
                <a:cubicBezTo>
                  <a:pt x="13091" y="14567"/>
                  <a:pt x="13091" y="14819"/>
                  <a:pt x="13309" y="15070"/>
                </a:cubicBezTo>
                <a:cubicBezTo>
                  <a:pt x="17564" y="19967"/>
                  <a:pt x="18764" y="21349"/>
                  <a:pt x="18764" y="21349"/>
                </a:cubicBezTo>
                <a:cubicBezTo>
                  <a:pt x="18982" y="21600"/>
                  <a:pt x="19200" y="21600"/>
                  <a:pt x="19418" y="21349"/>
                </a:cubicBezTo>
                <a:cubicBezTo>
                  <a:pt x="19418" y="21349"/>
                  <a:pt x="19418" y="21349"/>
                  <a:pt x="19418" y="21349"/>
                </a:cubicBezTo>
                <a:cubicBezTo>
                  <a:pt x="19527" y="21349"/>
                  <a:pt x="19527" y="21349"/>
                  <a:pt x="19527" y="21349"/>
                </a:cubicBezTo>
                <a:cubicBezTo>
                  <a:pt x="19636" y="21474"/>
                  <a:pt x="19745" y="21474"/>
                  <a:pt x="19855" y="21349"/>
                </a:cubicBezTo>
                <a:cubicBezTo>
                  <a:pt x="20727" y="20470"/>
                  <a:pt x="20727" y="20470"/>
                  <a:pt x="20727" y="20470"/>
                </a:cubicBezTo>
                <a:cubicBezTo>
                  <a:pt x="20836" y="20344"/>
                  <a:pt x="20836" y="20093"/>
                  <a:pt x="20727" y="19967"/>
                </a:cubicBezTo>
                <a:cubicBezTo>
                  <a:pt x="20618" y="19967"/>
                  <a:pt x="20618" y="19967"/>
                  <a:pt x="20618" y="19967"/>
                </a:cubicBezTo>
                <a:cubicBezTo>
                  <a:pt x="20727" y="19842"/>
                  <a:pt x="20727" y="19842"/>
                  <a:pt x="20727" y="19842"/>
                </a:cubicBezTo>
                <a:cubicBezTo>
                  <a:pt x="20836" y="19716"/>
                  <a:pt x="20836" y="19340"/>
                  <a:pt x="20727" y="19214"/>
                </a:cubicBezTo>
                <a:close/>
                <a:moveTo>
                  <a:pt x="21600" y="1758"/>
                </a:moveTo>
                <a:cubicBezTo>
                  <a:pt x="21600" y="16577"/>
                  <a:pt x="21600" y="16577"/>
                  <a:pt x="21600" y="16577"/>
                </a:cubicBezTo>
                <a:cubicBezTo>
                  <a:pt x="21600" y="17330"/>
                  <a:pt x="21273" y="17833"/>
                  <a:pt x="20727" y="18209"/>
                </a:cubicBezTo>
                <a:cubicBezTo>
                  <a:pt x="18545" y="15698"/>
                  <a:pt x="18545" y="15698"/>
                  <a:pt x="18545" y="15698"/>
                </a:cubicBezTo>
                <a:cubicBezTo>
                  <a:pt x="20291" y="15698"/>
                  <a:pt x="20291" y="15698"/>
                  <a:pt x="20291" y="15698"/>
                </a:cubicBezTo>
                <a:cubicBezTo>
                  <a:pt x="20291" y="2512"/>
                  <a:pt x="20291" y="2512"/>
                  <a:pt x="20291" y="2512"/>
                </a:cubicBezTo>
                <a:cubicBezTo>
                  <a:pt x="1309" y="2512"/>
                  <a:pt x="1309" y="2512"/>
                  <a:pt x="1309" y="2512"/>
                </a:cubicBezTo>
                <a:cubicBezTo>
                  <a:pt x="1309" y="15698"/>
                  <a:pt x="1309" y="15698"/>
                  <a:pt x="1309" y="15698"/>
                </a:cubicBezTo>
                <a:cubicBezTo>
                  <a:pt x="12982" y="15698"/>
                  <a:pt x="12982" y="15698"/>
                  <a:pt x="12982" y="15698"/>
                </a:cubicBezTo>
                <a:cubicBezTo>
                  <a:pt x="15273" y="18335"/>
                  <a:pt x="15273" y="18335"/>
                  <a:pt x="15273" y="18335"/>
                </a:cubicBezTo>
                <a:cubicBezTo>
                  <a:pt x="1527" y="18335"/>
                  <a:pt x="1527" y="18335"/>
                  <a:pt x="1527" y="18335"/>
                </a:cubicBezTo>
                <a:cubicBezTo>
                  <a:pt x="764" y="18335"/>
                  <a:pt x="0" y="17581"/>
                  <a:pt x="0" y="16577"/>
                </a:cubicBezTo>
                <a:cubicBezTo>
                  <a:pt x="0" y="1758"/>
                  <a:pt x="0" y="1758"/>
                  <a:pt x="0" y="1758"/>
                </a:cubicBezTo>
                <a:cubicBezTo>
                  <a:pt x="0" y="879"/>
                  <a:pt x="764" y="0"/>
                  <a:pt x="1527" y="0"/>
                </a:cubicBezTo>
                <a:cubicBezTo>
                  <a:pt x="20073" y="0"/>
                  <a:pt x="20073" y="0"/>
                  <a:pt x="20073" y="0"/>
                </a:cubicBezTo>
                <a:cubicBezTo>
                  <a:pt x="20945" y="0"/>
                  <a:pt x="21600" y="879"/>
                  <a:pt x="21600" y="1758"/>
                </a:cubicBezTo>
                <a:close/>
                <a:moveTo>
                  <a:pt x="1855" y="1507"/>
                </a:moveTo>
                <a:cubicBezTo>
                  <a:pt x="1855" y="1758"/>
                  <a:pt x="2073" y="2009"/>
                  <a:pt x="2400" y="2009"/>
                </a:cubicBezTo>
                <a:cubicBezTo>
                  <a:pt x="2618" y="2009"/>
                  <a:pt x="2836" y="1758"/>
                  <a:pt x="2836" y="1507"/>
                </a:cubicBezTo>
                <a:cubicBezTo>
                  <a:pt x="2836" y="1256"/>
                  <a:pt x="2618" y="1005"/>
                  <a:pt x="2400" y="1005"/>
                </a:cubicBezTo>
                <a:cubicBezTo>
                  <a:pt x="2073" y="1005"/>
                  <a:pt x="1855" y="1256"/>
                  <a:pt x="1855" y="1507"/>
                </a:cubicBezTo>
                <a:close/>
                <a:moveTo>
                  <a:pt x="3600" y="1507"/>
                </a:moveTo>
                <a:cubicBezTo>
                  <a:pt x="3600" y="1758"/>
                  <a:pt x="3818" y="2009"/>
                  <a:pt x="4036" y="2009"/>
                </a:cubicBezTo>
                <a:cubicBezTo>
                  <a:pt x="4255" y="2009"/>
                  <a:pt x="4473" y="1758"/>
                  <a:pt x="4473" y="1507"/>
                </a:cubicBezTo>
                <a:cubicBezTo>
                  <a:pt x="4473" y="1256"/>
                  <a:pt x="4255" y="1005"/>
                  <a:pt x="4036" y="1005"/>
                </a:cubicBezTo>
                <a:cubicBezTo>
                  <a:pt x="3818" y="1005"/>
                  <a:pt x="3600" y="1256"/>
                  <a:pt x="3600" y="1507"/>
                </a:cubicBezTo>
                <a:close/>
                <a:moveTo>
                  <a:pt x="5236" y="1507"/>
                </a:moveTo>
                <a:cubicBezTo>
                  <a:pt x="5236" y="1758"/>
                  <a:pt x="5455" y="2009"/>
                  <a:pt x="5673" y="2009"/>
                </a:cubicBezTo>
                <a:cubicBezTo>
                  <a:pt x="6000" y="2009"/>
                  <a:pt x="6218" y="1758"/>
                  <a:pt x="6218" y="1507"/>
                </a:cubicBezTo>
                <a:cubicBezTo>
                  <a:pt x="6218" y="1256"/>
                  <a:pt x="6000" y="1005"/>
                  <a:pt x="5673" y="1005"/>
                </a:cubicBezTo>
                <a:cubicBezTo>
                  <a:pt x="5455" y="1005"/>
                  <a:pt x="5236" y="1256"/>
                  <a:pt x="5236" y="1507"/>
                </a:cubicBezTo>
                <a:close/>
              </a:path>
            </a:pathLst>
          </a:custGeom>
          <a:solidFill>
            <a:srgbClr val="E7E6E6"/>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487" name="Freeform 20"/>
          <p:cNvSpPr/>
          <p:nvPr/>
        </p:nvSpPr>
        <p:spPr>
          <a:xfrm>
            <a:off x="4264025" y="3888740"/>
            <a:ext cx="161925" cy="161925"/>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rgbClr val="E7E6E6"/>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pic>
        <p:nvPicPr>
          <p:cNvPr id="489" name="图片 2" descr="D:/Users/Sangfor/Desktop/ppt/图片2.png图片2"/>
          <p:cNvPicPr>
            <a:picLocks noChangeAspect="1"/>
          </p:cNvPicPr>
          <p:nvPr/>
        </p:nvPicPr>
        <p:blipFill>
          <a:blip r:embed="rId4"/>
          <a:srcRect l="2" r="2"/>
          <a:stretch>
            <a:fillRect/>
          </a:stretch>
        </p:blipFill>
        <p:spPr>
          <a:xfrm>
            <a:off x="963160" y="1892141"/>
            <a:ext cx="2205236" cy="3613309"/>
          </a:xfrm>
          <a:prstGeom prst="rect">
            <a:avLst/>
          </a:prstGeom>
          <a:ln w="12700">
            <a:miter lim="400000"/>
            <a:headEnd/>
            <a:tailEnd/>
          </a:ln>
        </p:spPr>
      </p:pic>
      <p:sp>
        <p:nvSpPr>
          <p:cNvPr id="490" name="矩形 9"/>
          <p:cNvSpPr/>
          <p:nvPr/>
        </p:nvSpPr>
        <p:spPr>
          <a:xfrm>
            <a:off x="0" y="5056909"/>
            <a:ext cx="12192000" cy="1801093"/>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91" name="矩形 100"/>
          <p:cNvSpPr txBox="1"/>
          <p:nvPr/>
        </p:nvSpPr>
        <p:spPr>
          <a:xfrm>
            <a:off x="860107" y="5429471"/>
            <a:ext cx="10918312" cy="1050289"/>
          </a:xfrm>
          <a:prstGeom prst="rect">
            <a:avLst/>
          </a:prstGeom>
          <a:ln w="12700">
            <a:miter lim="400000"/>
          </a:ln>
        </p:spPr>
        <p:txBody>
          <a:bodyPr lIns="45718" tIns="45718" rIns="45718" bIns="45718">
            <a:spAutoFit/>
          </a:bodyPr>
          <a:lstStyle/>
          <a:p>
            <a:pPr>
              <a:lnSpc>
                <a:spcPct val="150000"/>
              </a:lnSpc>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请输入您需要的文字请输入您需要的文字</a:t>
            </a:r>
          </a:p>
          <a:p>
            <a:pPr>
              <a:lnSpc>
                <a:spcPct val="150000"/>
              </a:lnSpc>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请输入您需要的文字请输入您需要的文字请输入您需要的文字请输入您需要的文字请输入您需要的文字请输入您需要的文字您需要的文字请输入您需要的文字</a:t>
            </a:r>
          </a:p>
          <a:p>
            <a:pPr>
              <a:lnSpc>
                <a:spcPct val="150000"/>
              </a:lnSpc>
              <a:defRPr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要的文字请输入您需要的文字请输入您需要的文字请输入您需要的文字请输入您需要的文字您需要的文字请输入您需要的文字</a:t>
            </a:r>
          </a:p>
        </p:txBody>
      </p:sp>
      <p:sp>
        <p:nvSpPr>
          <p:cNvPr id="492"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3" name="椭圆 4"/>
          <p:cNvSpPr>
            <a:spLocks noChangeAspect="1"/>
          </p:cNvSpPr>
          <p:nvPr>
            <p:custDataLst>
              <p:tags r:id="rId1"/>
            </p:custDataLst>
          </p:nvPr>
        </p:nvSpPr>
        <p:spPr>
          <a:xfrm>
            <a:off x="3898900" y="2348865"/>
            <a:ext cx="107950" cy="1079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Rectangle 146"/>
          <p:cNvSpPr/>
          <p:nvPr/>
        </p:nvSpPr>
        <p:spPr>
          <a:xfrm>
            <a:off x="-1" y="1841500"/>
            <a:ext cx="7167565" cy="3644900"/>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495" name="矩形 100"/>
          <p:cNvSpPr txBox="1"/>
          <p:nvPr/>
        </p:nvSpPr>
        <p:spPr>
          <a:xfrm>
            <a:off x="7938768" y="1917701"/>
            <a:ext cx="3613788" cy="1475105"/>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p>
        </p:txBody>
      </p:sp>
      <p:sp>
        <p:nvSpPr>
          <p:cNvPr id="496" name="矩形 8"/>
          <p:cNvSpPr txBox="1"/>
          <p:nvPr/>
        </p:nvSpPr>
        <p:spPr>
          <a:xfrm>
            <a:off x="466090" y="2466975"/>
            <a:ext cx="1240155" cy="294640"/>
          </a:xfrm>
          <a:prstGeom prst="rect">
            <a:avLst/>
          </a:prstGeom>
          <a:noFill/>
          <a:ln w="12700" cap="flat">
            <a:noFill/>
            <a:miter lim="400000"/>
          </a:ln>
          <a:effectLst/>
        </p:spPr>
        <p:txBody>
          <a:bodyPr wrap="square" lIns="45718" tIns="45718" rIns="45718" bIns="45718" numCol="1" anchor="t">
            <a:spAutoFit/>
          </a:bodyPr>
          <a:lstStyle>
            <a:lvl1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门诊区</a:t>
            </a:r>
          </a:p>
        </p:txBody>
      </p:sp>
      <p:sp>
        <p:nvSpPr>
          <p:cNvPr id="497" name="矩形 9"/>
          <p:cNvSpPr txBox="1"/>
          <p:nvPr/>
        </p:nvSpPr>
        <p:spPr>
          <a:xfrm>
            <a:off x="466090" y="3178810"/>
            <a:ext cx="1240155" cy="294640"/>
          </a:xfrm>
          <a:prstGeom prst="rect">
            <a:avLst/>
          </a:prstGeom>
          <a:noFill/>
          <a:ln w="12700" cap="flat">
            <a:noFill/>
            <a:miter lim="400000"/>
          </a:ln>
          <a:effectLst/>
        </p:spPr>
        <p:txBody>
          <a:bodyPr wrap="square" lIns="45718" tIns="45718" rIns="45718" bIns="45718" numCol="1" anchor="t">
            <a:spAutoFit/>
          </a:bodyPr>
          <a:lstStyle>
            <a:lvl1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行政区</a:t>
            </a:r>
          </a:p>
        </p:txBody>
      </p:sp>
      <p:sp>
        <p:nvSpPr>
          <p:cNvPr id="498" name="矩形 10"/>
          <p:cNvSpPr txBox="1"/>
          <p:nvPr/>
        </p:nvSpPr>
        <p:spPr>
          <a:xfrm>
            <a:off x="466090" y="3890645"/>
            <a:ext cx="1240155" cy="294640"/>
          </a:xfrm>
          <a:prstGeom prst="rect">
            <a:avLst/>
          </a:prstGeom>
          <a:noFill/>
          <a:ln w="12700" cap="flat">
            <a:noFill/>
            <a:miter lim="400000"/>
          </a:ln>
          <a:effectLst/>
        </p:spPr>
        <p:txBody>
          <a:bodyPr wrap="square" lIns="45718" tIns="45718" rIns="45718" bIns="45718" numCol="1" anchor="t">
            <a:spAutoFit/>
          </a:bodyPr>
          <a:lstStyle>
            <a:lvl1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住院区</a:t>
            </a:r>
          </a:p>
        </p:txBody>
      </p:sp>
      <p:sp>
        <p:nvSpPr>
          <p:cNvPr id="499" name="矩形 11"/>
          <p:cNvSpPr txBox="1"/>
          <p:nvPr/>
        </p:nvSpPr>
        <p:spPr>
          <a:xfrm>
            <a:off x="466090" y="4602480"/>
            <a:ext cx="1240155" cy="294640"/>
          </a:xfrm>
          <a:prstGeom prst="rect">
            <a:avLst/>
          </a:prstGeom>
          <a:noFill/>
          <a:ln w="12700" cap="flat">
            <a:noFill/>
            <a:miter lim="400000"/>
          </a:ln>
          <a:effectLst/>
        </p:spPr>
        <p:txBody>
          <a:bodyPr wrap="square" lIns="45718" tIns="45718" rIns="45718" bIns="45718" numCol="1" anchor="t">
            <a:spAutoFit/>
          </a:bodyPr>
          <a:lstStyle>
            <a:lvl1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药房区</a:t>
            </a:r>
          </a:p>
        </p:txBody>
      </p:sp>
      <p:grpSp>
        <p:nvGrpSpPr>
          <p:cNvPr id="504" name="组 615"/>
          <p:cNvGrpSpPr/>
          <p:nvPr/>
        </p:nvGrpSpPr>
        <p:grpSpPr>
          <a:xfrm>
            <a:off x="2033270" y="2694305"/>
            <a:ext cx="606425" cy="2149475"/>
            <a:chOff x="0" y="0"/>
            <a:chExt cx="606426" cy="2149476"/>
          </a:xfrm>
        </p:grpSpPr>
        <p:sp>
          <p:nvSpPr>
            <p:cNvPr id="500" name="直线连接符 609"/>
            <p:cNvSpPr/>
            <p:nvPr/>
          </p:nvSpPr>
          <p:spPr>
            <a:xfrm>
              <a:off x="-1" y="-1"/>
              <a:ext cx="606427" cy="1"/>
            </a:xfrm>
            <a:prstGeom prst="line">
              <a:avLst/>
            </a:prstGeom>
            <a:noFill/>
            <a:ln w="6350" cap="flat">
              <a:solidFill>
                <a:schemeClr val="accent1"/>
              </a:solidFill>
              <a:prstDash val="solid"/>
              <a:miter lim="800000"/>
            </a:ln>
            <a:effectLst/>
          </p:spPr>
          <p:txBody>
            <a:bodyPr wrap="square" lIns="45718" tIns="45718" rIns="45718" bIns="45718" numCol="1" anchor="t">
              <a:noAutofit/>
            </a:bodyPr>
            <a:lstStyle/>
            <a:p>
              <a:endParaRPr/>
            </a:p>
          </p:txBody>
        </p:sp>
        <p:sp>
          <p:nvSpPr>
            <p:cNvPr id="501" name="直线连接符 611"/>
            <p:cNvSpPr/>
            <p:nvPr/>
          </p:nvSpPr>
          <p:spPr>
            <a:xfrm>
              <a:off x="-1" y="715961"/>
              <a:ext cx="606427" cy="2"/>
            </a:xfrm>
            <a:prstGeom prst="line">
              <a:avLst/>
            </a:prstGeom>
            <a:noFill/>
            <a:ln w="6350" cap="flat">
              <a:solidFill>
                <a:schemeClr val="accent1"/>
              </a:solidFill>
              <a:prstDash val="solid"/>
              <a:miter lim="800000"/>
            </a:ln>
            <a:effectLst/>
          </p:spPr>
          <p:txBody>
            <a:bodyPr wrap="square" lIns="45718" tIns="45718" rIns="45718" bIns="45718" numCol="1" anchor="t">
              <a:noAutofit/>
            </a:bodyPr>
            <a:lstStyle/>
            <a:p>
              <a:endParaRPr/>
            </a:p>
          </p:txBody>
        </p:sp>
        <p:sp>
          <p:nvSpPr>
            <p:cNvPr id="502" name="直线连接符 612"/>
            <p:cNvSpPr/>
            <p:nvPr/>
          </p:nvSpPr>
          <p:spPr>
            <a:xfrm>
              <a:off x="-1" y="1433511"/>
              <a:ext cx="606427" cy="2"/>
            </a:xfrm>
            <a:prstGeom prst="line">
              <a:avLst/>
            </a:prstGeom>
            <a:noFill/>
            <a:ln w="6350" cap="flat">
              <a:solidFill>
                <a:schemeClr val="accent1"/>
              </a:solidFill>
              <a:prstDash val="solid"/>
              <a:miter lim="800000"/>
            </a:ln>
            <a:effectLst/>
          </p:spPr>
          <p:txBody>
            <a:bodyPr wrap="square" lIns="45718" tIns="45718" rIns="45718" bIns="45718" numCol="1" anchor="t">
              <a:noAutofit/>
            </a:bodyPr>
            <a:lstStyle/>
            <a:p>
              <a:endParaRPr/>
            </a:p>
          </p:txBody>
        </p:sp>
        <p:sp>
          <p:nvSpPr>
            <p:cNvPr id="503" name="直线连接符 613"/>
            <p:cNvSpPr/>
            <p:nvPr/>
          </p:nvSpPr>
          <p:spPr>
            <a:xfrm>
              <a:off x="-1" y="2149475"/>
              <a:ext cx="606427" cy="2"/>
            </a:xfrm>
            <a:prstGeom prst="line">
              <a:avLst/>
            </a:prstGeom>
            <a:noFill/>
            <a:ln w="6350" cap="flat">
              <a:solidFill>
                <a:schemeClr val="accent1"/>
              </a:solidFill>
              <a:prstDash val="solid"/>
              <a:miter lim="800000"/>
            </a:ln>
            <a:effectLst/>
          </p:spPr>
          <p:txBody>
            <a:bodyPr wrap="square" lIns="45718" tIns="45718" rIns="45718" bIns="45718" numCol="1" anchor="t">
              <a:noAutofit/>
            </a:bodyPr>
            <a:lstStyle/>
            <a:p>
              <a:endParaRPr/>
            </a:p>
          </p:txBody>
        </p:sp>
      </p:grpSp>
      <p:sp>
        <p:nvSpPr>
          <p:cNvPr id="505" name="矩形 13"/>
          <p:cNvSpPr/>
          <p:nvPr/>
        </p:nvSpPr>
        <p:spPr>
          <a:xfrm flipH="1">
            <a:off x="2623820" y="2443480"/>
            <a:ext cx="43180" cy="2673350"/>
          </a:xfrm>
          <a:prstGeom prst="rect">
            <a:avLst/>
          </a:prstGeom>
          <a:solidFill>
            <a:srgbClr val="00479D"/>
          </a:solidFill>
          <a:ln w="12700" cap="flat">
            <a:noFill/>
            <a:miter lim="400000"/>
          </a:ln>
          <a:effectLst/>
        </p:spPr>
        <p:txBody>
          <a:bodyPr wrap="square" lIns="45718" tIns="45718" rIns="45718" bIns="45718" numCol="1" anchor="ctr">
            <a:noAutofit/>
          </a:bodyPr>
          <a:lstStyle/>
          <a:p>
            <a:pPr algn="ctr">
              <a:defRPr sz="3200">
                <a:solidFill>
                  <a:srgbClr val="404040"/>
                </a:solidFill>
                <a:latin typeface="+mj-lt"/>
                <a:ea typeface="+mj-ea"/>
                <a:cs typeface="+mj-cs"/>
                <a:sym typeface="等线" panose="02010600030101010101" charset="-122"/>
              </a:defRPr>
            </a:pPr>
            <a:endParaRPr/>
          </a:p>
        </p:txBody>
      </p:sp>
      <p:sp>
        <p:nvSpPr>
          <p:cNvPr id="506" name="矩形 18"/>
          <p:cNvSpPr txBox="1"/>
          <p:nvPr/>
        </p:nvSpPr>
        <p:spPr>
          <a:xfrm>
            <a:off x="2885440" y="4465955"/>
            <a:ext cx="1405890" cy="294640"/>
          </a:xfrm>
          <a:prstGeom prst="rect">
            <a:avLst/>
          </a:prstGeom>
          <a:noFill/>
          <a:ln w="12700" cap="flat">
            <a:noFill/>
            <a:miter lim="400000"/>
          </a:ln>
          <a:effectLst/>
        </p:spPr>
        <p:txBody>
          <a:bodyPr wrap="square" lIns="45718" tIns="45718" rIns="45718" bIns="45718" numCol="1" anchor="t">
            <a:spAutoFit/>
          </a:bodyPr>
          <a:lstStyle>
            <a:lvl1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检测探针</a:t>
            </a:r>
          </a:p>
        </p:txBody>
      </p:sp>
      <p:sp>
        <p:nvSpPr>
          <p:cNvPr id="507" name="矩形 19"/>
          <p:cNvSpPr txBox="1"/>
          <p:nvPr/>
        </p:nvSpPr>
        <p:spPr>
          <a:xfrm>
            <a:off x="3944620" y="2747010"/>
            <a:ext cx="1259840" cy="497840"/>
          </a:xfrm>
          <a:prstGeom prst="rect">
            <a:avLst/>
          </a:prstGeom>
          <a:noFill/>
          <a:ln w="12700" cap="flat">
            <a:noFill/>
            <a:miter lim="400000"/>
          </a:ln>
          <a:effectLst/>
        </p:spPr>
        <p:txBody>
          <a:bodyPr wrap="square" lIns="45718" tIns="45718" rIns="45718" bIns="45718" numCol="1" anchor="t">
            <a:spAutoFit/>
          </a:bodyPr>
          <a:lstStyle/>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全网行</a:t>
            </a:r>
            <a:endParaRPr sz="2800">
              <a:solidFill>
                <a:srgbClr val="0E0E0E"/>
              </a:solidFill>
              <a:latin typeface="Calibri" panose="020F0502020204030204"/>
              <a:ea typeface="Calibri" panose="020F0502020204030204"/>
              <a:cs typeface="Calibri" panose="020F0502020204030204"/>
              <a:sym typeface="Calibri" panose="020F0502020204030204"/>
            </a:endParaRPr>
          </a:p>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为管理</a:t>
            </a:r>
          </a:p>
        </p:txBody>
      </p:sp>
      <p:sp>
        <p:nvSpPr>
          <p:cNvPr id="508" name="矩形 20"/>
          <p:cNvSpPr txBox="1"/>
          <p:nvPr/>
        </p:nvSpPr>
        <p:spPr>
          <a:xfrm>
            <a:off x="4638675" y="3855085"/>
            <a:ext cx="2014855" cy="497840"/>
          </a:xfrm>
          <a:prstGeom prst="rect">
            <a:avLst/>
          </a:prstGeom>
          <a:noFill/>
          <a:ln w="12700" cap="flat">
            <a:noFill/>
            <a:miter lim="400000"/>
          </a:ln>
          <a:effectLst/>
        </p:spPr>
        <p:txBody>
          <a:bodyPr wrap="square" lIns="45718" tIns="45718" rIns="45718" bIns="45718" numCol="1" anchor="t">
            <a:spAutoFit/>
          </a:bodyPr>
          <a:lstStyle/>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下一代防火墙</a:t>
            </a:r>
            <a:endParaRPr sz="2800">
              <a:solidFill>
                <a:srgbClr val="0E0E0E"/>
              </a:solidFill>
              <a:latin typeface="Calibri" panose="020F0502020204030204"/>
              <a:ea typeface="Calibri" panose="020F0502020204030204"/>
              <a:cs typeface="Calibri" panose="020F0502020204030204"/>
              <a:sym typeface="Calibri" panose="020F0502020204030204"/>
            </a:endParaRPr>
          </a:p>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（基础级）</a:t>
            </a:r>
          </a:p>
        </p:txBody>
      </p:sp>
      <p:sp>
        <p:nvSpPr>
          <p:cNvPr id="509" name="矩形 21"/>
          <p:cNvSpPr txBox="1"/>
          <p:nvPr/>
        </p:nvSpPr>
        <p:spPr>
          <a:xfrm>
            <a:off x="2794635" y="2775585"/>
            <a:ext cx="1395730" cy="294640"/>
          </a:xfrm>
          <a:prstGeom prst="rect">
            <a:avLst/>
          </a:prstGeom>
          <a:noFill/>
          <a:ln w="12700" cap="flat">
            <a:noFill/>
            <a:miter lim="400000"/>
          </a:ln>
          <a:effectLst/>
        </p:spPr>
        <p:txBody>
          <a:bodyPr wrap="square" lIns="45718" tIns="45718" rIns="45718" bIns="45718" numCol="1" anchor="t">
            <a:spAutoFit/>
          </a:bodyPr>
          <a:lstStyle>
            <a:lvl1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交换机</a:t>
            </a:r>
          </a:p>
        </p:txBody>
      </p:sp>
      <p:sp>
        <p:nvSpPr>
          <p:cNvPr id="510" name="直线连接符 625"/>
          <p:cNvSpPr/>
          <p:nvPr/>
        </p:nvSpPr>
        <p:spPr>
          <a:xfrm>
            <a:off x="3780155" y="3487420"/>
            <a:ext cx="457200" cy="0"/>
          </a:xfrm>
          <a:prstGeom prst="line">
            <a:avLst/>
          </a:prstGeom>
          <a:noFill/>
          <a:ln w="6350" cap="flat">
            <a:solidFill>
              <a:schemeClr val="accent1"/>
            </a:solidFill>
            <a:prstDash val="solid"/>
            <a:miter lim="800000"/>
          </a:ln>
          <a:effectLst/>
        </p:spPr>
        <p:txBody>
          <a:bodyPr wrap="square" lIns="45718" tIns="45718" rIns="45718" bIns="45718" numCol="1" anchor="t">
            <a:noAutofit/>
          </a:bodyPr>
          <a:lstStyle/>
          <a:p>
            <a:endParaRPr/>
          </a:p>
        </p:txBody>
      </p:sp>
      <p:sp>
        <p:nvSpPr>
          <p:cNvPr id="511" name="直线连接符 626"/>
          <p:cNvSpPr/>
          <p:nvPr/>
        </p:nvSpPr>
        <p:spPr>
          <a:xfrm>
            <a:off x="4895850" y="3476625"/>
            <a:ext cx="581025" cy="0"/>
          </a:xfrm>
          <a:prstGeom prst="line">
            <a:avLst/>
          </a:prstGeom>
          <a:noFill/>
          <a:ln w="6350" cap="flat">
            <a:solidFill>
              <a:schemeClr val="accent1"/>
            </a:solidFill>
            <a:prstDash val="solid"/>
            <a:miter lim="800000"/>
          </a:ln>
          <a:effectLst/>
        </p:spPr>
        <p:txBody>
          <a:bodyPr wrap="square" lIns="45718" tIns="45718" rIns="45718" bIns="45718" numCol="1" anchor="t">
            <a:noAutofit/>
          </a:bodyPr>
          <a:lstStyle/>
          <a:p>
            <a:endParaRPr/>
          </a:p>
        </p:txBody>
      </p:sp>
      <p:sp>
        <p:nvSpPr>
          <p:cNvPr id="512" name="直线连接符 627"/>
          <p:cNvSpPr/>
          <p:nvPr/>
        </p:nvSpPr>
        <p:spPr>
          <a:xfrm>
            <a:off x="3500755" y="3507105"/>
            <a:ext cx="5080" cy="596900"/>
          </a:xfrm>
          <a:prstGeom prst="line">
            <a:avLst/>
          </a:prstGeom>
          <a:noFill/>
          <a:ln w="6350" cap="flat">
            <a:solidFill>
              <a:schemeClr val="accent1"/>
            </a:solidFill>
            <a:prstDash val="solid"/>
            <a:miter lim="800000"/>
          </a:ln>
          <a:effectLst/>
        </p:spPr>
        <p:txBody>
          <a:bodyPr wrap="square" lIns="45718" tIns="45718" rIns="45718" bIns="45718" numCol="1" anchor="t">
            <a:noAutofit/>
          </a:bodyPr>
          <a:lstStyle/>
          <a:p>
            <a:endParaRPr/>
          </a:p>
        </p:txBody>
      </p:sp>
      <p:pic>
        <p:nvPicPr>
          <p:cNvPr id="513" name="图片 25" descr="图片 25"/>
          <p:cNvPicPr>
            <a:picLocks noChangeAspect="1"/>
          </p:cNvPicPr>
          <p:nvPr/>
        </p:nvPicPr>
        <p:blipFill>
          <a:blip r:embed="rId2"/>
          <a:stretch>
            <a:fillRect/>
          </a:stretch>
        </p:blipFill>
        <p:spPr>
          <a:xfrm>
            <a:off x="1688465" y="2478405"/>
            <a:ext cx="425450" cy="431165"/>
          </a:xfrm>
          <a:prstGeom prst="rect">
            <a:avLst/>
          </a:prstGeom>
          <a:ln w="12700" cap="flat">
            <a:noFill/>
            <a:miter lim="400000"/>
            <a:headEnd/>
            <a:tailEnd/>
          </a:ln>
          <a:effectLst/>
        </p:spPr>
      </p:pic>
      <p:pic>
        <p:nvPicPr>
          <p:cNvPr id="514" name="图片 26" descr="图片 26"/>
          <p:cNvPicPr>
            <a:picLocks noChangeAspect="1"/>
          </p:cNvPicPr>
          <p:nvPr/>
        </p:nvPicPr>
        <p:blipFill>
          <a:blip r:embed="rId2"/>
          <a:stretch>
            <a:fillRect/>
          </a:stretch>
        </p:blipFill>
        <p:spPr>
          <a:xfrm>
            <a:off x="1688465" y="3203575"/>
            <a:ext cx="425450" cy="431165"/>
          </a:xfrm>
          <a:prstGeom prst="rect">
            <a:avLst/>
          </a:prstGeom>
          <a:ln w="12700" cap="flat">
            <a:noFill/>
            <a:miter lim="400000"/>
            <a:headEnd/>
            <a:tailEnd/>
          </a:ln>
          <a:effectLst/>
        </p:spPr>
      </p:pic>
      <p:pic>
        <p:nvPicPr>
          <p:cNvPr id="515" name="图片 27" descr="图片 27"/>
          <p:cNvPicPr>
            <a:picLocks noChangeAspect="1"/>
          </p:cNvPicPr>
          <p:nvPr/>
        </p:nvPicPr>
        <p:blipFill>
          <a:blip r:embed="rId2"/>
          <a:stretch>
            <a:fillRect/>
          </a:stretch>
        </p:blipFill>
        <p:spPr>
          <a:xfrm>
            <a:off x="1688465" y="3929380"/>
            <a:ext cx="425450" cy="431165"/>
          </a:xfrm>
          <a:prstGeom prst="rect">
            <a:avLst/>
          </a:prstGeom>
          <a:ln w="12700" cap="flat">
            <a:noFill/>
            <a:miter lim="400000"/>
            <a:headEnd/>
            <a:tailEnd/>
          </a:ln>
          <a:effectLst/>
        </p:spPr>
      </p:pic>
      <p:pic>
        <p:nvPicPr>
          <p:cNvPr id="516" name="图片 28" descr="图片 28"/>
          <p:cNvPicPr>
            <a:picLocks noChangeAspect="1"/>
          </p:cNvPicPr>
          <p:nvPr/>
        </p:nvPicPr>
        <p:blipFill>
          <a:blip r:embed="rId2"/>
          <a:stretch>
            <a:fillRect/>
          </a:stretch>
        </p:blipFill>
        <p:spPr>
          <a:xfrm>
            <a:off x="1688465" y="4654550"/>
            <a:ext cx="425450" cy="431165"/>
          </a:xfrm>
          <a:prstGeom prst="rect">
            <a:avLst/>
          </a:prstGeom>
          <a:ln w="12700" cap="flat">
            <a:noFill/>
            <a:miter lim="400000"/>
            <a:headEnd/>
            <a:tailEnd/>
          </a:ln>
          <a:effectLst/>
        </p:spPr>
      </p:pic>
      <p:pic>
        <p:nvPicPr>
          <p:cNvPr id="517" name="图片 29" descr="图片 29"/>
          <p:cNvPicPr>
            <a:picLocks noChangeAspect="1"/>
          </p:cNvPicPr>
          <p:nvPr/>
        </p:nvPicPr>
        <p:blipFill>
          <a:blip r:embed="rId3"/>
          <a:stretch>
            <a:fillRect/>
          </a:stretch>
        </p:blipFill>
        <p:spPr>
          <a:xfrm>
            <a:off x="3249930" y="3121025"/>
            <a:ext cx="470535" cy="465455"/>
          </a:xfrm>
          <a:prstGeom prst="rect">
            <a:avLst/>
          </a:prstGeom>
          <a:ln w="12700" cap="flat">
            <a:noFill/>
            <a:miter lim="400000"/>
            <a:headEnd/>
            <a:tailEnd/>
          </a:ln>
          <a:effectLst/>
        </p:spPr>
      </p:pic>
      <p:pic>
        <p:nvPicPr>
          <p:cNvPr id="518" name="图片 30" descr="图片 30"/>
          <p:cNvPicPr>
            <a:picLocks noChangeAspect="1"/>
          </p:cNvPicPr>
          <p:nvPr/>
        </p:nvPicPr>
        <p:blipFill>
          <a:blip r:embed="rId4"/>
          <a:stretch>
            <a:fillRect/>
          </a:stretch>
        </p:blipFill>
        <p:spPr>
          <a:xfrm>
            <a:off x="3053080" y="4049395"/>
            <a:ext cx="838835" cy="381635"/>
          </a:xfrm>
          <a:prstGeom prst="rect">
            <a:avLst/>
          </a:prstGeom>
          <a:ln w="12700" cap="flat">
            <a:noFill/>
            <a:miter lim="400000"/>
            <a:headEnd/>
            <a:tailEnd/>
          </a:ln>
          <a:effectLst/>
        </p:spPr>
      </p:pic>
      <p:pic>
        <p:nvPicPr>
          <p:cNvPr id="519" name="图片 31" descr="图片 31"/>
          <p:cNvPicPr>
            <a:picLocks noChangeAspect="1"/>
          </p:cNvPicPr>
          <p:nvPr/>
        </p:nvPicPr>
        <p:blipFill>
          <a:blip r:embed="rId5"/>
          <a:stretch>
            <a:fillRect/>
          </a:stretch>
        </p:blipFill>
        <p:spPr>
          <a:xfrm>
            <a:off x="4351020" y="3279775"/>
            <a:ext cx="452755" cy="452120"/>
          </a:xfrm>
          <a:prstGeom prst="rect">
            <a:avLst/>
          </a:prstGeom>
          <a:ln w="12700" cap="flat">
            <a:noFill/>
            <a:miter lim="400000"/>
            <a:headEnd/>
            <a:tailEnd/>
          </a:ln>
          <a:effectLst/>
        </p:spPr>
      </p:pic>
      <p:pic>
        <p:nvPicPr>
          <p:cNvPr id="520" name="图片 32" descr="图片 32"/>
          <p:cNvPicPr>
            <a:picLocks noChangeAspect="1"/>
          </p:cNvPicPr>
          <p:nvPr/>
        </p:nvPicPr>
        <p:blipFill>
          <a:blip r:embed="rId6"/>
          <a:stretch>
            <a:fillRect/>
          </a:stretch>
        </p:blipFill>
        <p:spPr>
          <a:xfrm>
            <a:off x="5374640" y="3315970"/>
            <a:ext cx="480060" cy="480060"/>
          </a:xfrm>
          <a:prstGeom prst="rect">
            <a:avLst/>
          </a:prstGeom>
          <a:ln w="12700" cap="flat">
            <a:noFill/>
            <a:miter lim="400000"/>
            <a:headEnd/>
            <a:tailEnd/>
          </a:ln>
          <a:effectLst/>
        </p:spPr>
      </p:pic>
      <p:sp>
        <p:nvSpPr>
          <p:cNvPr id="522" name="直接连接符 4"/>
          <p:cNvSpPr/>
          <p:nvPr/>
        </p:nvSpPr>
        <p:spPr>
          <a:xfrm>
            <a:off x="7980363" y="1841500"/>
            <a:ext cx="3479802" cy="0"/>
          </a:xfrm>
          <a:prstGeom prst="line">
            <a:avLst/>
          </a:prstGeom>
          <a:ln>
            <a:solidFill>
              <a:srgbClr val="53C800"/>
            </a:solidFill>
            <a:miter/>
          </a:ln>
        </p:spPr>
        <p:txBody>
          <a:bodyPr lIns="45718" tIns="45718" rIns="45718" bIns="45718"/>
          <a:lstStyle/>
          <a:p>
            <a:endParaRPr/>
          </a:p>
        </p:txBody>
      </p:sp>
      <p:sp>
        <p:nvSpPr>
          <p:cNvPr id="523" name="直接连接符 4"/>
          <p:cNvSpPr/>
          <p:nvPr/>
        </p:nvSpPr>
        <p:spPr>
          <a:xfrm>
            <a:off x="7980363" y="3646689"/>
            <a:ext cx="3479802" cy="2"/>
          </a:xfrm>
          <a:prstGeom prst="line">
            <a:avLst/>
          </a:prstGeom>
          <a:ln>
            <a:solidFill>
              <a:srgbClr val="53C800"/>
            </a:solidFill>
            <a:miter/>
          </a:ln>
        </p:spPr>
        <p:txBody>
          <a:bodyPr lIns="45718" tIns="45718" rIns="45718" bIns="45718"/>
          <a:lstStyle/>
          <a:p>
            <a:endParaRPr/>
          </a:p>
        </p:txBody>
      </p:sp>
      <p:sp>
        <p:nvSpPr>
          <p:cNvPr id="524" name="文本框 8"/>
          <p:cNvSpPr txBox="1"/>
          <p:nvPr/>
        </p:nvSpPr>
        <p:spPr>
          <a:xfrm>
            <a:off x="498983" y="188753"/>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矩形 100"/>
          <p:cNvSpPr txBox="1"/>
          <p:nvPr/>
        </p:nvSpPr>
        <p:spPr>
          <a:xfrm>
            <a:off x="7938768" y="3740151"/>
            <a:ext cx="3613788" cy="1751965"/>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r>
              <a:rPr>
                <a:solidFill>
                  <a:srgbClr val="0E0E0E"/>
                </a:solidFill>
                <a:sym typeface="+mn-ea"/>
              </a:rPr>
              <a:t>请输入您需要的文字请输入您需要的文字</a:t>
            </a:r>
            <a:endParaRPr>
              <a:solidFill>
                <a:srgbClr val="0E0E0E"/>
              </a:solidFill>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椭圆 1"/>
          <p:cNvSpPr/>
          <p:nvPr/>
        </p:nvSpPr>
        <p:spPr>
          <a:xfrm>
            <a:off x="630522" y="1693471"/>
            <a:ext cx="4372994" cy="4372995"/>
          </a:xfrm>
          <a:prstGeom prst="ellipse">
            <a:avLst/>
          </a:prstGeom>
          <a:solidFill>
            <a:srgbClr val="ECECEC"/>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27" name="矩形 4"/>
          <p:cNvSpPr txBox="1"/>
          <p:nvPr/>
        </p:nvSpPr>
        <p:spPr>
          <a:xfrm>
            <a:off x="6456045" y="1809751"/>
            <a:ext cx="4991642" cy="1197610"/>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p>
        </p:txBody>
      </p:sp>
      <p:grpSp>
        <p:nvGrpSpPr>
          <p:cNvPr id="530" name="Group 8"/>
          <p:cNvGrpSpPr/>
          <p:nvPr/>
        </p:nvGrpSpPr>
        <p:grpSpPr>
          <a:xfrm>
            <a:off x="2106384" y="3365817"/>
            <a:ext cx="1421268" cy="939528"/>
            <a:chOff x="0" y="0"/>
            <a:chExt cx="1421266" cy="939527"/>
          </a:xfrm>
        </p:grpSpPr>
        <p:sp>
          <p:nvSpPr>
            <p:cNvPr id="528" name="Rectangle 9"/>
            <p:cNvSpPr txBox="1"/>
            <p:nvPr/>
          </p:nvSpPr>
          <p:spPr>
            <a:xfrm>
              <a:off x="55803" y="-1"/>
              <a:ext cx="1309663" cy="177801"/>
            </a:xfrm>
            <a:prstGeom prst="rect">
              <a:avLst/>
            </a:prstGeom>
            <a:noFill/>
            <a:ln w="12700" cap="flat">
              <a:noFill/>
              <a:miter lim="400000"/>
            </a:ln>
            <a:effectLst/>
          </p:spPr>
          <p:txBody>
            <a:bodyPr wrap="none" lIns="0" tIns="0" rIns="0" bIns="0" numCol="1" anchor="ctr">
              <a:spAutoFit/>
            </a:bodyPr>
            <a:lstStyle/>
            <a:p>
              <a:pPr algn="ctr">
                <a:defRPr sz="1200" spc="3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MORE THAN</a:t>
              </a:r>
              <a:r>
                <a:rPr spc="0"/>
                <a:t> </a:t>
              </a:r>
            </a:p>
          </p:txBody>
        </p:sp>
        <p:sp>
          <p:nvSpPr>
            <p:cNvPr id="529" name="Rectangle 10"/>
            <p:cNvSpPr txBox="1"/>
            <p:nvPr/>
          </p:nvSpPr>
          <p:spPr>
            <a:xfrm>
              <a:off x="-1" y="89165"/>
              <a:ext cx="1421268" cy="850363"/>
            </a:xfrm>
            <a:prstGeom prst="rect">
              <a:avLst/>
            </a:prstGeom>
            <a:noFill/>
            <a:ln w="12700" cap="flat">
              <a:noFill/>
              <a:miter lim="400000"/>
            </a:ln>
            <a:effectLst/>
          </p:spPr>
          <p:txBody>
            <a:bodyPr wrap="none" lIns="45718" tIns="45718" rIns="45718" bIns="45718" numCol="1" anchor="t">
              <a:spAutoFit/>
            </a:bodyPr>
            <a:lstStyle>
              <a:lvl1pPr algn="ctr">
                <a:defRPr sz="6000">
                  <a:solidFill>
                    <a:srgbClr val="404040"/>
                  </a:solidFill>
                  <a:latin typeface="Calibri" panose="020F0502020204030204"/>
                  <a:ea typeface="Calibri" panose="020F0502020204030204"/>
                  <a:cs typeface="Calibri" panose="020F0502020204030204"/>
                  <a:sym typeface="Calibri" panose="020F0502020204030204"/>
                </a:defRPr>
              </a:lvl1pPr>
            </a:lstStyle>
            <a:p>
              <a:r>
                <a:t>75%</a:t>
              </a:r>
            </a:p>
          </p:txBody>
        </p:sp>
      </p:grpSp>
      <p:graphicFrame>
        <p:nvGraphicFramePr>
          <p:cNvPr id="531" name="图表 17"/>
          <p:cNvGraphicFramePr/>
          <p:nvPr/>
        </p:nvGraphicFramePr>
        <p:xfrm>
          <a:off x="1108022" y="2155647"/>
          <a:ext cx="3417996" cy="3191576"/>
        </p:xfrm>
        <a:graphic>
          <a:graphicData uri="http://schemas.openxmlformats.org/drawingml/2006/chart">
            <c:chart xmlns:c="http://schemas.openxmlformats.org/drawingml/2006/chart" xmlns:r="http://schemas.openxmlformats.org/officeDocument/2006/relationships" r:id="rId2"/>
          </a:graphicData>
        </a:graphic>
      </p:graphicFrame>
      <p:sp>
        <p:nvSpPr>
          <p:cNvPr id="532"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矩形 4"/>
          <p:cNvSpPr txBox="1"/>
          <p:nvPr/>
        </p:nvSpPr>
        <p:spPr>
          <a:xfrm>
            <a:off x="6456045" y="3140711"/>
            <a:ext cx="4991642" cy="1475105"/>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r>
              <a:rPr>
                <a:solidFill>
                  <a:srgbClr val="0E0E0E"/>
                </a:solidFill>
                <a:sym typeface="+mn-ea"/>
              </a:rPr>
              <a:t>请输入您需要的文字请输入您需要的文字请输入您需要的文字</a:t>
            </a:r>
            <a:endParaRPr>
              <a:solidFill>
                <a:srgbClr val="0E0E0E"/>
              </a:solidFill>
            </a:endParaRPr>
          </a:p>
        </p:txBody>
      </p:sp>
      <p:sp>
        <p:nvSpPr>
          <p:cNvPr id="3" name="矩形 4"/>
          <p:cNvSpPr txBox="1"/>
          <p:nvPr/>
        </p:nvSpPr>
        <p:spPr>
          <a:xfrm>
            <a:off x="6456045" y="4749166"/>
            <a:ext cx="4991642" cy="920750"/>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矩形 5"/>
          <p:cNvSpPr/>
          <p:nvPr/>
        </p:nvSpPr>
        <p:spPr>
          <a:xfrm>
            <a:off x="1587" y="1847850"/>
            <a:ext cx="8296276" cy="4211638"/>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35" name="矩形 6"/>
          <p:cNvSpPr/>
          <p:nvPr/>
        </p:nvSpPr>
        <p:spPr>
          <a:xfrm>
            <a:off x="874711" y="4664075"/>
            <a:ext cx="3119441" cy="1023938"/>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36" name="矩形 42"/>
          <p:cNvSpPr txBox="1"/>
          <p:nvPr/>
        </p:nvSpPr>
        <p:spPr>
          <a:xfrm>
            <a:off x="795018" y="2295526"/>
            <a:ext cx="3148652" cy="955039"/>
          </a:xfrm>
          <a:prstGeom prst="rect">
            <a:avLst/>
          </a:prstGeom>
          <a:ln w="12700">
            <a:miter lim="400000"/>
          </a:ln>
        </p:spPr>
        <p:txBody>
          <a:bodyPr lIns="45718" tIns="45718" rIns="45718" bIns="45718">
            <a:spAutoFit/>
          </a:bodyPr>
          <a:lstStyle/>
          <a:p>
            <a:pPr>
              <a:lnSpc>
                <a:spcPct val="150000"/>
              </a:lnSpc>
              <a:defRPr sz="12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sp>
        <p:nvSpPr>
          <p:cNvPr id="537" name="矩形 43"/>
          <p:cNvSpPr txBox="1"/>
          <p:nvPr/>
        </p:nvSpPr>
        <p:spPr>
          <a:xfrm>
            <a:off x="4674868" y="2295526"/>
            <a:ext cx="3148651" cy="955039"/>
          </a:xfrm>
          <a:prstGeom prst="rect">
            <a:avLst/>
          </a:prstGeom>
          <a:ln w="12700">
            <a:miter lim="400000"/>
          </a:ln>
        </p:spPr>
        <p:txBody>
          <a:bodyPr lIns="45718" tIns="45718" rIns="45718" bIns="45718">
            <a:spAutoFit/>
          </a:bodyPr>
          <a:lstStyle/>
          <a:p>
            <a:pPr>
              <a:lnSpc>
                <a:spcPct val="150000"/>
              </a:lnSpc>
              <a:defRPr sz="12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a:t>
            </a:r>
          </a:p>
        </p:txBody>
      </p:sp>
      <p:sp>
        <p:nvSpPr>
          <p:cNvPr id="538" name="矩形 47"/>
          <p:cNvSpPr txBox="1"/>
          <p:nvPr/>
        </p:nvSpPr>
        <p:spPr>
          <a:xfrm>
            <a:off x="818831" y="3494088"/>
            <a:ext cx="3148651" cy="955039"/>
          </a:xfrm>
          <a:prstGeom prst="rect">
            <a:avLst/>
          </a:prstGeom>
          <a:ln w="12700">
            <a:miter lim="400000"/>
          </a:ln>
        </p:spPr>
        <p:txBody>
          <a:bodyPr lIns="45718" tIns="45718" rIns="45718" bIns="45718">
            <a:spAutoFit/>
          </a:bodyPr>
          <a:lstStyle/>
          <a:p>
            <a:pPr>
              <a:lnSpc>
                <a:spcPct val="150000"/>
              </a:lnSpc>
              <a:defRPr sz="12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a:t>
            </a:r>
          </a:p>
        </p:txBody>
      </p:sp>
      <p:sp>
        <p:nvSpPr>
          <p:cNvPr id="539" name="矩形 48"/>
          <p:cNvSpPr txBox="1"/>
          <p:nvPr/>
        </p:nvSpPr>
        <p:spPr>
          <a:xfrm>
            <a:off x="4795518" y="3497263"/>
            <a:ext cx="3148651" cy="955039"/>
          </a:xfrm>
          <a:prstGeom prst="rect">
            <a:avLst/>
          </a:prstGeom>
          <a:ln w="12700">
            <a:miter lim="400000"/>
          </a:ln>
        </p:spPr>
        <p:txBody>
          <a:bodyPr lIns="45718" tIns="45718" rIns="45718" bIns="45718">
            <a:spAutoFit/>
          </a:bodyPr>
          <a:lstStyle/>
          <a:p>
            <a:pPr>
              <a:lnSpc>
                <a:spcPct val="150000"/>
              </a:lnSpc>
              <a:defRPr sz="12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06CD9"/>
                </a:solidFill>
              </a:rPr>
              <a:t>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a:t>
            </a:r>
          </a:p>
        </p:txBody>
      </p:sp>
      <p:sp>
        <p:nvSpPr>
          <p:cNvPr id="540" name="矩形 11"/>
          <p:cNvSpPr/>
          <p:nvPr/>
        </p:nvSpPr>
        <p:spPr>
          <a:xfrm>
            <a:off x="4749798" y="4664075"/>
            <a:ext cx="3119441" cy="1023938"/>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41" name="直接连接符 2"/>
          <p:cNvSpPr/>
          <p:nvPr/>
        </p:nvSpPr>
        <p:spPr>
          <a:xfrm>
            <a:off x="862011" y="2170113"/>
            <a:ext cx="3014665" cy="2"/>
          </a:xfrm>
          <a:prstGeom prst="line">
            <a:avLst/>
          </a:prstGeom>
          <a:ln w="6350">
            <a:solidFill>
              <a:srgbClr val="53C800"/>
            </a:solidFill>
            <a:miter/>
          </a:ln>
        </p:spPr>
        <p:txBody>
          <a:bodyPr lIns="45718" tIns="45718" rIns="45718" bIns="45718"/>
          <a:lstStyle/>
          <a:p>
            <a:endParaRPr/>
          </a:p>
        </p:txBody>
      </p:sp>
      <p:sp>
        <p:nvSpPr>
          <p:cNvPr id="542" name="直接连接符 50"/>
          <p:cNvSpPr/>
          <p:nvPr/>
        </p:nvSpPr>
        <p:spPr>
          <a:xfrm>
            <a:off x="4741862" y="2170113"/>
            <a:ext cx="3014664" cy="2"/>
          </a:xfrm>
          <a:prstGeom prst="line">
            <a:avLst/>
          </a:prstGeom>
          <a:ln w="6350">
            <a:solidFill>
              <a:srgbClr val="53C800"/>
            </a:solidFill>
            <a:miter/>
          </a:ln>
        </p:spPr>
        <p:txBody>
          <a:bodyPr lIns="45718" tIns="45718" rIns="45718" bIns="45718"/>
          <a:lstStyle/>
          <a:p>
            <a:endParaRPr/>
          </a:p>
        </p:txBody>
      </p:sp>
      <p:sp>
        <p:nvSpPr>
          <p:cNvPr id="543" name="直接连接符 51"/>
          <p:cNvSpPr/>
          <p:nvPr/>
        </p:nvSpPr>
        <p:spPr>
          <a:xfrm>
            <a:off x="869949" y="3429000"/>
            <a:ext cx="3014666" cy="0"/>
          </a:xfrm>
          <a:prstGeom prst="line">
            <a:avLst/>
          </a:prstGeom>
          <a:ln w="6350">
            <a:solidFill>
              <a:srgbClr val="53C800"/>
            </a:solidFill>
            <a:miter/>
          </a:ln>
        </p:spPr>
        <p:txBody>
          <a:bodyPr lIns="45718" tIns="45718" rIns="45718" bIns="45718"/>
          <a:lstStyle/>
          <a:p>
            <a:endParaRPr/>
          </a:p>
        </p:txBody>
      </p:sp>
      <p:sp>
        <p:nvSpPr>
          <p:cNvPr id="544" name="直接连接符 52"/>
          <p:cNvSpPr/>
          <p:nvPr/>
        </p:nvSpPr>
        <p:spPr>
          <a:xfrm>
            <a:off x="4749798" y="3429000"/>
            <a:ext cx="3014666" cy="0"/>
          </a:xfrm>
          <a:prstGeom prst="line">
            <a:avLst/>
          </a:prstGeom>
          <a:ln w="6350">
            <a:solidFill>
              <a:srgbClr val="53C800"/>
            </a:solidFill>
            <a:miter/>
          </a:ln>
        </p:spPr>
        <p:txBody>
          <a:bodyPr lIns="45718" tIns="45718" rIns="45718" bIns="45718"/>
          <a:lstStyle/>
          <a:p>
            <a:endParaRPr/>
          </a:p>
        </p:txBody>
      </p:sp>
      <p:sp>
        <p:nvSpPr>
          <p:cNvPr id="545" name="圆角矩形 16"/>
          <p:cNvSpPr/>
          <p:nvPr/>
        </p:nvSpPr>
        <p:spPr>
          <a:xfrm>
            <a:off x="992187" y="4933948"/>
            <a:ext cx="2884489" cy="217489"/>
          </a:xfrm>
          <a:prstGeom prst="roundRect">
            <a:avLst>
              <a:gd name="adj" fmla="val 16667"/>
            </a:avLst>
          </a:prstGeom>
          <a:solidFill>
            <a:srgbClr val="FFFFFF">
              <a:alpha val="26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46" name="圆角矩形 17"/>
          <p:cNvSpPr/>
          <p:nvPr/>
        </p:nvSpPr>
        <p:spPr>
          <a:xfrm>
            <a:off x="1000125" y="5273673"/>
            <a:ext cx="2884490" cy="217490"/>
          </a:xfrm>
          <a:prstGeom prst="roundRect">
            <a:avLst>
              <a:gd name="adj" fmla="val 16667"/>
            </a:avLst>
          </a:prstGeom>
          <a:solidFill>
            <a:srgbClr val="FFFFFF">
              <a:alpha val="26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47" name="圆角矩形 18"/>
          <p:cNvSpPr/>
          <p:nvPr/>
        </p:nvSpPr>
        <p:spPr>
          <a:xfrm>
            <a:off x="4879975" y="4967285"/>
            <a:ext cx="2884490" cy="217490"/>
          </a:xfrm>
          <a:prstGeom prst="roundRect">
            <a:avLst>
              <a:gd name="adj" fmla="val 16667"/>
            </a:avLst>
          </a:prstGeom>
          <a:solidFill>
            <a:srgbClr val="FFFFFF">
              <a:alpha val="26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48" name="圆角矩形 19"/>
          <p:cNvSpPr/>
          <p:nvPr/>
        </p:nvSpPr>
        <p:spPr>
          <a:xfrm>
            <a:off x="4887912" y="5307012"/>
            <a:ext cx="2882902" cy="217489"/>
          </a:xfrm>
          <a:prstGeom prst="roundRect">
            <a:avLst>
              <a:gd name="adj" fmla="val 16667"/>
            </a:avLst>
          </a:prstGeom>
          <a:solidFill>
            <a:srgbClr val="FFFFFF">
              <a:alpha val="26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49" name="矩形 57"/>
          <p:cNvSpPr txBox="1"/>
          <p:nvPr/>
        </p:nvSpPr>
        <p:spPr>
          <a:xfrm>
            <a:off x="1590356" y="4627563"/>
            <a:ext cx="1550037" cy="269239"/>
          </a:xfrm>
          <a:prstGeom prst="rect">
            <a:avLst/>
          </a:prstGeom>
          <a:ln w="12700">
            <a:miter lim="400000"/>
          </a:ln>
        </p:spPr>
        <p:txBody>
          <a:bodyPr lIns="45718" tIns="45718" rIns="45718" bIns="45718">
            <a:spAutoFit/>
          </a:bodyPr>
          <a:lstStyle>
            <a:lvl1pPr>
              <a:lnSpc>
                <a:spcPct val="150000"/>
              </a:lnSpc>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请输入您需要的文字</a:t>
            </a:r>
          </a:p>
        </p:txBody>
      </p:sp>
      <p:sp>
        <p:nvSpPr>
          <p:cNvPr id="550" name="矩形 58"/>
          <p:cNvSpPr txBox="1"/>
          <p:nvPr/>
        </p:nvSpPr>
        <p:spPr>
          <a:xfrm>
            <a:off x="1215706" y="4870450"/>
            <a:ext cx="2615251" cy="269239"/>
          </a:xfrm>
          <a:prstGeom prst="rect">
            <a:avLst/>
          </a:prstGeom>
          <a:ln w="12700">
            <a:miter lim="400000"/>
          </a:ln>
        </p:spPr>
        <p:txBody>
          <a:bodyPr lIns="45718" tIns="45718" rIns="45718" bIns="45718">
            <a:spAutoFit/>
          </a:bodyPr>
          <a:lstStyle>
            <a:lvl1pPr>
              <a:lnSpc>
                <a:spcPct val="150000"/>
              </a:lnSpc>
              <a:defRPr sz="10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请输入您需要的文字请输入您需要的文字</a:t>
            </a:r>
          </a:p>
        </p:txBody>
      </p:sp>
      <p:sp>
        <p:nvSpPr>
          <p:cNvPr id="551" name="矩形 59"/>
          <p:cNvSpPr txBox="1"/>
          <p:nvPr/>
        </p:nvSpPr>
        <p:spPr>
          <a:xfrm>
            <a:off x="1215706" y="5210175"/>
            <a:ext cx="2615251" cy="269239"/>
          </a:xfrm>
          <a:prstGeom prst="rect">
            <a:avLst/>
          </a:prstGeom>
          <a:ln w="12700">
            <a:miter lim="400000"/>
          </a:ln>
        </p:spPr>
        <p:txBody>
          <a:bodyPr lIns="45718" tIns="45718" rIns="45718" bIns="45718">
            <a:spAutoFit/>
          </a:bodyPr>
          <a:lstStyle>
            <a:lvl1pPr>
              <a:lnSpc>
                <a:spcPct val="150000"/>
              </a:lnSpc>
              <a:defRPr sz="10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请输入您需要的文字请输入您需要的文字</a:t>
            </a:r>
          </a:p>
        </p:txBody>
      </p:sp>
      <p:sp>
        <p:nvSpPr>
          <p:cNvPr id="552" name="矩形 60"/>
          <p:cNvSpPr txBox="1"/>
          <p:nvPr/>
        </p:nvSpPr>
        <p:spPr>
          <a:xfrm>
            <a:off x="5628957" y="4659313"/>
            <a:ext cx="1550037" cy="269239"/>
          </a:xfrm>
          <a:prstGeom prst="rect">
            <a:avLst/>
          </a:prstGeom>
          <a:ln w="12700">
            <a:miter lim="400000"/>
          </a:ln>
        </p:spPr>
        <p:txBody>
          <a:bodyPr lIns="45718" tIns="45718" rIns="45718" bIns="45718">
            <a:spAutoFit/>
          </a:bodyPr>
          <a:lstStyle>
            <a:lvl1pPr>
              <a:lnSpc>
                <a:spcPct val="150000"/>
              </a:lnSpc>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请输入您需要的文字</a:t>
            </a:r>
          </a:p>
        </p:txBody>
      </p:sp>
      <p:sp>
        <p:nvSpPr>
          <p:cNvPr id="553" name="矩形 61"/>
          <p:cNvSpPr txBox="1"/>
          <p:nvPr/>
        </p:nvSpPr>
        <p:spPr>
          <a:xfrm>
            <a:off x="5065393" y="4903788"/>
            <a:ext cx="2615251" cy="269239"/>
          </a:xfrm>
          <a:prstGeom prst="rect">
            <a:avLst/>
          </a:prstGeom>
          <a:ln w="12700">
            <a:miter lim="400000"/>
          </a:ln>
        </p:spPr>
        <p:txBody>
          <a:bodyPr lIns="45718" tIns="45718" rIns="45718" bIns="45718">
            <a:spAutoFit/>
          </a:bodyPr>
          <a:lstStyle>
            <a:lvl1pPr>
              <a:lnSpc>
                <a:spcPct val="150000"/>
              </a:lnSpc>
              <a:defRPr sz="10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请输入您需要的文字请输入您需要的文字</a:t>
            </a:r>
          </a:p>
        </p:txBody>
      </p:sp>
      <p:sp>
        <p:nvSpPr>
          <p:cNvPr id="554" name="矩形 62"/>
          <p:cNvSpPr txBox="1"/>
          <p:nvPr/>
        </p:nvSpPr>
        <p:spPr>
          <a:xfrm>
            <a:off x="5065393" y="5241925"/>
            <a:ext cx="2615251" cy="269239"/>
          </a:xfrm>
          <a:prstGeom prst="rect">
            <a:avLst/>
          </a:prstGeom>
          <a:ln w="12700">
            <a:miter lim="400000"/>
          </a:ln>
        </p:spPr>
        <p:txBody>
          <a:bodyPr lIns="45718" tIns="45718" rIns="45718" bIns="45718">
            <a:spAutoFit/>
          </a:bodyPr>
          <a:lstStyle>
            <a:lvl1pPr>
              <a:lnSpc>
                <a:spcPct val="150000"/>
              </a:lnSpc>
              <a:defRPr sz="10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请输入您需要的文字请输入您需要的文字</a:t>
            </a:r>
          </a:p>
        </p:txBody>
      </p:sp>
      <p:pic>
        <p:nvPicPr>
          <p:cNvPr id="555" name="图片 4" descr="图片 4"/>
          <p:cNvPicPr>
            <a:picLocks noChangeAspect="1"/>
          </p:cNvPicPr>
          <p:nvPr/>
        </p:nvPicPr>
        <p:blipFill>
          <a:blip r:embed="rId2"/>
          <a:stretch>
            <a:fillRect/>
          </a:stretch>
        </p:blipFill>
        <p:spPr>
          <a:xfrm>
            <a:off x="9015413" y="2762250"/>
            <a:ext cx="2454277" cy="1695450"/>
          </a:xfrm>
          <a:prstGeom prst="rect">
            <a:avLst/>
          </a:prstGeom>
          <a:ln w="12700">
            <a:miter lim="400000"/>
            <a:headEnd/>
            <a:tailEnd/>
          </a:ln>
        </p:spPr>
      </p:pic>
      <p:sp>
        <p:nvSpPr>
          <p:cNvPr id="556" name="矩形 63"/>
          <p:cNvSpPr txBox="1"/>
          <p:nvPr/>
        </p:nvSpPr>
        <p:spPr>
          <a:xfrm>
            <a:off x="9417528" y="1851025"/>
            <a:ext cx="1650048" cy="735965"/>
          </a:xfrm>
          <a:prstGeom prst="rect">
            <a:avLst/>
          </a:prstGeom>
          <a:ln w="12700">
            <a:miter lim="400000"/>
          </a:ln>
        </p:spPr>
        <p:txBody>
          <a:bodyPr lIns="45718" tIns="45718" rIns="45718" bIns="45718">
            <a:spAutoFit/>
          </a:bodyPr>
          <a:lstStyle/>
          <a:p>
            <a:pPr algn="ct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gn="ctr">
              <a:lnSpc>
                <a:spcPct val="150000"/>
              </a:lnSpc>
              <a:defRPr sz="9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a:t>
            </a:r>
            <a:r>
              <a:rPr>
                <a:solidFill>
                  <a:srgbClr val="0E0E0E"/>
                </a:solidFill>
                <a:sym typeface="+mn-ea"/>
              </a:rPr>
              <a:t>文字</a:t>
            </a:r>
            <a:endParaRPr>
              <a:solidFill>
                <a:srgbClr val="0E0E0E"/>
              </a:solidFill>
            </a:endParaRPr>
          </a:p>
        </p:txBody>
      </p:sp>
      <p:sp>
        <p:nvSpPr>
          <p:cNvPr id="557" name="矩形 64"/>
          <p:cNvSpPr txBox="1"/>
          <p:nvPr/>
        </p:nvSpPr>
        <p:spPr>
          <a:xfrm>
            <a:off x="9349265" y="4695825"/>
            <a:ext cx="1786573" cy="551815"/>
          </a:xfrm>
          <a:prstGeom prst="rect">
            <a:avLst/>
          </a:prstGeom>
          <a:ln w="12700">
            <a:miter lim="400000"/>
          </a:ln>
        </p:spPr>
        <p:txBody>
          <a:bodyPr lIns="45718" tIns="45718" rIns="45718" bIns="45718">
            <a:spAutoFit/>
          </a:bodyPr>
          <a:lstStyle>
            <a:lvl1pPr algn="ct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a:t>
            </a:r>
            <a:r>
              <a:rPr>
                <a:solidFill>
                  <a:srgbClr val="0E0E0E"/>
                </a:solidFill>
                <a:sym typeface="+mn-ea"/>
              </a:rPr>
              <a:t>文字</a:t>
            </a:r>
            <a:endParaRPr>
              <a:solidFill>
                <a:srgbClr val="0E0E0E"/>
              </a:solidFill>
            </a:endParaRPr>
          </a:p>
        </p:txBody>
      </p:sp>
      <p:sp>
        <p:nvSpPr>
          <p:cNvPr id="558"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矩形 3"/>
          <p:cNvSpPr/>
          <p:nvPr>
            <p:custDataLst>
              <p:tags r:id="rId1"/>
            </p:custDataLst>
          </p:nvPr>
        </p:nvSpPr>
        <p:spPr>
          <a:xfrm>
            <a:off x="1303337" y="3987800"/>
            <a:ext cx="2794001" cy="474663"/>
          </a:xfrm>
          <a:prstGeom prst="rect">
            <a:avLst/>
          </a:prstGeom>
          <a:solidFill>
            <a:srgbClr val="006CD9"/>
          </a:solidFill>
          <a:ln w="12700">
            <a:miter lim="400000"/>
          </a:ln>
        </p:spPr>
        <p:txBody>
          <a:bodyPr lIns="45718" tIns="45718" rIns="45718" bIns="45718" anchor="ctr"/>
          <a:lstStyle/>
          <a:p>
            <a:pPr algn="ctr">
              <a:defRPr b="1">
                <a:solidFill>
                  <a:srgbClr val="FFFFFF"/>
                </a:solidFill>
                <a:latin typeface="+mj-lt"/>
                <a:ea typeface="+mj-ea"/>
                <a:cs typeface="+mj-cs"/>
                <a:sym typeface="等线" panose="02010600030101010101" charset="-122"/>
              </a:defRPr>
            </a:pPr>
            <a:endParaRPr/>
          </a:p>
        </p:txBody>
      </p:sp>
      <p:sp>
        <p:nvSpPr>
          <p:cNvPr id="561" name="矩形 5"/>
          <p:cNvSpPr txBox="1"/>
          <p:nvPr>
            <p:custDataLst>
              <p:tags r:id="rId2"/>
            </p:custDataLst>
          </p:nvPr>
        </p:nvSpPr>
        <p:spPr>
          <a:xfrm>
            <a:off x="2242660" y="4083050"/>
            <a:ext cx="916939" cy="370839"/>
          </a:xfrm>
          <a:prstGeom prst="rect">
            <a:avLst/>
          </a:prstGeom>
          <a:ln w="12700">
            <a:miter lim="400000"/>
          </a:ln>
        </p:spPr>
        <p:txBody>
          <a:bodyPr wrap="none" lIns="45718" tIns="45718" rIns="45718" bIns="45718">
            <a:spAutoFit/>
          </a:bodyPr>
          <a:lstStyle>
            <a:lvl1pPr algn="ctr">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标题文字</a:t>
            </a:r>
          </a:p>
        </p:txBody>
      </p:sp>
      <p:sp>
        <p:nvSpPr>
          <p:cNvPr id="562" name="矩形 6"/>
          <p:cNvSpPr txBox="1"/>
          <p:nvPr>
            <p:custDataLst>
              <p:tags r:id="rId3"/>
            </p:custDataLst>
          </p:nvPr>
        </p:nvSpPr>
        <p:spPr>
          <a:xfrm>
            <a:off x="1264919" y="4506913"/>
            <a:ext cx="2870837" cy="1107439"/>
          </a:xfrm>
          <a:prstGeom prst="rect">
            <a:avLst/>
          </a:prstGeom>
          <a:ln w="12700">
            <a:miter lim="400000"/>
          </a:ln>
        </p:spPr>
        <p:txBody>
          <a:bodyPr lIns="45718" tIns="45718" rIns="45718" bIns="45718">
            <a:spAutoFit/>
          </a:bodyPr>
          <a:lstStyle>
            <a:lvl1pPr algn="ctr">
              <a:lnSpc>
                <a:spcPct val="15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a:t>
            </a:r>
          </a:p>
        </p:txBody>
      </p:sp>
      <p:sp>
        <p:nvSpPr>
          <p:cNvPr id="563" name="矩形 6"/>
          <p:cNvSpPr/>
          <p:nvPr>
            <p:custDataLst>
              <p:tags r:id="rId4"/>
            </p:custDataLst>
          </p:nvPr>
        </p:nvSpPr>
        <p:spPr>
          <a:xfrm>
            <a:off x="4699000" y="3987800"/>
            <a:ext cx="2794000" cy="474663"/>
          </a:xfrm>
          <a:prstGeom prst="rect">
            <a:avLst/>
          </a:prstGeom>
          <a:solidFill>
            <a:srgbClr val="006CD9"/>
          </a:solidFill>
          <a:ln w="12700">
            <a:miter lim="400000"/>
          </a:ln>
        </p:spPr>
        <p:txBody>
          <a:bodyPr lIns="45718" tIns="45718" rIns="45718" bIns="45718" anchor="ctr"/>
          <a:lstStyle/>
          <a:p>
            <a:pPr algn="ctr">
              <a:defRPr b="1">
                <a:solidFill>
                  <a:srgbClr val="FFFFFF"/>
                </a:solidFill>
                <a:latin typeface="+mj-lt"/>
                <a:ea typeface="+mj-ea"/>
                <a:cs typeface="+mj-cs"/>
                <a:sym typeface="等线" panose="02010600030101010101" charset="-122"/>
              </a:defRPr>
            </a:pPr>
            <a:endParaRPr/>
          </a:p>
        </p:txBody>
      </p:sp>
      <p:sp>
        <p:nvSpPr>
          <p:cNvPr id="564" name="矩形 9"/>
          <p:cNvSpPr txBox="1"/>
          <p:nvPr>
            <p:custDataLst>
              <p:tags r:id="rId5"/>
            </p:custDataLst>
          </p:nvPr>
        </p:nvSpPr>
        <p:spPr>
          <a:xfrm>
            <a:off x="5637529" y="4083050"/>
            <a:ext cx="916939" cy="370839"/>
          </a:xfrm>
          <a:prstGeom prst="rect">
            <a:avLst/>
          </a:prstGeom>
          <a:ln w="12700">
            <a:miter lim="400000"/>
          </a:ln>
        </p:spPr>
        <p:txBody>
          <a:bodyPr wrap="none" lIns="45718" tIns="45718" rIns="45718" bIns="45718">
            <a:spAutoFit/>
          </a:bodyPr>
          <a:lstStyle>
            <a:lvl1pPr algn="ctr">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标题文字</a:t>
            </a:r>
          </a:p>
        </p:txBody>
      </p:sp>
      <p:sp>
        <p:nvSpPr>
          <p:cNvPr id="565" name="矩形 10"/>
          <p:cNvSpPr txBox="1"/>
          <p:nvPr>
            <p:custDataLst>
              <p:tags r:id="rId6"/>
            </p:custDataLst>
          </p:nvPr>
        </p:nvSpPr>
        <p:spPr>
          <a:xfrm>
            <a:off x="4660582" y="4506913"/>
            <a:ext cx="2870837" cy="1107439"/>
          </a:xfrm>
          <a:prstGeom prst="rect">
            <a:avLst/>
          </a:prstGeom>
          <a:ln w="12700">
            <a:miter lim="400000"/>
          </a:ln>
        </p:spPr>
        <p:txBody>
          <a:bodyPr lIns="45718" tIns="45718" rIns="45718" bIns="45718">
            <a:spAutoFit/>
          </a:bodyPr>
          <a:lstStyle>
            <a:lvl1pPr algn="ctr">
              <a:lnSpc>
                <a:spcPct val="15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请输入您需要的文字请输入您需要的文字请输入您需要的文字请输入您需要的文字请</a:t>
            </a:r>
          </a:p>
        </p:txBody>
      </p:sp>
      <p:sp>
        <p:nvSpPr>
          <p:cNvPr id="566" name="矩形 9"/>
          <p:cNvSpPr/>
          <p:nvPr>
            <p:custDataLst>
              <p:tags r:id="rId7"/>
            </p:custDataLst>
          </p:nvPr>
        </p:nvSpPr>
        <p:spPr>
          <a:xfrm>
            <a:off x="8094663" y="3987800"/>
            <a:ext cx="2794002" cy="474663"/>
          </a:xfrm>
          <a:prstGeom prst="rect">
            <a:avLst/>
          </a:prstGeom>
          <a:solidFill>
            <a:srgbClr val="006CD9"/>
          </a:solidFill>
          <a:ln w="12700">
            <a:miter lim="400000"/>
          </a:ln>
        </p:spPr>
        <p:txBody>
          <a:bodyPr lIns="45718" tIns="45718" rIns="45718" bIns="45718" anchor="ctr"/>
          <a:lstStyle/>
          <a:p>
            <a:pPr algn="ctr">
              <a:defRPr b="1">
                <a:solidFill>
                  <a:srgbClr val="FFFFFF"/>
                </a:solidFill>
                <a:latin typeface="+mj-lt"/>
                <a:ea typeface="+mj-ea"/>
                <a:cs typeface="+mj-cs"/>
                <a:sym typeface="等线" panose="02010600030101010101" charset="-122"/>
              </a:defRPr>
            </a:pPr>
            <a:endParaRPr/>
          </a:p>
        </p:txBody>
      </p:sp>
      <p:sp>
        <p:nvSpPr>
          <p:cNvPr id="567" name="矩形 13"/>
          <p:cNvSpPr txBox="1"/>
          <p:nvPr>
            <p:custDataLst>
              <p:tags r:id="rId8"/>
            </p:custDataLst>
          </p:nvPr>
        </p:nvSpPr>
        <p:spPr>
          <a:xfrm>
            <a:off x="9032398" y="4083050"/>
            <a:ext cx="916939" cy="370839"/>
          </a:xfrm>
          <a:prstGeom prst="rect">
            <a:avLst/>
          </a:prstGeom>
          <a:ln w="12700">
            <a:miter lim="400000"/>
          </a:ln>
        </p:spPr>
        <p:txBody>
          <a:bodyPr wrap="none" lIns="45718" tIns="45718" rIns="45718" bIns="45718">
            <a:spAutoFit/>
          </a:bodyPr>
          <a:lstStyle>
            <a:lvl1pPr algn="ctr">
              <a:defRPr sz="16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标题文字</a:t>
            </a:r>
          </a:p>
        </p:txBody>
      </p:sp>
      <p:sp>
        <p:nvSpPr>
          <p:cNvPr id="568" name="矩形 14"/>
          <p:cNvSpPr txBox="1"/>
          <p:nvPr>
            <p:custDataLst>
              <p:tags r:id="rId9"/>
            </p:custDataLst>
          </p:nvPr>
        </p:nvSpPr>
        <p:spPr>
          <a:xfrm>
            <a:off x="8056243" y="4506913"/>
            <a:ext cx="2870838" cy="1107439"/>
          </a:xfrm>
          <a:prstGeom prst="rect">
            <a:avLst/>
          </a:prstGeom>
          <a:ln w="12700">
            <a:miter lim="400000"/>
          </a:ln>
        </p:spPr>
        <p:txBody>
          <a:bodyPr lIns="45718" tIns="45718" rIns="45718" bIns="45718">
            <a:spAutoFit/>
          </a:bodyPr>
          <a:lstStyle>
            <a:lvl1pPr algn="ctr">
              <a:lnSpc>
                <a:spcPct val="15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a:t>
            </a:r>
          </a:p>
        </p:txBody>
      </p:sp>
      <p:pic>
        <p:nvPicPr>
          <p:cNvPr id="569" name="图片 1" descr="图片 1"/>
          <p:cNvPicPr>
            <a:picLocks noChangeAspect="1"/>
          </p:cNvPicPr>
          <p:nvPr>
            <p:custDataLst>
              <p:tags r:id="rId10"/>
            </p:custDataLst>
          </p:nvPr>
        </p:nvPicPr>
        <p:blipFill>
          <a:blip r:embed="rId14"/>
          <a:stretch>
            <a:fillRect/>
          </a:stretch>
        </p:blipFill>
        <p:spPr>
          <a:xfrm>
            <a:off x="1300162" y="1800225"/>
            <a:ext cx="2797176" cy="2192340"/>
          </a:xfrm>
          <a:prstGeom prst="rect">
            <a:avLst/>
          </a:prstGeom>
          <a:ln w="12700">
            <a:miter lim="400000"/>
            <a:headEnd/>
            <a:tailEnd/>
          </a:ln>
        </p:spPr>
      </p:pic>
      <p:pic>
        <p:nvPicPr>
          <p:cNvPr id="570" name="图片 2" descr="图片 2"/>
          <p:cNvPicPr>
            <a:picLocks noChangeAspect="1"/>
          </p:cNvPicPr>
          <p:nvPr>
            <p:custDataLst>
              <p:tags r:id="rId11"/>
            </p:custDataLst>
          </p:nvPr>
        </p:nvPicPr>
        <p:blipFill>
          <a:blip r:embed="rId15"/>
          <a:stretch>
            <a:fillRect/>
          </a:stretch>
        </p:blipFill>
        <p:spPr>
          <a:xfrm>
            <a:off x="4699000" y="1800225"/>
            <a:ext cx="2792415" cy="2187575"/>
          </a:xfrm>
          <a:prstGeom prst="rect">
            <a:avLst/>
          </a:prstGeom>
          <a:ln w="12700">
            <a:miter lim="400000"/>
            <a:headEnd/>
            <a:tailEnd/>
          </a:ln>
        </p:spPr>
      </p:pic>
      <p:pic>
        <p:nvPicPr>
          <p:cNvPr id="571" name="图片 11" descr="图片 11"/>
          <p:cNvPicPr>
            <a:picLocks noChangeAspect="1"/>
          </p:cNvPicPr>
          <p:nvPr>
            <p:custDataLst>
              <p:tags r:id="rId12"/>
            </p:custDataLst>
          </p:nvPr>
        </p:nvPicPr>
        <p:blipFill>
          <a:blip r:embed="rId16"/>
          <a:srcRect t="2646"/>
          <a:stretch>
            <a:fillRect/>
          </a:stretch>
        </p:blipFill>
        <p:spPr>
          <a:xfrm>
            <a:off x="8094663" y="1804988"/>
            <a:ext cx="2794002" cy="2182814"/>
          </a:xfrm>
          <a:prstGeom prst="rect">
            <a:avLst/>
          </a:prstGeom>
          <a:ln w="12700">
            <a:miter lim="400000"/>
            <a:headEnd/>
            <a:tailEnd/>
          </a:ln>
        </p:spPr>
      </p:pic>
      <p:sp>
        <p:nvSpPr>
          <p:cNvPr id="572"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矩形 6"/>
          <p:cNvSpPr txBox="1"/>
          <p:nvPr>
            <p:custDataLst>
              <p:tags r:id="rId1"/>
            </p:custDataLst>
          </p:nvPr>
        </p:nvSpPr>
        <p:spPr>
          <a:xfrm>
            <a:off x="1185861" y="4386580"/>
            <a:ext cx="2745426" cy="1278889"/>
          </a:xfrm>
          <a:prstGeom prst="rect">
            <a:avLst/>
          </a:prstGeom>
          <a:ln w="12700">
            <a:miter lim="400000"/>
          </a:ln>
        </p:spPr>
        <p:txBody>
          <a:bodyPr lIns="45718" tIns="45718" rIns="45718" bIns="45718">
            <a:spAutoFit/>
          </a:bodyPr>
          <a:lstStyle/>
          <a:p>
            <a:pPr algn="ct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
        <p:nvSpPr>
          <p:cNvPr id="3" name="矩形 7"/>
          <p:cNvSpPr txBox="1"/>
          <p:nvPr>
            <p:custDataLst>
              <p:tags r:id="rId2"/>
            </p:custDataLst>
          </p:nvPr>
        </p:nvSpPr>
        <p:spPr>
          <a:xfrm>
            <a:off x="4806421" y="4393915"/>
            <a:ext cx="2745425" cy="1278889"/>
          </a:xfrm>
          <a:prstGeom prst="rect">
            <a:avLst/>
          </a:prstGeom>
          <a:ln w="12700">
            <a:miter lim="400000"/>
          </a:ln>
        </p:spPr>
        <p:txBody>
          <a:bodyPr lIns="45718" tIns="45718" rIns="45718" bIns="45718">
            <a:spAutoFit/>
          </a:bodyPr>
          <a:lstStyle/>
          <a:p>
            <a:pPr algn="ct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
        <p:nvSpPr>
          <p:cNvPr id="4" name="矩形 8"/>
          <p:cNvSpPr txBox="1"/>
          <p:nvPr>
            <p:custDataLst>
              <p:tags r:id="rId3"/>
            </p:custDataLst>
          </p:nvPr>
        </p:nvSpPr>
        <p:spPr>
          <a:xfrm>
            <a:off x="8010878" y="4386580"/>
            <a:ext cx="2745426" cy="1278889"/>
          </a:xfrm>
          <a:prstGeom prst="rect">
            <a:avLst/>
          </a:prstGeom>
          <a:ln w="12700">
            <a:miter lim="400000"/>
          </a:ln>
        </p:spPr>
        <p:txBody>
          <a:bodyPr lIns="45718" tIns="45718" rIns="45718" bIns="45718">
            <a:spAutoFit/>
          </a:bodyPr>
          <a:lstStyle/>
          <a:p>
            <a:pPr algn="ct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
        <p:nvSpPr>
          <p:cNvPr id="5" name="燕尾形 9"/>
          <p:cNvSpPr/>
          <p:nvPr>
            <p:custDataLst>
              <p:tags r:id="rId4"/>
            </p:custDataLst>
          </p:nvPr>
        </p:nvSpPr>
        <p:spPr>
          <a:xfrm>
            <a:off x="4204486" y="2872105"/>
            <a:ext cx="176214" cy="414338"/>
          </a:xfrm>
          <a:prstGeom prst="chevron">
            <a:avLst>
              <a:gd name="adj" fmla="val 50000"/>
            </a:avLst>
          </a:prstGeom>
          <a:solidFill>
            <a:srgbClr val="53C800"/>
          </a:solidFill>
          <a:ln w="12700">
            <a:miter lim="400000"/>
          </a:ln>
        </p:spPr>
        <p:txBody>
          <a:bodyPr lIns="45718" tIns="45718" rIns="45718" bIns="45718" anchor="ctr"/>
          <a:lstStyle/>
          <a:p>
            <a:pPr algn="ctr">
              <a:defRPr>
                <a:latin typeface="+mj-lt"/>
                <a:ea typeface="+mj-ea"/>
                <a:cs typeface="+mj-cs"/>
                <a:sym typeface="等线" panose="02010600030101010101" charset="-122"/>
              </a:defRPr>
            </a:pPr>
            <a:endParaRPr/>
          </a:p>
        </p:txBody>
      </p:sp>
      <p:sp>
        <p:nvSpPr>
          <p:cNvPr id="6" name="燕尾形 10"/>
          <p:cNvSpPr/>
          <p:nvPr>
            <p:custDataLst>
              <p:tags r:id="rId5"/>
            </p:custDataLst>
          </p:nvPr>
        </p:nvSpPr>
        <p:spPr>
          <a:xfrm>
            <a:off x="7669363" y="2909356"/>
            <a:ext cx="176214" cy="414340"/>
          </a:xfrm>
          <a:prstGeom prst="chevron">
            <a:avLst>
              <a:gd name="adj" fmla="val 50000"/>
            </a:avLst>
          </a:prstGeom>
          <a:solidFill>
            <a:srgbClr val="53C800"/>
          </a:solidFill>
          <a:ln w="12700">
            <a:miter lim="400000"/>
          </a:ln>
        </p:spPr>
        <p:txBody>
          <a:bodyPr lIns="45718" tIns="45718" rIns="45718" bIns="45718" anchor="ctr"/>
          <a:lstStyle/>
          <a:p>
            <a:pPr algn="ctr">
              <a:defRPr>
                <a:latin typeface="+mj-lt"/>
                <a:ea typeface="+mj-ea"/>
                <a:cs typeface="+mj-cs"/>
                <a:sym typeface="等线" panose="02010600030101010101" charset="-122"/>
              </a:defRPr>
            </a:pPr>
            <a:endParaRPr/>
          </a:p>
        </p:txBody>
      </p:sp>
      <p:graphicFrame>
        <p:nvGraphicFramePr>
          <p:cNvPr id="7" name="Chart 17"/>
          <p:cNvGraphicFramePr/>
          <p:nvPr>
            <p:custDataLst>
              <p:tags r:id="rId6"/>
            </p:custDataLst>
          </p:nvPr>
        </p:nvGraphicFramePr>
        <p:xfrm>
          <a:off x="8256580" y="1988773"/>
          <a:ext cx="2254025" cy="2254025"/>
        </p:xfrm>
        <a:graphic>
          <a:graphicData uri="http://schemas.openxmlformats.org/drawingml/2006/chart">
            <c:chart xmlns:c="http://schemas.openxmlformats.org/drawingml/2006/chart" xmlns:r="http://schemas.openxmlformats.org/officeDocument/2006/relationships" r:id="rId19"/>
          </a:graphicData>
        </a:graphic>
      </p:graphicFrame>
      <p:grpSp>
        <p:nvGrpSpPr>
          <p:cNvPr id="8" name="Oval 18"/>
          <p:cNvGrpSpPr/>
          <p:nvPr>
            <p:custDataLst>
              <p:tags r:id="rId7"/>
            </p:custDataLst>
          </p:nvPr>
        </p:nvGrpSpPr>
        <p:grpSpPr>
          <a:xfrm>
            <a:off x="8469113" y="2217125"/>
            <a:ext cx="1828958" cy="1828959"/>
            <a:chOff x="0" y="0"/>
            <a:chExt cx="1828957" cy="1828957"/>
          </a:xfrm>
        </p:grpSpPr>
        <p:sp>
          <p:nvSpPr>
            <p:cNvPr id="9" name="圆形"/>
            <p:cNvSpPr/>
            <p:nvPr>
              <p:custDataLst>
                <p:tags r:id="rId16"/>
              </p:custDataLst>
            </p:nvPr>
          </p:nvSpPr>
          <p:spPr>
            <a:xfrm>
              <a:off x="0" y="0"/>
              <a:ext cx="1828958" cy="1828958"/>
            </a:xfrm>
            <a:prstGeom prst="ellipse">
              <a:avLst/>
            </a:prstGeom>
            <a:solidFill>
              <a:srgbClr val="E7E6E6"/>
            </a:solidFill>
            <a:ln w="12700" cap="flat">
              <a:noFill/>
              <a:miter lim="400000"/>
            </a:ln>
            <a:effectLst/>
          </p:spPr>
          <p:txBody>
            <a:bodyPr wrap="square" lIns="45718" tIns="45718" rIns="45718" bIns="45718" numCol="1" anchor="ctr">
              <a:noAutofit/>
            </a:bodyPr>
            <a:lstStyle/>
            <a:p>
              <a:pPr algn="ctr">
                <a:spcBef>
                  <a:spcPts val="600"/>
                </a:spcBef>
                <a:defRPr>
                  <a:solidFill>
                    <a:srgbClr val="FFFFFF"/>
                  </a:solidFill>
                  <a:latin typeface="+mj-lt"/>
                  <a:ea typeface="+mj-ea"/>
                  <a:cs typeface="+mj-cs"/>
                  <a:sym typeface="等线" panose="02010600030101010101" charset="-122"/>
                </a:defRPr>
              </a:pPr>
              <a:endParaRPr/>
            </a:p>
          </p:txBody>
        </p:sp>
        <p:sp>
          <p:nvSpPr>
            <p:cNvPr id="10" name="75%"/>
            <p:cNvSpPr txBox="1"/>
            <p:nvPr>
              <p:custDataLst>
                <p:tags r:id="rId17"/>
              </p:custDataLst>
            </p:nvPr>
          </p:nvSpPr>
          <p:spPr>
            <a:xfrm>
              <a:off x="221826" y="501728"/>
              <a:ext cx="1385305" cy="825501"/>
            </a:xfrm>
            <a:prstGeom prst="rect">
              <a:avLst/>
            </a:prstGeom>
            <a:noFill/>
            <a:ln w="12700" cap="flat">
              <a:noFill/>
              <a:miter lim="400000"/>
            </a:ln>
            <a:effectLst/>
          </p:spPr>
          <p:txBody>
            <a:bodyPr wrap="none" lIns="0" tIns="0" rIns="0" bIns="0" numCol="1" anchor="ctr">
              <a:spAutoFit/>
            </a:bodyPr>
            <a:lstStyle>
              <a:lvl1pPr algn="ctr">
                <a:spcBef>
                  <a:spcPts val="600"/>
                </a:spcBef>
                <a:defRPr sz="5400">
                  <a:solidFill>
                    <a:srgbClr val="089CEF"/>
                  </a:solidFill>
                  <a:latin typeface="+mj-lt"/>
                  <a:ea typeface="+mj-ea"/>
                  <a:cs typeface="+mj-cs"/>
                  <a:sym typeface="等线" panose="02010600030101010101" charset="-122"/>
                </a:defRPr>
              </a:lvl1pPr>
            </a:lstStyle>
            <a:p>
              <a:r>
                <a:t>75%</a:t>
              </a:r>
            </a:p>
          </p:txBody>
        </p:sp>
      </p:grpSp>
      <p:graphicFrame>
        <p:nvGraphicFramePr>
          <p:cNvPr id="11" name="Chart 15"/>
          <p:cNvGraphicFramePr/>
          <p:nvPr>
            <p:custDataLst>
              <p:tags r:id="rId8"/>
            </p:custDataLst>
          </p:nvPr>
        </p:nvGraphicFramePr>
        <p:xfrm>
          <a:off x="5052123" y="1998571"/>
          <a:ext cx="2254025" cy="2254025"/>
        </p:xfrm>
        <a:graphic>
          <a:graphicData uri="http://schemas.openxmlformats.org/drawingml/2006/chart">
            <c:chart xmlns:c="http://schemas.openxmlformats.org/drawingml/2006/chart" xmlns:r="http://schemas.openxmlformats.org/officeDocument/2006/relationships" r:id="rId20"/>
          </a:graphicData>
        </a:graphic>
      </p:graphicFrame>
      <p:grpSp>
        <p:nvGrpSpPr>
          <p:cNvPr id="12" name="Oval 16"/>
          <p:cNvGrpSpPr/>
          <p:nvPr>
            <p:custDataLst>
              <p:tags r:id="rId9"/>
            </p:custDataLst>
          </p:nvPr>
        </p:nvGrpSpPr>
        <p:grpSpPr>
          <a:xfrm>
            <a:off x="5266065" y="2217125"/>
            <a:ext cx="1828961" cy="1828959"/>
            <a:chOff x="0" y="0"/>
            <a:chExt cx="1828960" cy="1828957"/>
          </a:xfrm>
        </p:grpSpPr>
        <p:sp>
          <p:nvSpPr>
            <p:cNvPr id="13" name="圆形"/>
            <p:cNvSpPr/>
            <p:nvPr>
              <p:custDataLst>
                <p:tags r:id="rId14"/>
              </p:custDataLst>
            </p:nvPr>
          </p:nvSpPr>
          <p:spPr>
            <a:xfrm>
              <a:off x="-1" y="0"/>
              <a:ext cx="1828962" cy="1828958"/>
            </a:xfrm>
            <a:prstGeom prst="ellipse">
              <a:avLst/>
            </a:prstGeom>
            <a:solidFill>
              <a:srgbClr val="E7E6E6"/>
            </a:solidFill>
            <a:ln w="12700" cap="flat">
              <a:noFill/>
              <a:miter lim="400000"/>
            </a:ln>
            <a:effectLst/>
          </p:spPr>
          <p:txBody>
            <a:bodyPr wrap="square" lIns="45718" tIns="45718" rIns="45718" bIns="45718" numCol="1" anchor="ctr">
              <a:noAutofit/>
            </a:bodyPr>
            <a:lstStyle/>
            <a:p>
              <a:pPr algn="ctr">
                <a:spcBef>
                  <a:spcPts val="600"/>
                </a:spcBef>
                <a:defRPr>
                  <a:solidFill>
                    <a:srgbClr val="FFFFFF"/>
                  </a:solidFill>
                  <a:latin typeface="+mj-lt"/>
                  <a:ea typeface="+mj-ea"/>
                  <a:cs typeface="+mj-cs"/>
                  <a:sym typeface="等线" panose="02010600030101010101" charset="-122"/>
                </a:defRPr>
              </a:pPr>
              <a:endParaRPr/>
            </a:p>
          </p:txBody>
        </p:sp>
        <p:sp>
          <p:nvSpPr>
            <p:cNvPr id="14" name="75%"/>
            <p:cNvSpPr txBox="1"/>
            <p:nvPr>
              <p:custDataLst>
                <p:tags r:id="rId15"/>
              </p:custDataLst>
            </p:nvPr>
          </p:nvSpPr>
          <p:spPr>
            <a:xfrm>
              <a:off x="221826" y="501728"/>
              <a:ext cx="1385305" cy="825501"/>
            </a:xfrm>
            <a:prstGeom prst="rect">
              <a:avLst/>
            </a:prstGeom>
            <a:noFill/>
            <a:ln w="12700" cap="flat">
              <a:noFill/>
              <a:miter lim="400000"/>
            </a:ln>
            <a:effectLst/>
          </p:spPr>
          <p:txBody>
            <a:bodyPr wrap="none" lIns="0" tIns="0" rIns="0" bIns="0" numCol="1" anchor="ctr">
              <a:spAutoFit/>
            </a:bodyPr>
            <a:lstStyle>
              <a:lvl1pPr algn="ctr">
                <a:spcBef>
                  <a:spcPts val="600"/>
                </a:spcBef>
                <a:defRPr sz="5400">
                  <a:solidFill>
                    <a:srgbClr val="0468C1"/>
                  </a:solidFill>
                  <a:latin typeface="+mj-lt"/>
                  <a:ea typeface="+mj-ea"/>
                  <a:cs typeface="+mj-cs"/>
                  <a:sym typeface="等线" panose="02010600030101010101" charset="-122"/>
                </a:defRPr>
              </a:lvl1pPr>
            </a:lstStyle>
            <a:p>
              <a:r>
                <a:t>75%</a:t>
              </a:r>
            </a:p>
          </p:txBody>
        </p:sp>
      </p:grpSp>
      <p:graphicFrame>
        <p:nvGraphicFramePr>
          <p:cNvPr id="15" name="Chart 14"/>
          <p:cNvGraphicFramePr/>
          <p:nvPr>
            <p:custDataLst>
              <p:tags r:id="rId10"/>
            </p:custDataLst>
          </p:nvPr>
        </p:nvGraphicFramePr>
        <p:xfrm>
          <a:off x="1455249" y="1988773"/>
          <a:ext cx="2254025" cy="2254025"/>
        </p:xfrm>
        <a:graphic>
          <a:graphicData uri="http://schemas.openxmlformats.org/drawingml/2006/chart">
            <c:chart xmlns:c="http://schemas.openxmlformats.org/drawingml/2006/chart" xmlns:r="http://schemas.openxmlformats.org/officeDocument/2006/relationships" r:id="rId21"/>
          </a:graphicData>
        </a:graphic>
      </p:graphicFrame>
      <p:grpSp>
        <p:nvGrpSpPr>
          <p:cNvPr id="16" name="Oval 9"/>
          <p:cNvGrpSpPr/>
          <p:nvPr>
            <p:custDataLst>
              <p:tags r:id="rId11"/>
            </p:custDataLst>
          </p:nvPr>
        </p:nvGrpSpPr>
        <p:grpSpPr>
          <a:xfrm>
            <a:off x="1669192" y="2207327"/>
            <a:ext cx="1828958" cy="1828958"/>
            <a:chOff x="0" y="0"/>
            <a:chExt cx="1828957" cy="1828957"/>
          </a:xfrm>
        </p:grpSpPr>
        <p:sp>
          <p:nvSpPr>
            <p:cNvPr id="17" name="圆形"/>
            <p:cNvSpPr/>
            <p:nvPr>
              <p:custDataLst>
                <p:tags r:id="rId12"/>
              </p:custDataLst>
            </p:nvPr>
          </p:nvSpPr>
          <p:spPr>
            <a:xfrm>
              <a:off x="0" y="0"/>
              <a:ext cx="1828958" cy="1828958"/>
            </a:xfrm>
            <a:prstGeom prst="ellipse">
              <a:avLst/>
            </a:prstGeom>
            <a:solidFill>
              <a:srgbClr val="E7E6E6"/>
            </a:solidFill>
            <a:ln w="12700" cap="flat">
              <a:noFill/>
              <a:miter lim="400000"/>
            </a:ln>
            <a:effectLst/>
          </p:spPr>
          <p:txBody>
            <a:bodyPr wrap="square" lIns="45718" tIns="45718" rIns="45718" bIns="45718" numCol="1" anchor="ctr">
              <a:noAutofit/>
            </a:bodyPr>
            <a:lstStyle/>
            <a:p>
              <a:pPr algn="ctr">
                <a:spcBef>
                  <a:spcPts val="600"/>
                </a:spcBef>
                <a:defRPr>
                  <a:solidFill>
                    <a:srgbClr val="FFFFFF"/>
                  </a:solidFill>
                  <a:latin typeface="+mj-lt"/>
                  <a:ea typeface="+mj-ea"/>
                  <a:cs typeface="+mj-cs"/>
                  <a:sym typeface="等线" panose="02010600030101010101" charset="-122"/>
                </a:defRPr>
              </a:pPr>
              <a:endParaRPr/>
            </a:p>
          </p:txBody>
        </p:sp>
        <p:sp>
          <p:nvSpPr>
            <p:cNvPr id="18" name="75%"/>
            <p:cNvSpPr txBox="1"/>
            <p:nvPr>
              <p:custDataLst>
                <p:tags r:id="rId13"/>
              </p:custDataLst>
            </p:nvPr>
          </p:nvSpPr>
          <p:spPr>
            <a:xfrm>
              <a:off x="221826" y="501728"/>
              <a:ext cx="1385305" cy="825501"/>
            </a:xfrm>
            <a:prstGeom prst="rect">
              <a:avLst/>
            </a:prstGeom>
            <a:noFill/>
            <a:ln w="12700" cap="flat">
              <a:noFill/>
              <a:miter lim="400000"/>
            </a:ln>
            <a:effectLst/>
          </p:spPr>
          <p:txBody>
            <a:bodyPr wrap="none" lIns="0" tIns="0" rIns="0" bIns="0" numCol="1" anchor="ctr">
              <a:spAutoFit/>
            </a:bodyPr>
            <a:lstStyle>
              <a:lvl1pPr algn="ctr">
                <a:spcBef>
                  <a:spcPts val="600"/>
                </a:spcBef>
                <a:defRPr sz="5400">
                  <a:solidFill>
                    <a:srgbClr val="003592"/>
                  </a:solidFill>
                  <a:latin typeface="+mj-lt"/>
                  <a:ea typeface="+mj-ea"/>
                  <a:cs typeface="+mj-cs"/>
                  <a:sym typeface="等线" panose="02010600030101010101" charset="-122"/>
                </a:defRPr>
              </a:lvl1pPr>
            </a:lstStyle>
            <a:p>
              <a:r>
                <a:rPr>
                  <a:solidFill>
                    <a:srgbClr val="006CD9"/>
                  </a:solidFill>
                </a:rPr>
                <a:t>75%</a:t>
              </a:r>
            </a:p>
          </p:txBody>
        </p:sp>
      </p:gr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grpSp>
        <p:nvGrpSpPr>
          <p:cNvPr id="145" name="组合 144"/>
          <p:cNvGrpSpPr/>
          <p:nvPr>
            <p:custDataLst>
              <p:tags r:id="rId1"/>
            </p:custDataLst>
          </p:nvPr>
        </p:nvGrpSpPr>
        <p:grpSpPr>
          <a:xfrm>
            <a:off x="2369820" y="1487805"/>
            <a:ext cx="2547620" cy="2547620"/>
            <a:chOff x="4256" y="2461"/>
            <a:chExt cx="4012" cy="4012"/>
          </a:xfrm>
        </p:grpSpPr>
        <p:sp>
          <p:nvSpPr>
            <p:cNvPr id="146" name="椭圆 4"/>
            <p:cNvSpPr/>
            <p:nvPr>
              <p:custDataLst>
                <p:tags r:id="rId16"/>
              </p:custDataLst>
            </p:nvPr>
          </p:nvSpPr>
          <p:spPr>
            <a:xfrm>
              <a:off x="4256" y="2461"/>
              <a:ext cx="4013" cy="4013"/>
            </a:xfrm>
            <a:prstGeom prst="ellipse">
              <a:avLst/>
            </a:prstGeom>
            <a:solidFill>
              <a:srgbClr val="006CD9">
                <a:alpha val="90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7" name="矩形 10"/>
            <p:cNvSpPr txBox="1"/>
            <p:nvPr>
              <p:custDataLst>
                <p:tags r:id="rId17"/>
              </p:custDataLst>
            </p:nvPr>
          </p:nvSpPr>
          <p:spPr>
            <a:xfrm>
              <a:off x="5620" y="3778"/>
              <a:ext cx="1611" cy="1450"/>
            </a:xfrm>
            <a:prstGeom prst="rect">
              <a:avLst/>
            </a:prstGeom>
            <a:ln w="12700">
              <a:miter lim="400000"/>
            </a:ln>
          </p:spPr>
          <p:txBody>
            <a:bodyPr lIns="45718" tIns="45718" rIns="45718" bIns="45718">
              <a:spAutoFit/>
            </a:bodyPr>
            <a:lstStyle/>
            <a:p>
              <a:pPr>
                <a:lnSpc>
                  <a:spcPct val="15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1">
                  <a:solidFill>
                    <a:schemeClr val="bg1"/>
                  </a:solidFill>
                </a:rPr>
                <a:t>请输入</a:t>
              </a:r>
            </a:p>
            <a:p>
              <a:pPr>
                <a:lnSpc>
                  <a:spcPct val="15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1">
                  <a:solidFill>
                    <a:schemeClr val="bg1"/>
                  </a:solidFill>
                </a:rPr>
                <a:t>您需要</a:t>
              </a:r>
            </a:p>
          </p:txBody>
        </p:sp>
      </p:grpSp>
      <p:grpSp>
        <p:nvGrpSpPr>
          <p:cNvPr id="148" name="组合 147"/>
          <p:cNvGrpSpPr/>
          <p:nvPr>
            <p:custDataLst>
              <p:tags r:id="rId2"/>
            </p:custDataLst>
          </p:nvPr>
        </p:nvGrpSpPr>
        <p:grpSpPr>
          <a:xfrm>
            <a:off x="6920865" y="1487805"/>
            <a:ext cx="2547620" cy="2547620"/>
            <a:chOff x="10961" y="2461"/>
            <a:chExt cx="4012" cy="4012"/>
          </a:xfrm>
        </p:grpSpPr>
        <p:sp>
          <p:nvSpPr>
            <p:cNvPr id="149" name="椭圆 6"/>
            <p:cNvSpPr/>
            <p:nvPr>
              <p:custDataLst>
                <p:tags r:id="rId14"/>
              </p:custDataLst>
            </p:nvPr>
          </p:nvSpPr>
          <p:spPr>
            <a:xfrm>
              <a:off x="10961" y="2461"/>
              <a:ext cx="4013" cy="4013"/>
            </a:xfrm>
            <a:prstGeom prst="ellipse">
              <a:avLst/>
            </a:prstGeom>
            <a:solidFill>
              <a:srgbClr val="3BA5FF">
                <a:alpha val="81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50" name="矩形 10"/>
            <p:cNvSpPr txBox="1"/>
            <p:nvPr>
              <p:custDataLst>
                <p:tags r:id="rId15"/>
              </p:custDataLst>
            </p:nvPr>
          </p:nvSpPr>
          <p:spPr>
            <a:xfrm>
              <a:off x="12325" y="3778"/>
              <a:ext cx="1611" cy="1450"/>
            </a:xfrm>
            <a:prstGeom prst="rect">
              <a:avLst/>
            </a:prstGeom>
            <a:ln w="12700">
              <a:miter lim="400000"/>
            </a:ln>
          </p:spPr>
          <p:txBody>
            <a:bodyPr lIns="45718" tIns="45718" rIns="45718" bIns="45718">
              <a:spAutoFit/>
            </a:bodyPr>
            <a:lstStyle/>
            <a:p>
              <a:pPr>
                <a:lnSpc>
                  <a:spcPct val="15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1">
                  <a:solidFill>
                    <a:schemeClr val="bg1"/>
                  </a:solidFill>
                </a:rPr>
                <a:t>请输入</a:t>
              </a:r>
            </a:p>
            <a:p>
              <a:pPr>
                <a:lnSpc>
                  <a:spcPct val="15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1">
                  <a:solidFill>
                    <a:schemeClr val="bg1"/>
                  </a:solidFill>
                </a:rPr>
                <a:t>您需要</a:t>
              </a:r>
            </a:p>
          </p:txBody>
        </p:sp>
      </p:grpSp>
      <p:grpSp>
        <p:nvGrpSpPr>
          <p:cNvPr id="151" name="组合 150"/>
          <p:cNvGrpSpPr/>
          <p:nvPr>
            <p:custDataLst>
              <p:tags r:id="rId3"/>
            </p:custDataLst>
          </p:nvPr>
        </p:nvGrpSpPr>
        <p:grpSpPr>
          <a:xfrm>
            <a:off x="4637405" y="1487805"/>
            <a:ext cx="2547620" cy="2547620"/>
            <a:chOff x="7608" y="2461"/>
            <a:chExt cx="4012" cy="4012"/>
          </a:xfrm>
        </p:grpSpPr>
        <p:sp>
          <p:nvSpPr>
            <p:cNvPr id="152" name="椭圆 5"/>
            <p:cNvSpPr/>
            <p:nvPr>
              <p:custDataLst>
                <p:tags r:id="rId12"/>
              </p:custDataLst>
            </p:nvPr>
          </p:nvSpPr>
          <p:spPr>
            <a:xfrm>
              <a:off x="7608" y="2461"/>
              <a:ext cx="4013" cy="4013"/>
            </a:xfrm>
            <a:prstGeom prst="ellipse">
              <a:avLst/>
            </a:prstGeom>
            <a:solidFill>
              <a:srgbClr val="0587F5">
                <a:alpha val="92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53" name="矩形 10"/>
            <p:cNvSpPr txBox="1"/>
            <p:nvPr>
              <p:custDataLst>
                <p:tags r:id="rId13"/>
              </p:custDataLst>
            </p:nvPr>
          </p:nvSpPr>
          <p:spPr>
            <a:xfrm>
              <a:off x="8972" y="3778"/>
              <a:ext cx="1611" cy="1450"/>
            </a:xfrm>
            <a:prstGeom prst="rect">
              <a:avLst/>
            </a:prstGeom>
            <a:ln w="12700">
              <a:miter lim="400000"/>
            </a:ln>
          </p:spPr>
          <p:txBody>
            <a:bodyPr lIns="45718" tIns="45718" rIns="45718" bIns="45718">
              <a:spAutoFit/>
            </a:bodyPr>
            <a:lstStyle/>
            <a:p>
              <a:pPr>
                <a:lnSpc>
                  <a:spcPct val="15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1">
                  <a:solidFill>
                    <a:schemeClr val="bg1"/>
                  </a:solidFill>
                </a:rPr>
                <a:t>请输入</a:t>
              </a:r>
            </a:p>
            <a:p>
              <a:pPr>
                <a:lnSpc>
                  <a:spcPct val="150000"/>
                </a:lnSpc>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1">
                  <a:solidFill>
                    <a:schemeClr val="bg1"/>
                  </a:solidFill>
                </a:rPr>
                <a:t>您需要</a:t>
              </a:r>
            </a:p>
          </p:txBody>
        </p:sp>
      </p:grpSp>
      <p:sp>
        <p:nvSpPr>
          <p:cNvPr id="154" name="空心弧 153"/>
          <p:cNvSpPr/>
          <p:nvPr>
            <p:custDataLst>
              <p:tags r:id="rId4"/>
            </p:custDataLst>
          </p:nvPr>
        </p:nvSpPr>
        <p:spPr>
          <a:xfrm>
            <a:off x="1913255" y="989330"/>
            <a:ext cx="3440430" cy="3440430"/>
          </a:xfrm>
          <a:prstGeom prst="blockArc">
            <a:avLst>
              <a:gd name="adj1" fmla="val 7769797"/>
              <a:gd name="adj2" fmla="val 13232175"/>
              <a:gd name="adj3" fmla="val 615"/>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
        <p:nvSpPr>
          <p:cNvPr id="155" name="空心弧 154"/>
          <p:cNvSpPr/>
          <p:nvPr>
            <p:custDataLst>
              <p:tags r:id="rId5"/>
            </p:custDataLst>
          </p:nvPr>
        </p:nvSpPr>
        <p:spPr>
          <a:xfrm flipH="1">
            <a:off x="6485255" y="989330"/>
            <a:ext cx="3440430" cy="3440430"/>
          </a:xfrm>
          <a:prstGeom prst="blockArc">
            <a:avLst>
              <a:gd name="adj1" fmla="val 7769797"/>
              <a:gd name="adj2" fmla="val 13415235"/>
              <a:gd name="adj3" fmla="val 769"/>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OPPOSans R" panose="00020600040101010101" pitchFamily="18" charset="-122"/>
              <a:ea typeface="OPPOSans R" panose="00020600040101010101" pitchFamily="18" charset="-122"/>
              <a:cs typeface="+mn-cs"/>
            </a:endParaRPr>
          </a:p>
        </p:txBody>
      </p:sp>
      <p:sp>
        <p:nvSpPr>
          <p:cNvPr id="156" name="箭头: 下 89"/>
          <p:cNvSpPr/>
          <p:nvPr>
            <p:custDataLst>
              <p:tags r:id="rId6"/>
            </p:custDataLst>
          </p:nvPr>
        </p:nvSpPr>
        <p:spPr>
          <a:xfrm>
            <a:off x="5810885" y="4157980"/>
            <a:ext cx="201930" cy="160655"/>
          </a:xfrm>
          <a:prstGeom prst="downArrow">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57" name="箭头: 下 93"/>
          <p:cNvSpPr/>
          <p:nvPr>
            <p:custDataLst>
              <p:tags r:id="rId7"/>
            </p:custDataLst>
          </p:nvPr>
        </p:nvSpPr>
        <p:spPr>
          <a:xfrm>
            <a:off x="8211185" y="4157980"/>
            <a:ext cx="201930" cy="160655"/>
          </a:xfrm>
          <a:prstGeom prst="downArrow">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58" name="箭头: 下 95"/>
          <p:cNvSpPr/>
          <p:nvPr>
            <p:custDataLst>
              <p:tags r:id="rId8"/>
            </p:custDataLst>
          </p:nvPr>
        </p:nvSpPr>
        <p:spPr>
          <a:xfrm>
            <a:off x="3411855" y="4157980"/>
            <a:ext cx="201930" cy="160655"/>
          </a:xfrm>
          <a:prstGeom prst="downArrow">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59" name="矩形 7"/>
          <p:cNvSpPr txBox="1"/>
          <p:nvPr>
            <p:custDataLst>
              <p:tags r:id="rId9"/>
            </p:custDataLst>
          </p:nvPr>
        </p:nvSpPr>
        <p:spPr>
          <a:xfrm>
            <a:off x="2535555" y="4391660"/>
            <a:ext cx="1955165" cy="1567180"/>
          </a:xfrm>
          <a:prstGeom prst="rect">
            <a:avLst/>
          </a:prstGeom>
          <a:ln w="12700">
            <a:miter lim="400000"/>
          </a:ln>
        </p:spPr>
        <p:txBody>
          <a:bodyPr lIns="45718" tIns="45718" rIns="45718" bIns="45718">
            <a:spAutoFit/>
          </a:bodyPr>
          <a:lstStyle/>
          <a:p>
            <a:pPr algn="ct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gn="ctr">
              <a:lnSpc>
                <a:spcPct val="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
        <p:nvSpPr>
          <p:cNvPr id="160" name="矩形 8"/>
          <p:cNvSpPr txBox="1"/>
          <p:nvPr>
            <p:custDataLst>
              <p:tags r:id="rId10"/>
            </p:custDataLst>
          </p:nvPr>
        </p:nvSpPr>
        <p:spPr>
          <a:xfrm>
            <a:off x="4933950" y="4391660"/>
            <a:ext cx="1955165" cy="1567180"/>
          </a:xfrm>
          <a:prstGeom prst="rect">
            <a:avLst/>
          </a:prstGeom>
          <a:ln w="12700">
            <a:miter lim="400000"/>
          </a:ln>
        </p:spPr>
        <p:txBody>
          <a:bodyPr lIns="45718" tIns="45718" rIns="45718" bIns="45718">
            <a:spAutoFit/>
          </a:bodyPr>
          <a:lstStyle/>
          <a:p>
            <a:pPr algn="ct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gn="ctr">
              <a:lnSpc>
                <a:spcPct val="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
        <p:nvSpPr>
          <p:cNvPr id="161" name="矩形 9"/>
          <p:cNvSpPr txBox="1"/>
          <p:nvPr>
            <p:custDataLst>
              <p:tags r:id="rId11"/>
            </p:custDataLst>
          </p:nvPr>
        </p:nvSpPr>
        <p:spPr>
          <a:xfrm>
            <a:off x="7334250" y="4391660"/>
            <a:ext cx="1955165" cy="1567180"/>
          </a:xfrm>
          <a:prstGeom prst="rect">
            <a:avLst/>
          </a:prstGeom>
          <a:ln w="12700">
            <a:miter lim="400000"/>
          </a:ln>
        </p:spPr>
        <p:txBody>
          <a:bodyPr lIns="45718" tIns="45718" rIns="45718" bIns="45718">
            <a:spAutoFit/>
          </a:bodyPr>
          <a:lstStyle/>
          <a:p>
            <a:pPr algn="ctr">
              <a:lnSpc>
                <a:spcPct val="1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gn="ctr">
              <a:lnSpc>
                <a:spcPct val="50000"/>
              </a:lnSpc>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矩形 1"/>
          <p:cNvSpPr/>
          <p:nvPr/>
        </p:nvSpPr>
        <p:spPr>
          <a:xfrm>
            <a:off x="0" y="1773000"/>
            <a:ext cx="12192000" cy="3702208"/>
          </a:xfrm>
          <a:prstGeom prst="rect">
            <a:avLst/>
          </a:pr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5" name="椭圆 3"/>
          <p:cNvSpPr/>
          <p:nvPr>
            <p:custDataLst>
              <p:tags r:id="rId1"/>
            </p:custDataLst>
          </p:nvPr>
        </p:nvSpPr>
        <p:spPr>
          <a:xfrm>
            <a:off x="4922520" y="2452370"/>
            <a:ext cx="2341880" cy="2341245"/>
          </a:xfrm>
          <a:prstGeom prst="ellipse">
            <a:avLst/>
          </a:prstGeom>
          <a:ln w="19050">
            <a:solidFill>
              <a:srgbClr val="53C800"/>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622"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矩形 16"/>
          <p:cNvSpPr txBox="1"/>
          <p:nvPr>
            <p:custDataLst>
              <p:tags r:id="rId2"/>
            </p:custDataLst>
          </p:nvPr>
        </p:nvSpPr>
        <p:spPr>
          <a:xfrm>
            <a:off x="944880" y="2555240"/>
            <a:ext cx="3428365" cy="643890"/>
          </a:xfrm>
          <a:prstGeom prst="rect">
            <a:avLst/>
          </a:prstGeom>
          <a:ln w="12700">
            <a:miter lim="400000"/>
          </a:ln>
        </p:spPr>
        <p:txBody>
          <a:bodyPr wrap="square" lIns="45718" tIns="45718" rIns="45718" bIns="45718">
            <a:spAutoFit/>
          </a:bodyPr>
          <a:lstStyle>
            <a:lvl1pPr algn="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a:t>
            </a:r>
          </a:p>
        </p:txBody>
      </p:sp>
      <p:sp>
        <p:nvSpPr>
          <p:cNvPr id="3" name="矩形 17"/>
          <p:cNvSpPr txBox="1"/>
          <p:nvPr>
            <p:custDataLst>
              <p:tags r:id="rId3"/>
            </p:custDataLst>
          </p:nvPr>
        </p:nvSpPr>
        <p:spPr>
          <a:xfrm>
            <a:off x="2279650" y="2121535"/>
            <a:ext cx="2092960" cy="370840"/>
          </a:xfrm>
          <a:prstGeom prst="rect">
            <a:avLst/>
          </a:prstGeom>
          <a:ln w="12700">
            <a:miter lim="400000"/>
          </a:ln>
        </p:spPr>
        <p:txBody>
          <a:bodyPr lIns="45718" tIns="45718" rIns="45718" bIns="45718">
            <a:spAutoFit/>
          </a:bodyPr>
          <a:lstStyle>
            <a:lvl1pPr algn="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cxnSp>
        <p:nvCxnSpPr>
          <p:cNvPr id="4" name="直接连接符 3"/>
          <p:cNvCxnSpPr/>
          <p:nvPr>
            <p:custDataLst>
              <p:tags r:id="rId4"/>
            </p:custDataLst>
          </p:nvPr>
        </p:nvCxnSpPr>
        <p:spPr>
          <a:xfrm>
            <a:off x="1139190" y="2595245"/>
            <a:ext cx="3167380" cy="0"/>
          </a:xfrm>
          <a:prstGeom prst="line">
            <a:avLst/>
          </a:prstGeom>
          <a:noFill/>
          <a:ln w="15875" cap="flat">
            <a:gradFill>
              <a:gsLst>
                <a:gs pos="0">
                  <a:schemeClr val="accent1">
                    <a:lumMod val="5000"/>
                    <a:lumOff val="95000"/>
                    <a:alpha val="0"/>
                  </a:schemeClr>
                </a:gs>
                <a:gs pos="100000">
                  <a:srgbClr val="53C800"/>
                </a:gs>
              </a:gsLst>
              <a:lin ang="0" scaled="0"/>
            </a:gradFill>
            <a:prstDash val="solid"/>
            <a:round/>
          </a:ln>
        </p:spPr>
        <p:style>
          <a:lnRef idx="0">
            <a:srgbClr val="FFFFFF"/>
          </a:lnRef>
          <a:fillRef idx="0">
            <a:srgbClr val="FFFFFF"/>
          </a:fillRef>
          <a:effectRef idx="0">
            <a:srgbClr val="FFFFFF"/>
          </a:effectRef>
          <a:fontRef idx="none"/>
        </p:style>
      </p:cxnSp>
      <p:sp>
        <p:nvSpPr>
          <p:cNvPr id="6" name="椭圆 11"/>
          <p:cNvSpPr/>
          <p:nvPr>
            <p:custDataLst>
              <p:tags r:id="rId5"/>
            </p:custDataLst>
          </p:nvPr>
        </p:nvSpPr>
        <p:spPr>
          <a:xfrm>
            <a:off x="6579235" y="2277745"/>
            <a:ext cx="951230" cy="935990"/>
          </a:xfrm>
          <a:prstGeom prst="ellipse">
            <a:avLst/>
          </a:prstGeom>
          <a:solidFill>
            <a:srgbClr val="006CD9"/>
          </a:solidFill>
          <a:ln w="12700">
            <a:solidFill>
              <a:srgbClr val="F0F7FD"/>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 name="椭圆 11"/>
          <p:cNvSpPr/>
          <p:nvPr>
            <p:custDataLst>
              <p:tags r:id="rId6"/>
            </p:custDataLst>
          </p:nvPr>
        </p:nvSpPr>
        <p:spPr>
          <a:xfrm>
            <a:off x="6579235" y="4055110"/>
            <a:ext cx="951230" cy="935990"/>
          </a:xfrm>
          <a:prstGeom prst="ellipse">
            <a:avLst/>
          </a:prstGeom>
          <a:solidFill>
            <a:srgbClr val="006CD9"/>
          </a:solidFill>
          <a:ln w="12700">
            <a:solidFill>
              <a:srgbClr val="F0F7FD"/>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8" name="椭圆 11"/>
          <p:cNvSpPr/>
          <p:nvPr>
            <p:custDataLst>
              <p:tags r:id="rId7"/>
            </p:custDataLst>
          </p:nvPr>
        </p:nvSpPr>
        <p:spPr>
          <a:xfrm>
            <a:off x="4661535" y="4055110"/>
            <a:ext cx="951230" cy="935990"/>
          </a:xfrm>
          <a:prstGeom prst="ellipse">
            <a:avLst/>
          </a:prstGeom>
          <a:solidFill>
            <a:srgbClr val="006CD9"/>
          </a:solidFill>
          <a:ln w="12700">
            <a:solidFill>
              <a:srgbClr val="F0F7FD"/>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 name="椭圆 11"/>
          <p:cNvSpPr/>
          <p:nvPr>
            <p:custDataLst>
              <p:tags r:id="rId8"/>
            </p:custDataLst>
          </p:nvPr>
        </p:nvSpPr>
        <p:spPr>
          <a:xfrm>
            <a:off x="4661535" y="2277745"/>
            <a:ext cx="951230" cy="935990"/>
          </a:xfrm>
          <a:prstGeom prst="ellipse">
            <a:avLst/>
          </a:prstGeom>
          <a:solidFill>
            <a:srgbClr val="006CD9"/>
          </a:solidFill>
          <a:ln w="12700">
            <a:solidFill>
              <a:srgbClr val="F0F7FD"/>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0" name="矩形 10"/>
          <p:cNvSpPr txBox="1"/>
          <p:nvPr>
            <p:custDataLst>
              <p:tags r:id="rId9"/>
            </p:custDataLst>
          </p:nvPr>
        </p:nvSpPr>
        <p:spPr>
          <a:xfrm>
            <a:off x="7787640" y="2534285"/>
            <a:ext cx="3411855" cy="643890"/>
          </a:xfrm>
          <a:prstGeom prst="rect">
            <a:avLst/>
          </a:prstGeom>
          <a:ln w="12700">
            <a:miter lim="400000"/>
          </a:ln>
        </p:spPr>
        <p:txBody>
          <a:bodyPr wrap="square"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a:t>
            </a:r>
          </a:p>
        </p:txBody>
      </p:sp>
      <p:sp>
        <p:nvSpPr>
          <p:cNvPr id="11" name="矩形 11"/>
          <p:cNvSpPr txBox="1"/>
          <p:nvPr>
            <p:custDataLst>
              <p:tags r:id="rId10"/>
            </p:custDataLst>
          </p:nvPr>
        </p:nvSpPr>
        <p:spPr>
          <a:xfrm>
            <a:off x="7787640" y="2101215"/>
            <a:ext cx="2019935" cy="370840"/>
          </a:xfrm>
          <a:prstGeom prst="rect">
            <a:avLst/>
          </a:prstGeom>
          <a:ln w="12700">
            <a:miter lim="400000"/>
          </a:ln>
        </p:spPr>
        <p:txBody>
          <a:bodyPr lIns="45718" tIns="45718" rIns="45718" bIns="45718">
            <a:spAutoFit/>
          </a:bodyPr>
          <a:lstStyle>
            <a:lvl1pP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sp>
        <p:nvSpPr>
          <p:cNvPr id="12" name="矩形 12"/>
          <p:cNvSpPr txBox="1"/>
          <p:nvPr>
            <p:custDataLst>
              <p:tags r:id="rId11"/>
            </p:custDataLst>
          </p:nvPr>
        </p:nvSpPr>
        <p:spPr>
          <a:xfrm>
            <a:off x="7787640" y="4218940"/>
            <a:ext cx="3411855" cy="643890"/>
          </a:xfrm>
          <a:prstGeom prst="rect">
            <a:avLst/>
          </a:prstGeom>
          <a:ln w="12700">
            <a:miter lim="400000"/>
          </a:ln>
        </p:spPr>
        <p:txBody>
          <a:bodyPr wrap="square"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a:t>
            </a:r>
          </a:p>
        </p:txBody>
      </p:sp>
      <p:sp>
        <p:nvSpPr>
          <p:cNvPr id="13" name="矩形 13"/>
          <p:cNvSpPr txBox="1"/>
          <p:nvPr>
            <p:custDataLst>
              <p:tags r:id="rId12"/>
            </p:custDataLst>
          </p:nvPr>
        </p:nvSpPr>
        <p:spPr>
          <a:xfrm>
            <a:off x="7787640" y="3787140"/>
            <a:ext cx="2019935" cy="370840"/>
          </a:xfrm>
          <a:prstGeom prst="rect">
            <a:avLst/>
          </a:prstGeom>
          <a:ln w="12700">
            <a:miter lim="400000"/>
          </a:ln>
        </p:spPr>
        <p:txBody>
          <a:bodyPr lIns="45718" tIns="45718" rIns="45718" bIns="45718">
            <a:spAutoFit/>
          </a:bodyPr>
          <a:lstStyle>
            <a:lvl1pP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sp>
        <p:nvSpPr>
          <p:cNvPr id="14" name="矩形 14"/>
          <p:cNvSpPr txBox="1"/>
          <p:nvPr>
            <p:custDataLst>
              <p:tags r:id="rId13"/>
            </p:custDataLst>
          </p:nvPr>
        </p:nvSpPr>
        <p:spPr>
          <a:xfrm>
            <a:off x="944880" y="4218940"/>
            <a:ext cx="3428365" cy="643890"/>
          </a:xfrm>
          <a:prstGeom prst="rect">
            <a:avLst/>
          </a:prstGeom>
          <a:ln w="12700">
            <a:miter lim="400000"/>
          </a:ln>
        </p:spPr>
        <p:txBody>
          <a:bodyPr wrap="square" lIns="45718" tIns="45718" rIns="45718" bIns="45718">
            <a:spAutoFit/>
          </a:bodyPr>
          <a:lstStyle>
            <a:lvl1pPr algn="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a:t>
            </a:r>
          </a:p>
        </p:txBody>
      </p:sp>
      <p:sp>
        <p:nvSpPr>
          <p:cNvPr id="15" name="矩形 15"/>
          <p:cNvSpPr txBox="1"/>
          <p:nvPr>
            <p:custDataLst>
              <p:tags r:id="rId14"/>
            </p:custDataLst>
          </p:nvPr>
        </p:nvSpPr>
        <p:spPr>
          <a:xfrm>
            <a:off x="2279650" y="3787140"/>
            <a:ext cx="2092960" cy="370840"/>
          </a:xfrm>
          <a:prstGeom prst="rect">
            <a:avLst/>
          </a:prstGeom>
          <a:ln w="12700">
            <a:miter lim="400000"/>
          </a:ln>
        </p:spPr>
        <p:txBody>
          <a:bodyPr lIns="45718" tIns="45718" rIns="45718" bIns="45718">
            <a:spAutoFit/>
          </a:bodyPr>
          <a:lstStyle>
            <a:lvl1pPr algn="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cxnSp>
        <p:nvCxnSpPr>
          <p:cNvPr id="16" name="直接连接符 15"/>
          <p:cNvCxnSpPr/>
          <p:nvPr>
            <p:custDataLst>
              <p:tags r:id="rId15"/>
            </p:custDataLst>
          </p:nvPr>
        </p:nvCxnSpPr>
        <p:spPr>
          <a:xfrm>
            <a:off x="1139190" y="4269105"/>
            <a:ext cx="3167380" cy="0"/>
          </a:xfrm>
          <a:prstGeom prst="line">
            <a:avLst/>
          </a:prstGeom>
          <a:noFill/>
          <a:ln w="15875" cap="flat">
            <a:gradFill>
              <a:gsLst>
                <a:gs pos="0">
                  <a:schemeClr val="accent1">
                    <a:lumMod val="5000"/>
                    <a:lumOff val="95000"/>
                    <a:alpha val="0"/>
                  </a:schemeClr>
                </a:gs>
                <a:gs pos="100000">
                  <a:srgbClr val="53C800"/>
                </a:gs>
              </a:gsLst>
              <a:lin ang="0" scaled="0"/>
            </a:gradFill>
            <a:prstDash val="solid"/>
            <a:round/>
          </a:ln>
        </p:spPr>
        <p:style>
          <a:lnRef idx="0">
            <a:srgbClr val="FFFFFF"/>
          </a:lnRef>
          <a:fillRef idx="0">
            <a:srgbClr val="FFFFFF"/>
          </a:fillRef>
          <a:effectRef idx="0">
            <a:srgbClr val="FFFFFF"/>
          </a:effectRef>
          <a:fontRef idx="none"/>
        </p:style>
      </p:cxnSp>
      <p:cxnSp>
        <p:nvCxnSpPr>
          <p:cNvPr id="17" name="直接连接符 16"/>
          <p:cNvCxnSpPr/>
          <p:nvPr>
            <p:custDataLst>
              <p:tags r:id="rId16"/>
            </p:custDataLst>
          </p:nvPr>
        </p:nvCxnSpPr>
        <p:spPr>
          <a:xfrm>
            <a:off x="7813675" y="2595245"/>
            <a:ext cx="3167380" cy="0"/>
          </a:xfrm>
          <a:prstGeom prst="line">
            <a:avLst/>
          </a:prstGeom>
          <a:noFill/>
          <a:ln w="15875" cap="flat">
            <a:gradFill>
              <a:gsLst>
                <a:gs pos="100000">
                  <a:schemeClr val="accent1">
                    <a:lumMod val="5000"/>
                    <a:lumOff val="95000"/>
                    <a:alpha val="0"/>
                  </a:schemeClr>
                </a:gs>
                <a:gs pos="0">
                  <a:srgbClr val="53C800"/>
                </a:gs>
              </a:gsLst>
              <a:lin ang="0" scaled="0"/>
            </a:gradFill>
            <a:prstDash val="solid"/>
            <a:round/>
          </a:ln>
        </p:spPr>
        <p:style>
          <a:lnRef idx="0">
            <a:srgbClr val="FFFFFF"/>
          </a:lnRef>
          <a:fillRef idx="0">
            <a:srgbClr val="FFFFFF"/>
          </a:fillRef>
          <a:effectRef idx="0">
            <a:srgbClr val="FFFFFF"/>
          </a:effectRef>
          <a:fontRef idx="none"/>
        </p:style>
      </p:cxnSp>
      <p:cxnSp>
        <p:nvCxnSpPr>
          <p:cNvPr id="18" name="直接连接符 17"/>
          <p:cNvCxnSpPr/>
          <p:nvPr>
            <p:custDataLst>
              <p:tags r:id="rId17"/>
            </p:custDataLst>
          </p:nvPr>
        </p:nvCxnSpPr>
        <p:spPr>
          <a:xfrm>
            <a:off x="7844155" y="4269105"/>
            <a:ext cx="3167380" cy="0"/>
          </a:xfrm>
          <a:prstGeom prst="line">
            <a:avLst/>
          </a:prstGeom>
          <a:noFill/>
          <a:ln w="15875" cap="flat">
            <a:gradFill>
              <a:gsLst>
                <a:gs pos="100000">
                  <a:schemeClr val="accent1">
                    <a:lumMod val="5000"/>
                    <a:lumOff val="95000"/>
                    <a:alpha val="0"/>
                  </a:schemeClr>
                </a:gs>
                <a:gs pos="0">
                  <a:srgbClr val="53C800"/>
                </a:gs>
              </a:gsLst>
              <a:lin ang="0" scaled="0"/>
            </a:gradFill>
            <a:prstDash val="solid"/>
            <a:round/>
          </a:ln>
        </p:spPr>
        <p:style>
          <a:lnRef idx="0">
            <a:srgbClr val="FFFFFF"/>
          </a:lnRef>
          <a:fillRef idx="0">
            <a:srgbClr val="FFFFFF"/>
          </a:fillRef>
          <a:effectRef idx="0">
            <a:srgbClr val="FFFFFF"/>
          </a:effectRef>
          <a:fontRef idx="none"/>
        </p:style>
      </p:cxnSp>
      <p:sp>
        <p:nvSpPr>
          <p:cNvPr id="19" name="Freeform 10"/>
          <p:cNvSpPr/>
          <p:nvPr>
            <p:custDataLst>
              <p:tags r:id="rId18"/>
            </p:custDataLst>
          </p:nvPr>
        </p:nvSpPr>
        <p:spPr>
          <a:xfrm>
            <a:off x="4956175" y="2588895"/>
            <a:ext cx="361950" cy="313690"/>
          </a:xfrm>
          <a:custGeom>
            <a:avLst/>
            <a:gdLst/>
            <a:ahLst/>
            <a:cxnLst>
              <a:cxn ang="0">
                <a:pos x="wd2" y="hd2"/>
              </a:cxn>
              <a:cxn ang="5400000">
                <a:pos x="wd2" y="hd2"/>
              </a:cxn>
              <a:cxn ang="10800000">
                <a:pos x="wd2" y="hd2"/>
              </a:cxn>
              <a:cxn ang="16200000">
                <a:pos x="wd2" y="hd2"/>
              </a:cxn>
            </a:cxnLst>
            <a:rect l="0" t="0" r="r" b="b"/>
            <a:pathLst>
              <a:path w="21600" h="21537" extrusionOk="0">
                <a:moveTo>
                  <a:pt x="12764" y="9042"/>
                </a:moveTo>
                <a:cubicBezTo>
                  <a:pt x="15055" y="6405"/>
                  <a:pt x="15055" y="6405"/>
                  <a:pt x="15055" y="6405"/>
                </a:cubicBezTo>
                <a:cubicBezTo>
                  <a:pt x="14509" y="5651"/>
                  <a:pt x="14509" y="5651"/>
                  <a:pt x="14509" y="5651"/>
                </a:cubicBezTo>
                <a:cubicBezTo>
                  <a:pt x="16909" y="4898"/>
                  <a:pt x="16909" y="4898"/>
                  <a:pt x="16909" y="4898"/>
                </a:cubicBezTo>
                <a:cubicBezTo>
                  <a:pt x="16255" y="7660"/>
                  <a:pt x="16255" y="7660"/>
                  <a:pt x="16255" y="7660"/>
                </a:cubicBezTo>
                <a:cubicBezTo>
                  <a:pt x="15709" y="7033"/>
                  <a:pt x="15709" y="7033"/>
                  <a:pt x="15709" y="7033"/>
                </a:cubicBezTo>
                <a:cubicBezTo>
                  <a:pt x="12764" y="10423"/>
                  <a:pt x="12764" y="10423"/>
                  <a:pt x="12764" y="10423"/>
                </a:cubicBezTo>
                <a:cubicBezTo>
                  <a:pt x="11345" y="8791"/>
                  <a:pt x="11345" y="8791"/>
                  <a:pt x="11345" y="8791"/>
                </a:cubicBezTo>
                <a:cubicBezTo>
                  <a:pt x="9491" y="11051"/>
                  <a:pt x="9491" y="11051"/>
                  <a:pt x="9491" y="11051"/>
                </a:cubicBezTo>
                <a:cubicBezTo>
                  <a:pt x="9382" y="11051"/>
                  <a:pt x="9273" y="11177"/>
                  <a:pt x="9164" y="11177"/>
                </a:cubicBezTo>
                <a:cubicBezTo>
                  <a:pt x="9055" y="11177"/>
                  <a:pt x="8945" y="11051"/>
                  <a:pt x="8836" y="11051"/>
                </a:cubicBezTo>
                <a:cubicBezTo>
                  <a:pt x="8727" y="10800"/>
                  <a:pt x="8727" y="10549"/>
                  <a:pt x="8836" y="10298"/>
                </a:cubicBezTo>
                <a:cubicBezTo>
                  <a:pt x="11345" y="7409"/>
                  <a:pt x="11345" y="7409"/>
                  <a:pt x="11345" y="7409"/>
                </a:cubicBezTo>
                <a:lnTo>
                  <a:pt x="12764" y="9042"/>
                </a:lnTo>
                <a:close/>
                <a:moveTo>
                  <a:pt x="20727" y="19214"/>
                </a:moveTo>
                <a:cubicBezTo>
                  <a:pt x="16364" y="14191"/>
                  <a:pt x="15273" y="12809"/>
                  <a:pt x="15273" y="12809"/>
                </a:cubicBezTo>
                <a:cubicBezTo>
                  <a:pt x="15055" y="12684"/>
                  <a:pt x="14727" y="12684"/>
                  <a:pt x="14618" y="12809"/>
                </a:cubicBezTo>
                <a:cubicBezTo>
                  <a:pt x="14509" y="12935"/>
                  <a:pt x="14509" y="12935"/>
                  <a:pt x="14509" y="12935"/>
                </a:cubicBezTo>
                <a:cubicBezTo>
                  <a:pt x="14400" y="12684"/>
                  <a:pt x="14400" y="12684"/>
                  <a:pt x="14400" y="12684"/>
                </a:cubicBezTo>
                <a:cubicBezTo>
                  <a:pt x="15055" y="11428"/>
                  <a:pt x="15273" y="9921"/>
                  <a:pt x="14945" y="8540"/>
                </a:cubicBezTo>
                <a:cubicBezTo>
                  <a:pt x="14182" y="9544"/>
                  <a:pt x="14182" y="9544"/>
                  <a:pt x="14182" y="9544"/>
                </a:cubicBezTo>
                <a:cubicBezTo>
                  <a:pt x="14291" y="10674"/>
                  <a:pt x="13964" y="11805"/>
                  <a:pt x="13200" y="12684"/>
                </a:cubicBezTo>
                <a:cubicBezTo>
                  <a:pt x="11891" y="14191"/>
                  <a:pt x="9709" y="14191"/>
                  <a:pt x="8291" y="12684"/>
                </a:cubicBezTo>
                <a:cubicBezTo>
                  <a:pt x="6982" y="11177"/>
                  <a:pt x="6982" y="8665"/>
                  <a:pt x="8400" y="7158"/>
                </a:cubicBezTo>
                <a:cubicBezTo>
                  <a:pt x="9709" y="5526"/>
                  <a:pt x="11891" y="5651"/>
                  <a:pt x="13200" y="7158"/>
                </a:cubicBezTo>
                <a:cubicBezTo>
                  <a:pt x="13309" y="7284"/>
                  <a:pt x="13418" y="7409"/>
                  <a:pt x="13527" y="7535"/>
                </a:cubicBezTo>
                <a:cubicBezTo>
                  <a:pt x="14182" y="6781"/>
                  <a:pt x="14182" y="6781"/>
                  <a:pt x="14182" y="6781"/>
                </a:cubicBezTo>
                <a:cubicBezTo>
                  <a:pt x="14073" y="6656"/>
                  <a:pt x="13964" y="6530"/>
                  <a:pt x="13855" y="6405"/>
                </a:cubicBezTo>
                <a:cubicBezTo>
                  <a:pt x="12109" y="4395"/>
                  <a:pt x="9382" y="4395"/>
                  <a:pt x="7745" y="6405"/>
                </a:cubicBezTo>
                <a:cubicBezTo>
                  <a:pt x="6000" y="8288"/>
                  <a:pt x="6000" y="11553"/>
                  <a:pt x="7745" y="13437"/>
                </a:cubicBezTo>
                <a:cubicBezTo>
                  <a:pt x="9164" y="15195"/>
                  <a:pt x="11455" y="15321"/>
                  <a:pt x="13200" y="14065"/>
                </a:cubicBezTo>
                <a:cubicBezTo>
                  <a:pt x="13309" y="14316"/>
                  <a:pt x="13309" y="14316"/>
                  <a:pt x="13309" y="14316"/>
                </a:cubicBezTo>
                <a:cubicBezTo>
                  <a:pt x="13309" y="14316"/>
                  <a:pt x="13309" y="14316"/>
                  <a:pt x="13309" y="14316"/>
                </a:cubicBezTo>
                <a:cubicBezTo>
                  <a:pt x="13091" y="14567"/>
                  <a:pt x="13091" y="14819"/>
                  <a:pt x="13309" y="15070"/>
                </a:cubicBezTo>
                <a:cubicBezTo>
                  <a:pt x="17564" y="19967"/>
                  <a:pt x="18764" y="21349"/>
                  <a:pt x="18764" y="21349"/>
                </a:cubicBezTo>
                <a:cubicBezTo>
                  <a:pt x="18982" y="21600"/>
                  <a:pt x="19200" y="21600"/>
                  <a:pt x="19418" y="21349"/>
                </a:cubicBezTo>
                <a:cubicBezTo>
                  <a:pt x="19418" y="21349"/>
                  <a:pt x="19418" y="21349"/>
                  <a:pt x="19418" y="21349"/>
                </a:cubicBezTo>
                <a:cubicBezTo>
                  <a:pt x="19527" y="21349"/>
                  <a:pt x="19527" y="21349"/>
                  <a:pt x="19527" y="21349"/>
                </a:cubicBezTo>
                <a:cubicBezTo>
                  <a:pt x="19636" y="21474"/>
                  <a:pt x="19745" y="21474"/>
                  <a:pt x="19855" y="21349"/>
                </a:cubicBezTo>
                <a:cubicBezTo>
                  <a:pt x="20727" y="20470"/>
                  <a:pt x="20727" y="20470"/>
                  <a:pt x="20727" y="20470"/>
                </a:cubicBezTo>
                <a:cubicBezTo>
                  <a:pt x="20836" y="20344"/>
                  <a:pt x="20836" y="20093"/>
                  <a:pt x="20727" y="19967"/>
                </a:cubicBezTo>
                <a:cubicBezTo>
                  <a:pt x="20618" y="19967"/>
                  <a:pt x="20618" y="19967"/>
                  <a:pt x="20618" y="19967"/>
                </a:cubicBezTo>
                <a:cubicBezTo>
                  <a:pt x="20727" y="19842"/>
                  <a:pt x="20727" y="19842"/>
                  <a:pt x="20727" y="19842"/>
                </a:cubicBezTo>
                <a:cubicBezTo>
                  <a:pt x="20836" y="19716"/>
                  <a:pt x="20836" y="19340"/>
                  <a:pt x="20727" y="19214"/>
                </a:cubicBezTo>
                <a:close/>
                <a:moveTo>
                  <a:pt x="21600" y="1758"/>
                </a:moveTo>
                <a:cubicBezTo>
                  <a:pt x="21600" y="16577"/>
                  <a:pt x="21600" y="16577"/>
                  <a:pt x="21600" y="16577"/>
                </a:cubicBezTo>
                <a:cubicBezTo>
                  <a:pt x="21600" y="17330"/>
                  <a:pt x="21273" y="17833"/>
                  <a:pt x="20727" y="18209"/>
                </a:cubicBezTo>
                <a:cubicBezTo>
                  <a:pt x="18545" y="15698"/>
                  <a:pt x="18545" y="15698"/>
                  <a:pt x="18545" y="15698"/>
                </a:cubicBezTo>
                <a:cubicBezTo>
                  <a:pt x="20291" y="15698"/>
                  <a:pt x="20291" y="15698"/>
                  <a:pt x="20291" y="15698"/>
                </a:cubicBezTo>
                <a:cubicBezTo>
                  <a:pt x="20291" y="2512"/>
                  <a:pt x="20291" y="2512"/>
                  <a:pt x="20291" y="2512"/>
                </a:cubicBezTo>
                <a:cubicBezTo>
                  <a:pt x="1309" y="2512"/>
                  <a:pt x="1309" y="2512"/>
                  <a:pt x="1309" y="2512"/>
                </a:cubicBezTo>
                <a:cubicBezTo>
                  <a:pt x="1309" y="15698"/>
                  <a:pt x="1309" y="15698"/>
                  <a:pt x="1309" y="15698"/>
                </a:cubicBezTo>
                <a:cubicBezTo>
                  <a:pt x="12982" y="15698"/>
                  <a:pt x="12982" y="15698"/>
                  <a:pt x="12982" y="15698"/>
                </a:cubicBezTo>
                <a:cubicBezTo>
                  <a:pt x="15273" y="18335"/>
                  <a:pt x="15273" y="18335"/>
                  <a:pt x="15273" y="18335"/>
                </a:cubicBezTo>
                <a:cubicBezTo>
                  <a:pt x="1527" y="18335"/>
                  <a:pt x="1527" y="18335"/>
                  <a:pt x="1527" y="18335"/>
                </a:cubicBezTo>
                <a:cubicBezTo>
                  <a:pt x="764" y="18335"/>
                  <a:pt x="0" y="17581"/>
                  <a:pt x="0" y="16577"/>
                </a:cubicBezTo>
                <a:cubicBezTo>
                  <a:pt x="0" y="1758"/>
                  <a:pt x="0" y="1758"/>
                  <a:pt x="0" y="1758"/>
                </a:cubicBezTo>
                <a:cubicBezTo>
                  <a:pt x="0" y="879"/>
                  <a:pt x="764" y="0"/>
                  <a:pt x="1527" y="0"/>
                </a:cubicBezTo>
                <a:cubicBezTo>
                  <a:pt x="20073" y="0"/>
                  <a:pt x="20073" y="0"/>
                  <a:pt x="20073" y="0"/>
                </a:cubicBezTo>
                <a:cubicBezTo>
                  <a:pt x="20945" y="0"/>
                  <a:pt x="21600" y="879"/>
                  <a:pt x="21600" y="1758"/>
                </a:cubicBezTo>
                <a:close/>
                <a:moveTo>
                  <a:pt x="1855" y="1507"/>
                </a:moveTo>
                <a:cubicBezTo>
                  <a:pt x="1855" y="1758"/>
                  <a:pt x="2073" y="2009"/>
                  <a:pt x="2400" y="2009"/>
                </a:cubicBezTo>
                <a:cubicBezTo>
                  <a:pt x="2618" y="2009"/>
                  <a:pt x="2836" y="1758"/>
                  <a:pt x="2836" y="1507"/>
                </a:cubicBezTo>
                <a:cubicBezTo>
                  <a:pt x="2836" y="1256"/>
                  <a:pt x="2618" y="1005"/>
                  <a:pt x="2400" y="1005"/>
                </a:cubicBezTo>
                <a:cubicBezTo>
                  <a:pt x="2073" y="1005"/>
                  <a:pt x="1855" y="1256"/>
                  <a:pt x="1855" y="1507"/>
                </a:cubicBezTo>
                <a:close/>
                <a:moveTo>
                  <a:pt x="3600" y="1507"/>
                </a:moveTo>
                <a:cubicBezTo>
                  <a:pt x="3600" y="1758"/>
                  <a:pt x="3818" y="2009"/>
                  <a:pt x="4036" y="2009"/>
                </a:cubicBezTo>
                <a:cubicBezTo>
                  <a:pt x="4255" y="2009"/>
                  <a:pt x="4473" y="1758"/>
                  <a:pt x="4473" y="1507"/>
                </a:cubicBezTo>
                <a:cubicBezTo>
                  <a:pt x="4473" y="1256"/>
                  <a:pt x="4255" y="1005"/>
                  <a:pt x="4036" y="1005"/>
                </a:cubicBezTo>
                <a:cubicBezTo>
                  <a:pt x="3818" y="1005"/>
                  <a:pt x="3600" y="1256"/>
                  <a:pt x="3600" y="1507"/>
                </a:cubicBezTo>
                <a:close/>
                <a:moveTo>
                  <a:pt x="5236" y="1507"/>
                </a:moveTo>
                <a:cubicBezTo>
                  <a:pt x="5236" y="1758"/>
                  <a:pt x="5455" y="2009"/>
                  <a:pt x="5673" y="2009"/>
                </a:cubicBezTo>
                <a:cubicBezTo>
                  <a:pt x="6000" y="2009"/>
                  <a:pt x="6218" y="1758"/>
                  <a:pt x="6218" y="1507"/>
                </a:cubicBezTo>
                <a:cubicBezTo>
                  <a:pt x="6218" y="1256"/>
                  <a:pt x="6000" y="1005"/>
                  <a:pt x="5673" y="1005"/>
                </a:cubicBezTo>
                <a:cubicBezTo>
                  <a:pt x="5455" y="1005"/>
                  <a:pt x="5236" y="1256"/>
                  <a:pt x="5236" y="1507"/>
                </a:cubicBez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20" name="Freeform 7"/>
          <p:cNvSpPr/>
          <p:nvPr>
            <p:custDataLst>
              <p:tags r:id="rId19"/>
            </p:custDataLst>
          </p:nvPr>
        </p:nvSpPr>
        <p:spPr>
          <a:xfrm>
            <a:off x="4959985" y="4343400"/>
            <a:ext cx="354330" cy="358775"/>
          </a:xfrm>
          <a:custGeom>
            <a:avLst/>
            <a:gdLst/>
            <a:ahLst/>
            <a:cxnLst>
              <a:cxn ang="0">
                <a:pos x="wd2" y="hd2"/>
              </a:cxn>
              <a:cxn ang="5400000">
                <a:pos x="wd2" y="hd2"/>
              </a:cxn>
              <a:cxn ang="10800000">
                <a:pos x="wd2" y="hd2"/>
              </a:cxn>
              <a:cxn ang="16200000">
                <a:pos x="wd2" y="hd2"/>
              </a:cxn>
            </a:cxnLst>
            <a:rect l="0" t="0" r="r" b="b"/>
            <a:pathLst>
              <a:path w="21600" h="21600" extrusionOk="0">
                <a:moveTo>
                  <a:pt x="21600" y="4959"/>
                </a:moveTo>
                <a:cubicBezTo>
                  <a:pt x="21600" y="7714"/>
                  <a:pt x="19373" y="10029"/>
                  <a:pt x="16478" y="10029"/>
                </a:cubicBezTo>
                <a:cubicBezTo>
                  <a:pt x="15476" y="10029"/>
                  <a:pt x="14586" y="9698"/>
                  <a:pt x="13806" y="9257"/>
                </a:cubicBezTo>
                <a:cubicBezTo>
                  <a:pt x="11468" y="10910"/>
                  <a:pt x="11468" y="10910"/>
                  <a:pt x="11468" y="10910"/>
                </a:cubicBezTo>
                <a:cubicBezTo>
                  <a:pt x="12581" y="8045"/>
                  <a:pt x="12581" y="8045"/>
                  <a:pt x="12581" y="8045"/>
                </a:cubicBezTo>
                <a:cubicBezTo>
                  <a:pt x="11802" y="7273"/>
                  <a:pt x="11468" y="6171"/>
                  <a:pt x="11468" y="4959"/>
                </a:cubicBezTo>
                <a:cubicBezTo>
                  <a:pt x="11468" y="2204"/>
                  <a:pt x="13695" y="0"/>
                  <a:pt x="16478" y="0"/>
                </a:cubicBezTo>
                <a:cubicBezTo>
                  <a:pt x="19373" y="0"/>
                  <a:pt x="21600" y="2204"/>
                  <a:pt x="21600" y="4959"/>
                </a:cubicBezTo>
                <a:close/>
                <a:moveTo>
                  <a:pt x="17369" y="20057"/>
                </a:moveTo>
                <a:cubicBezTo>
                  <a:pt x="1336" y="20057"/>
                  <a:pt x="1336" y="20057"/>
                  <a:pt x="1336" y="20057"/>
                </a:cubicBezTo>
                <a:cubicBezTo>
                  <a:pt x="1336" y="7494"/>
                  <a:pt x="1336" y="7494"/>
                  <a:pt x="1336" y="7494"/>
                </a:cubicBezTo>
                <a:cubicBezTo>
                  <a:pt x="11023" y="7494"/>
                  <a:pt x="11023" y="7494"/>
                  <a:pt x="11023" y="7494"/>
                </a:cubicBezTo>
                <a:cubicBezTo>
                  <a:pt x="10800" y="7053"/>
                  <a:pt x="10689" y="6612"/>
                  <a:pt x="10577" y="6061"/>
                </a:cubicBezTo>
                <a:cubicBezTo>
                  <a:pt x="1670" y="6061"/>
                  <a:pt x="1670" y="6061"/>
                  <a:pt x="1670" y="6061"/>
                </a:cubicBezTo>
                <a:cubicBezTo>
                  <a:pt x="779" y="6061"/>
                  <a:pt x="0" y="6833"/>
                  <a:pt x="0" y="7714"/>
                </a:cubicBezTo>
                <a:cubicBezTo>
                  <a:pt x="0" y="19947"/>
                  <a:pt x="0" y="19947"/>
                  <a:pt x="0" y="19947"/>
                </a:cubicBezTo>
                <a:cubicBezTo>
                  <a:pt x="0" y="20829"/>
                  <a:pt x="779" y="21600"/>
                  <a:pt x="1670" y="21600"/>
                </a:cubicBezTo>
                <a:cubicBezTo>
                  <a:pt x="17146" y="21600"/>
                  <a:pt x="17146" y="21600"/>
                  <a:pt x="17146" y="21600"/>
                </a:cubicBezTo>
                <a:cubicBezTo>
                  <a:pt x="18037" y="21600"/>
                  <a:pt x="18705" y="20829"/>
                  <a:pt x="18705" y="19947"/>
                </a:cubicBezTo>
                <a:cubicBezTo>
                  <a:pt x="18705" y="10469"/>
                  <a:pt x="18705" y="10469"/>
                  <a:pt x="18705" y="10469"/>
                </a:cubicBezTo>
                <a:cubicBezTo>
                  <a:pt x="18371" y="10690"/>
                  <a:pt x="17926" y="10800"/>
                  <a:pt x="17369" y="10910"/>
                </a:cubicBezTo>
                <a:lnTo>
                  <a:pt x="17369" y="20057"/>
                </a:lnTo>
                <a:close/>
                <a:moveTo>
                  <a:pt x="12136" y="10910"/>
                </a:moveTo>
                <a:cubicBezTo>
                  <a:pt x="12136" y="18735"/>
                  <a:pt x="12136" y="18735"/>
                  <a:pt x="12136" y="18735"/>
                </a:cubicBezTo>
                <a:cubicBezTo>
                  <a:pt x="14808" y="18735"/>
                  <a:pt x="14808" y="18735"/>
                  <a:pt x="14808" y="18735"/>
                </a:cubicBezTo>
                <a:cubicBezTo>
                  <a:pt x="14808" y="10910"/>
                  <a:pt x="14808" y="10910"/>
                  <a:pt x="14808" y="10910"/>
                </a:cubicBezTo>
                <a:lnTo>
                  <a:pt x="12136" y="10910"/>
                </a:lnTo>
                <a:close/>
                <a:moveTo>
                  <a:pt x="10689" y="18735"/>
                </a:moveTo>
                <a:cubicBezTo>
                  <a:pt x="10689" y="13004"/>
                  <a:pt x="10689" y="13004"/>
                  <a:pt x="10689" y="13004"/>
                </a:cubicBezTo>
                <a:cubicBezTo>
                  <a:pt x="8016" y="13004"/>
                  <a:pt x="8016" y="13004"/>
                  <a:pt x="8016" y="13004"/>
                </a:cubicBezTo>
                <a:cubicBezTo>
                  <a:pt x="8016" y="18735"/>
                  <a:pt x="8016" y="18735"/>
                  <a:pt x="8016" y="18735"/>
                </a:cubicBezTo>
                <a:lnTo>
                  <a:pt x="10689" y="18735"/>
                </a:lnTo>
                <a:close/>
                <a:moveTo>
                  <a:pt x="6680" y="18735"/>
                </a:moveTo>
                <a:cubicBezTo>
                  <a:pt x="6680" y="14988"/>
                  <a:pt x="6680" y="14988"/>
                  <a:pt x="6680" y="14988"/>
                </a:cubicBezTo>
                <a:cubicBezTo>
                  <a:pt x="4008" y="14988"/>
                  <a:pt x="4008" y="14988"/>
                  <a:pt x="4008" y="14988"/>
                </a:cubicBezTo>
                <a:cubicBezTo>
                  <a:pt x="4008" y="18735"/>
                  <a:pt x="4008" y="18735"/>
                  <a:pt x="4008" y="18735"/>
                </a:cubicBezTo>
                <a:lnTo>
                  <a:pt x="6680" y="18735"/>
                </a:ln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21" name="Freeform 20"/>
          <p:cNvSpPr/>
          <p:nvPr>
            <p:custDataLst>
              <p:tags r:id="rId20"/>
            </p:custDataLst>
          </p:nvPr>
        </p:nvSpPr>
        <p:spPr>
          <a:xfrm>
            <a:off x="6894195" y="2584450"/>
            <a:ext cx="320675" cy="322580"/>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22" name="Freeform 21"/>
          <p:cNvSpPr/>
          <p:nvPr>
            <p:custDataLst>
              <p:tags r:id="rId21"/>
            </p:custDataLst>
          </p:nvPr>
        </p:nvSpPr>
        <p:spPr>
          <a:xfrm>
            <a:off x="6875145" y="4389755"/>
            <a:ext cx="358775" cy="266700"/>
          </a:xfrm>
          <a:custGeom>
            <a:avLst/>
            <a:gdLst/>
            <a:ahLst/>
            <a:cxnLst>
              <a:cxn ang="0">
                <a:pos x="wd2" y="hd2"/>
              </a:cxn>
              <a:cxn ang="5400000">
                <a:pos x="wd2" y="hd2"/>
              </a:cxn>
              <a:cxn ang="10800000">
                <a:pos x="wd2" y="hd2"/>
              </a:cxn>
              <a:cxn ang="16200000">
                <a:pos x="wd2" y="hd2"/>
              </a:cxn>
            </a:cxnLst>
            <a:rect l="0" t="0" r="r" b="b"/>
            <a:pathLst>
              <a:path w="21600" h="21600" extrusionOk="0">
                <a:moveTo>
                  <a:pt x="20065" y="0"/>
                </a:moveTo>
                <a:cubicBezTo>
                  <a:pt x="1535" y="0"/>
                  <a:pt x="1535" y="0"/>
                  <a:pt x="1535" y="0"/>
                </a:cubicBezTo>
                <a:cubicBezTo>
                  <a:pt x="658" y="0"/>
                  <a:pt x="0" y="1036"/>
                  <a:pt x="0" y="2071"/>
                </a:cubicBezTo>
                <a:cubicBezTo>
                  <a:pt x="0" y="19529"/>
                  <a:pt x="0" y="19529"/>
                  <a:pt x="0" y="19529"/>
                </a:cubicBezTo>
                <a:cubicBezTo>
                  <a:pt x="0" y="20712"/>
                  <a:pt x="658" y="21600"/>
                  <a:pt x="1535" y="21600"/>
                </a:cubicBezTo>
                <a:cubicBezTo>
                  <a:pt x="20065" y="21600"/>
                  <a:pt x="20065" y="21600"/>
                  <a:pt x="20065" y="21600"/>
                </a:cubicBezTo>
                <a:cubicBezTo>
                  <a:pt x="20942" y="21600"/>
                  <a:pt x="21600" y="20712"/>
                  <a:pt x="21600" y="19529"/>
                </a:cubicBezTo>
                <a:cubicBezTo>
                  <a:pt x="21600" y="2071"/>
                  <a:pt x="21600" y="2071"/>
                  <a:pt x="21600" y="2071"/>
                </a:cubicBezTo>
                <a:cubicBezTo>
                  <a:pt x="21600" y="1036"/>
                  <a:pt x="20942" y="0"/>
                  <a:pt x="20065" y="0"/>
                </a:cubicBezTo>
                <a:close/>
                <a:moveTo>
                  <a:pt x="5702" y="1184"/>
                </a:moveTo>
                <a:cubicBezTo>
                  <a:pt x="5921" y="1184"/>
                  <a:pt x="6140" y="1479"/>
                  <a:pt x="6140" y="1775"/>
                </a:cubicBezTo>
                <a:cubicBezTo>
                  <a:pt x="6140" y="2219"/>
                  <a:pt x="5921" y="2515"/>
                  <a:pt x="5702" y="2515"/>
                </a:cubicBezTo>
                <a:cubicBezTo>
                  <a:pt x="5373" y="2515"/>
                  <a:pt x="5153" y="2219"/>
                  <a:pt x="5153" y="1775"/>
                </a:cubicBezTo>
                <a:cubicBezTo>
                  <a:pt x="5153" y="1479"/>
                  <a:pt x="5373" y="1184"/>
                  <a:pt x="5702" y="1184"/>
                </a:cubicBezTo>
                <a:close/>
                <a:moveTo>
                  <a:pt x="4057" y="1184"/>
                </a:moveTo>
                <a:cubicBezTo>
                  <a:pt x="4276" y="1184"/>
                  <a:pt x="4495" y="1479"/>
                  <a:pt x="4495" y="1775"/>
                </a:cubicBezTo>
                <a:cubicBezTo>
                  <a:pt x="4495" y="2219"/>
                  <a:pt x="4276" y="2515"/>
                  <a:pt x="4057" y="2515"/>
                </a:cubicBezTo>
                <a:cubicBezTo>
                  <a:pt x="3728" y="2515"/>
                  <a:pt x="3509" y="2219"/>
                  <a:pt x="3509" y="1775"/>
                </a:cubicBezTo>
                <a:cubicBezTo>
                  <a:pt x="3509" y="1479"/>
                  <a:pt x="3728" y="1184"/>
                  <a:pt x="4057" y="1184"/>
                </a:cubicBezTo>
                <a:close/>
                <a:moveTo>
                  <a:pt x="2303" y="1184"/>
                </a:moveTo>
                <a:cubicBezTo>
                  <a:pt x="2631" y="1184"/>
                  <a:pt x="2851" y="1479"/>
                  <a:pt x="2851" y="1775"/>
                </a:cubicBezTo>
                <a:cubicBezTo>
                  <a:pt x="2851" y="2219"/>
                  <a:pt x="2631" y="2515"/>
                  <a:pt x="2303" y="2515"/>
                </a:cubicBezTo>
                <a:cubicBezTo>
                  <a:pt x="2083" y="2515"/>
                  <a:pt x="1864" y="2219"/>
                  <a:pt x="1864" y="1775"/>
                </a:cubicBezTo>
                <a:cubicBezTo>
                  <a:pt x="1864" y="1479"/>
                  <a:pt x="2083" y="1184"/>
                  <a:pt x="2303" y="1184"/>
                </a:cubicBezTo>
                <a:close/>
                <a:moveTo>
                  <a:pt x="20284" y="18493"/>
                </a:moveTo>
                <a:cubicBezTo>
                  <a:pt x="1316" y="18493"/>
                  <a:pt x="1316" y="18493"/>
                  <a:pt x="1316" y="18493"/>
                </a:cubicBezTo>
                <a:cubicBezTo>
                  <a:pt x="1316" y="2959"/>
                  <a:pt x="1316" y="2959"/>
                  <a:pt x="1316" y="2959"/>
                </a:cubicBezTo>
                <a:cubicBezTo>
                  <a:pt x="20284" y="2959"/>
                  <a:pt x="20284" y="2959"/>
                  <a:pt x="20284" y="2959"/>
                </a:cubicBezTo>
                <a:lnTo>
                  <a:pt x="20284" y="18493"/>
                </a:lnTo>
                <a:close/>
                <a:moveTo>
                  <a:pt x="9210" y="6953"/>
                </a:moveTo>
                <a:cubicBezTo>
                  <a:pt x="9210" y="5770"/>
                  <a:pt x="9868" y="4882"/>
                  <a:pt x="10855" y="4882"/>
                </a:cubicBezTo>
                <a:cubicBezTo>
                  <a:pt x="11622" y="4882"/>
                  <a:pt x="12390" y="5770"/>
                  <a:pt x="12390" y="6953"/>
                </a:cubicBezTo>
                <a:cubicBezTo>
                  <a:pt x="12390" y="8137"/>
                  <a:pt x="11622" y="9025"/>
                  <a:pt x="10855" y="9025"/>
                </a:cubicBezTo>
                <a:cubicBezTo>
                  <a:pt x="9868" y="9025"/>
                  <a:pt x="9210" y="8137"/>
                  <a:pt x="9210" y="6953"/>
                </a:cubicBezTo>
                <a:close/>
                <a:moveTo>
                  <a:pt x="8223" y="13463"/>
                </a:moveTo>
                <a:cubicBezTo>
                  <a:pt x="8114" y="12871"/>
                  <a:pt x="8004" y="10060"/>
                  <a:pt x="8004" y="10060"/>
                </a:cubicBezTo>
                <a:cubicBezTo>
                  <a:pt x="8004" y="10060"/>
                  <a:pt x="8552" y="9764"/>
                  <a:pt x="9539" y="9616"/>
                </a:cubicBezTo>
                <a:cubicBezTo>
                  <a:pt x="9758" y="9616"/>
                  <a:pt x="10197" y="9321"/>
                  <a:pt x="10855" y="9321"/>
                </a:cubicBezTo>
                <a:cubicBezTo>
                  <a:pt x="11403" y="9321"/>
                  <a:pt x="11842" y="9616"/>
                  <a:pt x="11951" y="9616"/>
                </a:cubicBezTo>
                <a:cubicBezTo>
                  <a:pt x="13048" y="9764"/>
                  <a:pt x="13596" y="10060"/>
                  <a:pt x="13596" y="10060"/>
                </a:cubicBezTo>
                <a:cubicBezTo>
                  <a:pt x="13596" y="10060"/>
                  <a:pt x="13486" y="12871"/>
                  <a:pt x="13267" y="13463"/>
                </a:cubicBezTo>
                <a:cubicBezTo>
                  <a:pt x="13157" y="14055"/>
                  <a:pt x="12609" y="14351"/>
                  <a:pt x="12609" y="14942"/>
                </a:cubicBezTo>
                <a:cubicBezTo>
                  <a:pt x="12609" y="16570"/>
                  <a:pt x="12609" y="16570"/>
                  <a:pt x="12609" y="16570"/>
                </a:cubicBezTo>
                <a:cubicBezTo>
                  <a:pt x="12609" y="16570"/>
                  <a:pt x="11732" y="16866"/>
                  <a:pt x="10855" y="16866"/>
                </a:cubicBezTo>
                <a:cubicBezTo>
                  <a:pt x="9868" y="16866"/>
                  <a:pt x="8991" y="16570"/>
                  <a:pt x="8991" y="16570"/>
                </a:cubicBezTo>
                <a:cubicBezTo>
                  <a:pt x="8991" y="14942"/>
                  <a:pt x="8991" y="14942"/>
                  <a:pt x="8991" y="14942"/>
                </a:cubicBezTo>
                <a:cubicBezTo>
                  <a:pt x="8991" y="14351"/>
                  <a:pt x="8443" y="14055"/>
                  <a:pt x="8223" y="13463"/>
                </a:cubicBez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847" name="îṥļîḑé-文本框 21"/>
          <p:cNvSpPr txBox="1"/>
          <p:nvPr/>
        </p:nvSpPr>
        <p:spPr>
          <a:xfrm>
            <a:off x="5698490" y="3260090"/>
            <a:ext cx="789940" cy="725805"/>
          </a:xfrm>
          <a:prstGeom prst="rect">
            <a:avLst/>
          </a:prstGeom>
          <a:ln w="12700">
            <a:miter lim="400000"/>
          </a:ln>
        </p:spPr>
        <p:txBody>
          <a:bodyPr wrap="none" lIns="45718" tIns="45718" rIns="45718" bIns="45718" anchor="ctr">
            <a:normAutofit/>
          </a:bodyPr>
          <a:lstStyle>
            <a:lvl1pPr algn="ctr">
              <a:defRPr b="1">
                <a:solidFill>
                  <a:srgbClr val="404040"/>
                </a:solidFill>
                <a:latin typeface="zihun105hao-jianyahei"/>
                <a:ea typeface="zihun105hao-jianyahei"/>
                <a:cs typeface="zihun105hao-jianyahei"/>
                <a:sym typeface="zihun105hao-jianyahei"/>
              </a:defRPr>
            </a:lvl1pPr>
          </a:lstStyle>
          <a:p>
            <a:r>
              <a:rPr>
                <a:solidFill>
                  <a:srgbClr val="0E0E0E"/>
                </a:solidFill>
                <a:latin typeface="微软雅黑" panose="020B0503020204020204" charset="-122"/>
                <a:ea typeface="微软雅黑" panose="020B0503020204020204" charset="-122"/>
              </a:rPr>
              <a:t>关键词</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 name="矩形 30"/>
          <p:cNvSpPr/>
          <p:nvPr/>
        </p:nvSpPr>
        <p:spPr>
          <a:xfrm>
            <a:off x="0" y="1334135"/>
            <a:ext cx="12192000" cy="4815205"/>
          </a:xfrm>
          <a:prstGeom prst="rect">
            <a:avLst/>
          </a:pr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649"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99" name="饼形 98"/>
          <p:cNvSpPr/>
          <p:nvPr>
            <p:custDataLst>
              <p:tags r:id="rId1"/>
            </p:custDataLst>
          </p:nvPr>
        </p:nvSpPr>
        <p:spPr>
          <a:xfrm rot="3600000">
            <a:off x="4268470" y="1889760"/>
            <a:ext cx="3391535" cy="3390900"/>
          </a:xfrm>
          <a:prstGeom prst="pie">
            <a:avLst>
              <a:gd name="adj1" fmla="val 10778284"/>
              <a:gd name="adj2" fmla="val 14378552"/>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饼形 99"/>
          <p:cNvSpPr/>
          <p:nvPr>
            <p:custDataLst>
              <p:tags r:id="rId2"/>
            </p:custDataLst>
          </p:nvPr>
        </p:nvSpPr>
        <p:spPr>
          <a:xfrm rot="7200000">
            <a:off x="4330065" y="1918970"/>
            <a:ext cx="3391535" cy="3390900"/>
          </a:xfrm>
          <a:prstGeom prst="pie">
            <a:avLst>
              <a:gd name="adj1" fmla="val 10778284"/>
              <a:gd name="adj2" fmla="val 14378552"/>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饼形 100"/>
          <p:cNvSpPr/>
          <p:nvPr>
            <p:custDataLst>
              <p:tags r:id="rId3"/>
            </p:custDataLst>
          </p:nvPr>
        </p:nvSpPr>
        <p:spPr>
          <a:xfrm rot="14400000">
            <a:off x="4271010" y="2019935"/>
            <a:ext cx="3391535" cy="3390900"/>
          </a:xfrm>
          <a:prstGeom prst="pie">
            <a:avLst>
              <a:gd name="adj1" fmla="val 10778284"/>
              <a:gd name="adj2" fmla="val 14378552"/>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饼形 101"/>
          <p:cNvSpPr/>
          <p:nvPr>
            <p:custDataLst>
              <p:tags r:id="rId4"/>
            </p:custDataLst>
          </p:nvPr>
        </p:nvSpPr>
        <p:spPr>
          <a:xfrm rot="18000000">
            <a:off x="4210050" y="1985645"/>
            <a:ext cx="3391535" cy="3390900"/>
          </a:xfrm>
          <a:prstGeom prst="pie">
            <a:avLst>
              <a:gd name="adj1" fmla="val 10778284"/>
              <a:gd name="adj2" fmla="val 14378552"/>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饼形 107"/>
          <p:cNvSpPr/>
          <p:nvPr>
            <p:custDataLst>
              <p:tags r:id="rId5"/>
            </p:custDataLst>
          </p:nvPr>
        </p:nvSpPr>
        <p:spPr>
          <a:xfrm>
            <a:off x="4210685" y="1920240"/>
            <a:ext cx="3390900" cy="3391535"/>
          </a:xfrm>
          <a:prstGeom prst="pie">
            <a:avLst>
              <a:gd name="adj1" fmla="val 10778284"/>
              <a:gd name="adj2" fmla="val 14378552"/>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饼形 108"/>
          <p:cNvSpPr/>
          <p:nvPr>
            <p:custDataLst>
              <p:tags r:id="rId6"/>
            </p:custDataLst>
          </p:nvPr>
        </p:nvSpPr>
        <p:spPr>
          <a:xfrm rot="10800000">
            <a:off x="4330065" y="1972945"/>
            <a:ext cx="3390900" cy="3391535"/>
          </a:xfrm>
          <a:prstGeom prst="pie">
            <a:avLst>
              <a:gd name="adj1" fmla="val 10778284"/>
              <a:gd name="adj2" fmla="val 14378552"/>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弧 50"/>
          <p:cNvSpPr/>
          <p:nvPr>
            <p:custDataLst>
              <p:tags r:id="rId7"/>
            </p:custDataLst>
          </p:nvPr>
        </p:nvSpPr>
        <p:spPr>
          <a:xfrm rot="3600000">
            <a:off x="4318000" y="1950085"/>
            <a:ext cx="3413760" cy="3413760"/>
          </a:xfrm>
          <a:prstGeom prst="arc">
            <a:avLst>
              <a:gd name="adj1" fmla="val 18009186"/>
              <a:gd name="adj2" fmla="val 0"/>
            </a:avLst>
          </a:prstGeom>
          <a:ln w="25400">
            <a:gradFill>
              <a:gsLst>
                <a:gs pos="100000">
                  <a:srgbClr val="53C800"/>
                </a:gs>
                <a:gs pos="2000">
                  <a:srgbClr val="53C800">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4" name="弧 52"/>
          <p:cNvSpPr/>
          <p:nvPr>
            <p:custDataLst>
              <p:tags r:id="rId8"/>
            </p:custDataLst>
          </p:nvPr>
        </p:nvSpPr>
        <p:spPr>
          <a:xfrm rot="7200000">
            <a:off x="4275455" y="2004695"/>
            <a:ext cx="3413760" cy="3413760"/>
          </a:xfrm>
          <a:prstGeom prst="arc">
            <a:avLst>
              <a:gd name="adj1" fmla="val 18009186"/>
              <a:gd name="adj2" fmla="val 0"/>
            </a:avLst>
          </a:prstGeom>
          <a:ln w="25400">
            <a:gradFill>
              <a:gsLst>
                <a:gs pos="100000">
                  <a:srgbClr val="53C800"/>
                </a:gs>
                <a:gs pos="2000">
                  <a:srgbClr val="53C800">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5" name="弧 55"/>
          <p:cNvSpPr/>
          <p:nvPr>
            <p:custDataLst>
              <p:tags r:id="rId9"/>
            </p:custDataLst>
          </p:nvPr>
        </p:nvSpPr>
        <p:spPr>
          <a:xfrm rot="14400000">
            <a:off x="4195445" y="1924050"/>
            <a:ext cx="3413760" cy="3413760"/>
          </a:xfrm>
          <a:prstGeom prst="arc">
            <a:avLst>
              <a:gd name="adj1" fmla="val 18009186"/>
              <a:gd name="adj2" fmla="val 0"/>
            </a:avLst>
          </a:prstGeom>
          <a:ln w="25400">
            <a:gradFill>
              <a:gsLst>
                <a:gs pos="100000">
                  <a:srgbClr val="53C800"/>
                </a:gs>
                <a:gs pos="2000">
                  <a:srgbClr val="53C800">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06" name="弧 57"/>
          <p:cNvSpPr/>
          <p:nvPr>
            <p:custDataLst>
              <p:tags r:id="rId10"/>
            </p:custDataLst>
          </p:nvPr>
        </p:nvSpPr>
        <p:spPr>
          <a:xfrm rot="18000000">
            <a:off x="4245610" y="1882775"/>
            <a:ext cx="3413760" cy="3413760"/>
          </a:xfrm>
          <a:prstGeom prst="arc">
            <a:avLst>
              <a:gd name="adj1" fmla="val 18009186"/>
              <a:gd name="adj2" fmla="val 0"/>
            </a:avLst>
          </a:prstGeom>
          <a:ln w="25400">
            <a:gradFill>
              <a:gsLst>
                <a:gs pos="100000">
                  <a:srgbClr val="53C800"/>
                </a:gs>
                <a:gs pos="2000">
                  <a:srgbClr val="53C800">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1" name="弧 14"/>
          <p:cNvSpPr/>
          <p:nvPr>
            <p:custDataLst>
              <p:tags r:id="rId11"/>
            </p:custDataLst>
          </p:nvPr>
        </p:nvSpPr>
        <p:spPr>
          <a:xfrm>
            <a:off x="4306570" y="1898015"/>
            <a:ext cx="3413125" cy="3413760"/>
          </a:xfrm>
          <a:prstGeom prst="arc">
            <a:avLst>
              <a:gd name="adj1" fmla="val 18009186"/>
              <a:gd name="adj2" fmla="val 0"/>
            </a:avLst>
          </a:prstGeom>
          <a:ln w="25400">
            <a:gradFill>
              <a:gsLst>
                <a:gs pos="100000">
                  <a:srgbClr val="53C800"/>
                </a:gs>
                <a:gs pos="2000">
                  <a:srgbClr val="53C800">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2" name="椭圆 111"/>
          <p:cNvSpPr/>
          <p:nvPr>
            <p:custDataLst>
              <p:tags r:id="rId12"/>
            </p:custDataLst>
          </p:nvPr>
        </p:nvSpPr>
        <p:spPr>
          <a:xfrm>
            <a:off x="5186680" y="2831465"/>
            <a:ext cx="1579880" cy="1579880"/>
          </a:xfrm>
          <a:prstGeom prst="ellipse">
            <a:avLst/>
          </a:prstGeom>
          <a:solidFill>
            <a:srgbClr val="006CD9"/>
          </a:solidFill>
          <a:ln w="9525">
            <a:gradFill>
              <a:gsLst>
                <a:gs pos="30000">
                  <a:schemeClr val="accent1">
                    <a:alpha val="0"/>
                  </a:schemeClr>
                </a:gs>
                <a:gs pos="100000">
                  <a:schemeClr val="accent1"/>
                </a:gs>
              </a:gsLst>
              <a:lin ang="5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POSans R" panose="00020600040101010101" pitchFamily="18" charset="-122"/>
              <a:ea typeface="OPPOSans R" panose="00020600040101010101" pitchFamily="18" charset="-122"/>
            </a:endParaRPr>
          </a:p>
        </p:txBody>
      </p:sp>
      <p:sp>
        <p:nvSpPr>
          <p:cNvPr id="113" name="三角形 51"/>
          <p:cNvSpPr/>
          <p:nvPr>
            <p:custDataLst>
              <p:tags r:id="rId13"/>
            </p:custDataLst>
          </p:nvPr>
        </p:nvSpPr>
        <p:spPr>
          <a:xfrm rot="14400000">
            <a:off x="6837680" y="5095240"/>
            <a:ext cx="109855" cy="74930"/>
          </a:xfrm>
          <a:prstGeom prst="triangle">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14" name="弧 53"/>
          <p:cNvSpPr/>
          <p:nvPr>
            <p:custDataLst>
              <p:tags r:id="rId14"/>
            </p:custDataLst>
          </p:nvPr>
        </p:nvSpPr>
        <p:spPr>
          <a:xfrm rot="10800000">
            <a:off x="4210685" y="1984375"/>
            <a:ext cx="3413125" cy="3413760"/>
          </a:xfrm>
          <a:prstGeom prst="arc">
            <a:avLst>
              <a:gd name="adj1" fmla="val 18009186"/>
              <a:gd name="adj2" fmla="val 0"/>
            </a:avLst>
          </a:prstGeom>
          <a:ln w="25400">
            <a:gradFill>
              <a:gsLst>
                <a:gs pos="100000">
                  <a:srgbClr val="53C800"/>
                </a:gs>
                <a:gs pos="2000">
                  <a:srgbClr val="53C800">
                    <a:alpha val="0"/>
                  </a:srgb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115" name="三角形 58"/>
          <p:cNvSpPr/>
          <p:nvPr>
            <p:custDataLst>
              <p:tags r:id="rId15"/>
            </p:custDataLst>
          </p:nvPr>
        </p:nvSpPr>
        <p:spPr>
          <a:xfrm>
            <a:off x="4158615" y="3681095"/>
            <a:ext cx="109855" cy="74930"/>
          </a:xfrm>
          <a:prstGeom prst="triangle">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16" name="三角形 59"/>
          <p:cNvSpPr/>
          <p:nvPr>
            <p:custDataLst>
              <p:tags r:id="rId16"/>
            </p:custDataLst>
          </p:nvPr>
        </p:nvSpPr>
        <p:spPr>
          <a:xfrm rot="18000000">
            <a:off x="5090160" y="5167630"/>
            <a:ext cx="109855" cy="74930"/>
          </a:xfrm>
          <a:prstGeom prst="triangle">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17" name="三角形 60"/>
          <p:cNvSpPr/>
          <p:nvPr>
            <p:custDataLst>
              <p:tags r:id="rId17"/>
            </p:custDataLst>
          </p:nvPr>
        </p:nvSpPr>
        <p:spPr>
          <a:xfrm rot="3600000">
            <a:off x="4970145" y="2130425"/>
            <a:ext cx="109855" cy="74930"/>
          </a:xfrm>
          <a:prstGeom prst="triangle">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118" name="三角形 61"/>
          <p:cNvSpPr/>
          <p:nvPr>
            <p:custDataLst>
              <p:tags r:id="rId18"/>
            </p:custDataLst>
          </p:nvPr>
        </p:nvSpPr>
        <p:spPr>
          <a:xfrm rot="7200000">
            <a:off x="6729730" y="2059305"/>
            <a:ext cx="109855" cy="74930"/>
          </a:xfrm>
          <a:prstGeom prst="triangle">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grpSp>
        <p:nvGrpSpPr>
          <p:cNvPr id="119" name="组合 118"/>
          <p:cNvGrpSpPr/>
          <p:nvPr>
            <p:custDataLst>
              <p:tags r:id="rId19"/>
            </p:custDataLst>
          </p:nvPr>
        </p:nvGrpSpPr>
        <p:grpSpPr>
          <a:xfrm>
            <a:off x="-115570" y="2243455"/>
            <a:ext cx="4082415" cy="2800985"/>
            <a:chOff x="-436" y="3533"/>
            <a:chExt cx="6429" cy="4411"/>
          </a:xfrm>
        </p:grpSpPr>
        <p:sp>
          <p:nvSpPr>
            <p:cNvPr id="120" name="矩形 26"/>
            <p:cNvSpPr txBox="1"/>
            <p:nvPr>
              <p:custDataLst>
                <p:tags r:id="rId28"/>
              </p:custDataLst>
            </p:nvPr>
          </p:nvSpPr>
          <p:spPr>
            <a:xfrm>
              <a:off x="147" y="4173"/>
              <a:ext cx="5846" cy="484"/>
            </a:xfrm>
            <a:prstGeom prst="rect">
              <a:avLst/>
            </a:prstGeom>
            <a:ln w="12700">
              <a:miter lim="400000"/>
            </a:ln>
          </p:spPr>
          <p:txBody>
            <a:bodyPr lIns="45718" tIns="45718" rIns="45718" bIns="45718">
              <a:spAutoFit/>
            </a:bodyPr>
            <a:lstStyle>
              <a:lvl1pPr algn="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a:t>
              </a:r>
            </a:p>
          </p:txBody>
        </p:sp>
        <p:sp>
          <p:nvSpPr>
            <p:cNvPr id="121" name="矩形 27"/>
            <p:cNvSpPr txBox="1"/>
            <p:nvPr>
              <p:custDataLst>
                <p:tags r:id="rId29"/>
              </p:custDataLst>
            </p:nvPr>
          </p:nvSpPr>
          <p:spPr>
            <a:xfrm>
              <a:off x="2229" y="3533"/>
              <a:ext cx="3764" cy="584"/>
            </a:xfrm>
            <a:prstGeom prst="rect">
              <a:avLst/>
            </a:prstGeom>
            <a:ln w="12700">
              <a:miter lim="400000"/>
            </a:ln>
          </p:spPr>
          <p:txBody>
            <a:bodyPr lIns="45718" tIns="45718" rIns="45718" bIns="45718">
              <a:spAutoFit/>
            </a:bodyPr>
            <a:lstStyle>
              <a:lvl1pPr algn="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sp>
          <p:nvSpPr>
            <p:cNvPr id="122" name="矩形 28"/>
            <p:cNvSpPr txBox="1"/>
            <p:nvPr>
              <p:custDataLst>
                <p:tags r:id="rId30"/>
              </p:custDataLst>
            </p:nvPr>
          </p:nvSpPr>
          <p:spPr>
            <a:xfrm>
              <a:off x="-436" y="5805"/>
              <a:ext cx="5471" cy="484"/>
            </a:xfrm>
            <a:prstGeom prst="rect">
              <a:avLst/>
            </a:prstGeom>
            <a:ln w="12700">
              <a:miter lim="400000"/>
            </a:ln>
          </p:spPr>
          <p:txBody>
            <a:bodyPr lIns="45718" tIns="45718" rIns="45718" bIns="45718">
              <a:spAutoFit/>
            </a:bodyPr>
            <a:lstStyle>
              <a:lvl1pPr algn="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a:t>
              </a:r>
            </a:p>
          </p:txBody>
        </p:sp>
        <p:sp>
          <p:nvSpPr>
            <p:cNvPr id="123" name="矩形 29"/>
            <p:cNvSpPr txBox="1"/>
            <p:nvPr>
              <p:custDataLst>
                <p:tags r:id="rId31"/>
              </p:custDataLst>
            </p:nvPr>
          </p:nvSpPr>
          <p:spPr>
            <a:xfrm>
              <a:off x="1677" y="5173"/>
              <a:ext cx="3359" cy="584"/>
            </a:xfrm>
            <a:prstGeom prst="rect">
              <a:avLst/>
            </a:prstGeom>
            <a:ln w="12700">
              <a:miter lim="400000"/>
            </a:ln>
          </p:spPr>
          <p:txBody>
            <a:bodyPr lIns="45718" tIns="45718" rIns="45718" bIns="45718">
              <a:spAutoFit/>
            </a:bodyPr>
            <a:lstStyle>
              <a:lvl1pPr algn="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sp>
          <p:nvSpPr>
            <p:cNvPr id="124" name="矩形 30"/>
            <p:cNvSpPr txBox="1"/>
            <p:nvPr>
              <p:custDataLst>
                <p:tags r:id="rId32"/>
              </p:custDataLst>
            </p:nvPr>
          </p:nvSpPr>
          <p:spPr>
            <a:xfrm>
              <a:off x="512" y="7460"/>
              <a:ext cx="5481" cy="484"/>
            </a:xfrm>
            <a:prstGeom prst="rect">
              <a:avLst/>
            </a:prstGeom>
            <a:ln w="12700">
              <a:miter lim="400000"/>
            </a:ln>
          </p:spPr>
          <p:txBody>
            <a:bodyPr lIns="45718" tIns="45718" rIns="45718" bIns="45718">
              <a:spAutoFit/>
            </a:bodyPr>
            <a:lstStyle>
              <a:lvl1pPr algn="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a:t>
              </a:r>
            </a:p>
          </p:txBody>
        </p:sp>
        <p:sp>
          <p:nvSpPr>
            <p:cNvPr id="125" name="矩形 31"/>
            <p:cNvSpPr txBox="1"/>
            <p:nvPr>
              <p:custDataLst>
                <p:tags r:id="rId33"/>
              </p:custDataLst>
            </p:nvPr>
          </p:nvSpPr>
          <p:spPr>
            <a:xfrm>
              <a:off x="1524" y="6828"/>
              <a:ext cx="4469" cy="584"/>
            </a:xfrm>
            <a:prstGeom prst="rect">
              <a:avLst/>
            </a:prstGeom>
            <a:ln w="12700">
              <a:miter lim="400000"/>
            </a:ln>
          </p:spPr>
          <p:txBody>
            <a:bodyPr lIns="45718" tIns="45718" rIns="45718" bIns="45718">
              <a:spAutoFit/>
            </a:bodyPr>
            <a:lstStyle>
              <a:lvl1pPr algn="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grpSp>
      <p:grpSp>
        <p:nvGrpSpPr>
          <p:cNvPr id="129" name="组合 128"/>
          <p:cNvGrpSpPr/>
          <p:nvPr>
            <p:custDataLst>
              <p:tags r:id="rId20"/>
            </p:custDataLst>
          </p:nvPr>
        </p:nvGrpSpPr>
        <p:grpSpPr>
          <a:xfrm>
            <a:off x="7985125" y="2247900"/>
            <a:ext cx="4021455" cy="2792095"/>
            <a:chOff x="11787" y="3540"/>
            <a:chExt cx="6333" cy="4397"/>
          </a:xfrm>
        </p:grpSpPr>
        <p:sp>
          <p:nvSpPr>
            <p:cNvPr id="130" name="矩形 20"/>
            <p:cNvSpPr txBox="1"/>
            <p:nvPr>
              <p:custDataLst>
                <p:tags r:id="rId22"/>
              </p:custDataLst>
            </p:nvPr>
          </p:nvSpPr>
          <p:spPr>
            <a:xfrm>
              <a:off x="11787" y="4173"/>
              <a:ext cx="5404" cy="484"/>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a:t>
              </a:r>
            </a:p>
          </p:txBody>
        </p:sp>
        <p:sp>
          <p:nvSpPr>
            <p:cNvPr id="131" name="矩形 22"/>
            <p:cNvSpPr txBox="1"/>
            <p:nvPr>
              <p:custDataLst>
                <p:tags r:id="rId23"/>
              </p:custDataLst>
            </p:nvPr>
          </p:nvSpPr>
          <p:spPr>
            <a:xfrm>
              <a:off x="12744" y="5805"/>
              <a:ext cx="5376" cy="484"/>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a:t>
              </a:r>
            </a:p>
          </p:txBody>
        </p:sp>
        <p:sp>
          <p:nvSpPr>
            <p:cNvPr id="132" name="矩形 23"/>
            <p:cNvSpPr txBox="1"/>
            <p:nvPr>
              <p:custDataLst>
                <p:tags r:id="rId24"/>
              </p:custDataLst>
            </p:nvPr>
          </p:nvSpPr>
          <p:spPr>
            <a:xfrm>
              <a:off x="12744" y="5173"/>
              <a:ext cx="4134" cy="584"/>
            </a:xfrm>
            <a:prstGeom prst="rect">
              <a:avLst/>
            </a:prstGeom>
            <a:ln w="12700">
              <a:miter lim="400000"/>
            </a:ln>
          </p:spPr>
          <p:txBody>
            <a:bodyPr lIns="45718" tIns="45718" rIns="45718" bIns="45718">
              <a:spAutoFit/>
            </a:bodyPr>
            <a:lstStyle>
              <a:lvl1pP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sp>
          <p:nvSpPr>
            <p:cNvPr id="133" name="矩形 24"/>
            <p:cNvSpPr txBox="1"/>
            <p:nvPr>
              <p:custDataLst>
                <p:tags r:id="rId25"/>
              </p:custDataLst>
            </p:nvPr>
          </p:nvSpPr>
          <p:spPr>
            <a:xfrm>
              <a:off x="11787" y="7453"/>
              <a:ext cx="5986" cy="484"/>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a:t>
              </a:r>
            </a:p>
          </p:txBody>
        </p:sp>
        <p:sp>
          <p:nvSpPr>
            <p:cNvPr id="134" name="矩形 25"/>
            <p:cNvSpPr txBox="1"/>
            <p:nvPr>
              <p:custDataLst>
                <p:tags r:id="rId26"/>
              </p:custDataLst>
            </p:nvPr>
          </p:nvSpPr>
          <p:spPr>
            <a:xfrm>
              <a:off x="11787" y="6820"/>
              <a:ext cx="4821" cy="584"/>
            </a:xfrm>
            <a:prstGeom prst="rect">
              <a:avLst/>
            </a:prstGeom>
            <a:ln w="12700">
              <a:miter lim="400000"/>
            </a:ln>
          </p:spPr>
          <p:txBody>
            <a:bodyPr lIns="45718" tIns="45718" rIns="45718" bIns="45718">
              <a:spAutoFit/>
            </a:bodyPr>
            <a:lstStyle>
              <a:lvl1pP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sp>
          <p:nvSpPr>
            <p:cNvPr id="135" name="矩形 21"/>
            <p:cNvSpPr txBox="1"/>
            <p:nvPr>
              <p:custDataLst>
                <p:tags r:id="rId27"/>
              </p:custDataLst>
            </p:nvPr>
          </p:nvSpPr>
          <p:spPr>
            <a:xfrm>
              <a:off x="11787" y="3540"/>
              <a:ext cx="4349" cy="584"/>
            </a:xfrm>
            <a:prstGeom prst="rect">
              <a:avLst/>
            </a:prstGeom>
            <a:ln w="12700">
              <a:miter lim="400000"/>
            </a:ln>
          </p:spPr>
          <p:txBody>
            <a:bodyPr lIns="45718" tIns="45718" rIns="45718" bIns="45718">
              <a:spAutoFit/>
            </a:bodyPr>
            <a:lstStyle>
              <a:lvl1pPr>
                <a:lnSpc>
                  <a:spcPct val="150000"/>
                </a:lnSpc>
                <a:defRPr sz="16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a:t>
              </a:r>
            </a:p>
          </p:txBody>
        </p:sp>
      </p:grpSp>
      <p:sp>
        <p:nvSpPr>
          <p:cNvPr id="141" name="三角形 61"/>
          <p:cNvSpPr/>
          <p:nvPr>
            <p:custDataLst>
              <p:tags r:id="rId21"/>
            </p:custDataLst>
          </p:nvPr>
        </p:nvSpPr>
        <p:spPr>
          <a:xfrm rot="10800000">
            <a:off x="7663180" y="3580765"/>
            <a:ext cx="109855" cy="74930"/>
          </a:xfrm>
          <a:prstGeom prst="triangle">
            <a:avLst/>
          </a:prstGeom>
          <a:solidFill>
            <a:srgbClr val="53C800"/>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708" name="Freeform 20"/>
          <p:cNvSpPr/>
          <p:nvPr/>
        </p:nvSpPr>
        <p:spPr>
          <a:xfrm>
            <a:off x="4655820" y="4041140"/>
            <a:ext cx="320675" cy="322580"/>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705" name="Freeform 5"/>
          <p:cNvSpPr/>
          <p:nvPr/>
        </p:nvSpPr>
        <p:spPr>
          <a:xfrm>
            <a:off x="6844665" y="4041140"/>
            <a:ext cx="368300" cy="370205"/>
          </a:xfrm>
          <a:custGeom>
            <a:avLst/>
            <a:gdLst/>
            <a:ahLst/>
            <a:cxnLst>
              <a:cxn ang="0">
                <a:pos x="wd2" y="hd2"/>
              </a:cxn>
              <a:cxn ang="5400000">
                <a:pos x="wd2" y="hd2"/>
              </a:cxn>
              <a:cxn ang="10800000">
                <a:pos x="wd2" y="hd2"/>
              </a:cxn>
              <a:cxn ang="16200000">
                <a:pos x="wd2" y="hd2"/>
              </a:cxn>
            </a:cxnLst>
            <a:rect l="0" t="0" r="r" b="b"/>
            <a:pathLst>
              <a:path w="21600" h="21600" extrusionOk="0">
                <a:moveTo>
                  <a:pt x="19077" y="10800"/>
                </a:moveTo>
                <a:cubicBezTo>
                  <a:pt x="19077" y="8579"/>
                  <a:pt x="18168" y="6460"/>
                  <a:pt x="16654" y="4946"/>
                </a:cubicBezTo>
                <a:cubicBezTo>
                  <a:pt x="17159" y="4340"/>
                  <a:pt x="17159" y="4340"/>
                  <a:pt x="17159" y="4340"/>
                </a:cubicBezTo>
                <a:cubicBezTo>
                  <a:pt x="18875" y="6056"/>
                  <a:pt x="19783" y="8378"/>
                  <a:pt x="19783" y="10800"/>
                </a:cubicBezTo>
                <a:cubicBezTo>
                  <a:pt x="19783" y="11204"/>
                  <a:pt x="19783" y="11708"/>
                  <a:pt x="19783" y="12112"/>
                </a:cubicBezTo>
                <a:cubicBezTo>
                  <a:pt x="18976" y="12011"/>
                  <a:pt x="18976" y="12011"/>
                  <a:pt x="18976" y="12011"/>
                </a:cubicBezTo>
                <a:cubicBezTo>
                  <a:pt x="18976" y="11607"/>
                  <a:pt x="19077" y="11204"/>
                  <a:pt x="19077" y="10800"/>
                </a:cubicBezTo>
                <a:moveTo>
                  <a:pt x="21600" y="10800"/>
                </a:moveTo>
                <a:cubicBezTo>
                  <a:pt x="21600" y="16755"/>
                  <a:pt x="16755" y="21600"/>
                  <a:pt x="10800" y="21600"/>
                </a:cubicBezTo>
                <a:cubicBezTo>
                  <a:pt x="4845" y="21600"/>
                  <a:pt x="0" y="16755"/>
                  <a:pt x="0" y="10800"/>
                </a:cubicBezTo>
                <a:cubicBezTo>
                  <a:pt x="0" y="4845"/>
                  <a:pt x="4845" y="0"/>
                  <a:pt x="10800" y="0"/>
                </a:cubicBezTo>
                <a:cubicBezTo>
                  <a:pt x="16755" y="0"/>
                  <a:pt x="21600" y="4845"/>
                  <a:pt x="21600" y="10800"/>
                </a:cubicBezTo>
                <a:moveTo>
                  <a:pt x="1312" y="10800"/>
                </a:moveTo>
                <a:cubicBezTo>
                  <a:pt x="1312" y="12112"/>
                  <a:pt x="1615" y="13323"/>
                  <a:pt x="2019" y="14434"/>
                </a:cubicBezTo>
                <a:cubicBezTo>
                  <a:pt x="2120" y="14333"/>
                  <a:pt x="2321" y="14131"/>
                  <a:pt x="2523" y="14030"/>
                </a:cubicBezTo>
                <a:cubicBezTo>
                  <a:pt x="3836" y="13323"/>
                  <a:pt x="3836" y="13323"/>
                  <a:pt x="3836" y="13323"/>
                </a:cubicBezTo>
                <a:cubicBezTo>
                  <a:pt x="4441" y="13021"/>
                  <a:pt x="5350" y="12819"/>
                  <a:pt x="6056" y="12819"/>
                </a:cubicBezTo>
                <a:cubicBezTo>
                  <a:pt x="15544" y="12819"/>
                  <a:pt x="15544" y="12819"/>
                  <a:pt x="15544" y="12819"/>
                </a:cubicBezTo>
                <a:cubicBezTo>
                  <a:pt x="16150" y="12819"/>
                  <a:pt x="17159" y="13021"/>
                  <a:pt x="17764" y="13323"/>
                </a:cubicBezTo>
                <a:cubicBezTo>
                  <a:pt x="19077" y="14030"/>
                  <a:pt x="19077" y="14030"/>
                  <a:pt x="19077" y="14030"/>
                </a:cubicBezTo>
                <a:cubicBezTo>
                  <a:pt x="19178" y="14131"/>
                  <a:pt x="19379" y="14232"/>
                  <a:pt x="19480" y="14434"/>
                </a:cubicBezTo>
                <a:cubicBezTo>
                  <a:pt x="19985" y="13323"/>
                  <a:pt x="20187" y="12112"/>
                  <a:pt x="20187" y="10800"/>
                </a:cubicBezTo>
                <a:cubicBezTo>
                  <a:pt x="20187" y="5551"/>
                  <a:pt x="15948" y="1312"/>
                  <a:pt x="10800" y="1312"/>
                </a:cubicBezTo>
                <a:cubicBezTo>
                  <a:pt x="5551" y="1312"/>
                  <a:pt x="1312" y="5551"/>
                  <a:pt x="1312" y="10800"/>
                </a:cubicBezTo>
                <a:moveTo>
                  <a:pt x="13424" y="14938"/>
                </a:moveTo>
                <a:cubicBezTo>
                  <a:pt x="13424" y="14636"/>
                  <a:pt x="13222" y="14333"/>
                  <a:pt x="12920" y="14333"/>
                </a:cubicBezTo>
                <a:cubicBezTo>
                  <a:pt x="8579" y="14333"/>
                  <a:pt x="8579" y="14333"/>
                  <a:pt x="8579" y="14333"/>
                </a:cubicBezTo>
                <a:cubicBezTo>
                  <a:pt x="8277" y="14333"/>
                  <a:pt x="8075" y="14636"/>
                  <a:pt x="8075" y="14938"/>
                </a:cubicBezTo>
                <a:cubicBezTo>
                  <a:pt x="8075" y="15039"/>
                  <a:pt x="8075" y="15039"/>
                  <a:pt x="8075" y="15039"/>
                </a:cubicBezTo>
                <a:cubicBezTo>
                  <a:pt x="8075" y="15342"/>
                  <a:pt x="8277" y="15544"/>
                  <a:pt x="8579" y="15544"/>
                </a:cubicBezTo>
                <a:cubicBezTo>
                  <a:pt x="12920" y="15544"/>
                  <a:pt x="12920" y="15544"/>
                  <a:pt x="12920" y="15544"/>
                </a:cubicBezTo>
                <a:cubicBezTo>
                  <a:pt x="13222" y="15544"/>
                  <a:pt x="13424" y="15342"/>
                  <a:pt x="13424" y="15039"/>
                </a:cubicBezTo>
                <a:lnTo>
                  <a:pt x="13424" y="14938"/>
                </a:lnTo>
                <a:close/>
                <a:moveTo>
                  <a:pt x="10800" y="12314"/>
                </a:moveTo>
                <a:cubicBezTo>
                  <a:pt x="11305" y="12314"/>
                  <a:pt x="11809" y="12011"/>
                  <a:pt x="12011" y="11607"/>
                </a:cubicBezTo>
                <a:cubicBezTo>
                  <a:pt x="13323" y="11305"/>
                  <a:pt x="15140" y="11002"/>
                  <a:pt x="15140" y="11002"/>
                </a:cubicBezTo>
                <a:cubicBezTo>
                  <a:pt x="15746" y="10901"/>
                  <a:pt x="15746" y="10699"/>
                  <a:pt x="15140" y="10598"/>
                </a:cubicBezTo>
                <a:cubicBezTo>
                  <a:pt x="15140" y="10598"/>
                  <a:pt x="13323" y="10194"/>
                  <a:pt x="12011" y="9993"/>
                </a:cubicBezTo>
                <a:cubicBezTo>
                  <a:pt x="11809" y="9589"/>
                  <a:pt x="11305" y="9286"/>
                  <a:pt x="10800" y="9286"/>
                </a:cubicBezTo>
                <a:cubicBezTo>
                  <a:pt x="9892" y="9286"/>
                  <a:pt x="9286" y="9892"/>
                  <a:pt x="9286" y="10800"/>
                </a:cubicBezTo>
                <a:cubicBezTo>
                  <a:pt x="9286" y="11607"/>
                  <a:pt x="9892" y="12314"/>
                  <a:pt x="10800" y="12314"/>
                </a:cubicBezTo>
                <a:moveTo>
                  <a:pt x="10800" y="4542"/>
                </a:moveTo>
                <a:cubicBezTo>
                  <a:pt x="11002" y="4542"/>
                  <a:pt x="11204" y="4340"/>
                  <a:pt x="11204" y="4138"/>
                </a:cubicBezTo>
                <a:cubicBezTo>
                  <a:pt x="11204" y="3432"/>
                  <a:pt x="11204" y="3432"/>
                  <a:pt x="11204" y="3432"/>
                </a:cubicBezTo>
                <a:cubicBezTo>
                  <a:pt x="11204" y="3230"/>
                  <a:pt x="11002" y="3028"/>
                  <a:pt x="10800" y="3028"/>
                </a:cubicBezTo>
                <a:cubicBezTo>
                  <a:pt x="10598" y="3028"/>
                  <a:pt x="10396" y="3230"/>
                  <a:pt x="10396" y="3432"/>
                </a:cubicBezTo>
                <a:cubicBezTo>
                  <a:pt x="10396" y="4138"/>
                  <a:pt x="10396" y="4138"/>
                  <a:pt x="10396" y="4138"/>
                </a:cubicBezTo>
                <a:cubicBezTo>
                  <a:pt x="10396" y="4340"/>
                  <a:pt x="10598" y="4542"/>
                  <a:pt x="10800" y="4542"/>
                </a:cubicBezTo>
                <a:moveTo>
                  <a:pt x="18067" y="10396"/>
                </a:moveTo>
                <a:cubicBezTo>
                  <a:pt x="17361" y="10396"/>
                  <a:pt x="17361" y="10396"/>
                  <a:pt x="17361" y="10396"/>
                </a:cubicBezTo>
                <a:cubicBezTo>
                  <a:pt x="17159" y="10396"/>
                  <a:pt x="16957" y="10598"/>
                  <a:pt x="16957" y="10800"/>
                </a:cubicBezTo>
                <a:cubicBezTo>
                  <a:pt x="16957" y="11002"/>
                  <a:pt x="17159" y="11204"/>
                  <a:pt x="17361" y="11204"/>
                </a:cubicBezTo>
                <a:cubicBezTo>
                  <a:pt x="18067" y="11204"/>
                  <a:pt x="18067" y="11204"/>
                  <a:pt x="18067" y="11204"/>
                </a:cubicBezTo>
                <a:cubicBezTo>
                  <a:pt x="18269" y="11204"/>
                  <a:pt x="18471" y="11002"/>
                  <a:pt x="18471" y="10800"/>
                </a:cubicBezTo>
                <a:cubicBezTo>
                  <a:pt x="18471" y="10598"/>
                  <a:pt x="18269" y="10396"/>
                  <a:pt x="18067" y="10396"/>
                </a:cubicBezTo>
                <a:moveTo>
                  <a:pt x="3432" y="11204"/>
                </a:moveTo>
                <a:cubicBezTo>
                  <a:pt x="4138" y="11204"/>
                  <a:pt x="4138" y="11204"/>
                  <a:pt x="4138" y="11204"/>
                </a:cubicBezTo>
                <a:cubicBezTo>
                  <a:pt x="4340" y="11204"/>
                  <a:pt x="4542" y="11002"/>
                  <a:pt x="4542" y="10800"/>
                </a:cubicBezTo>
                <a:cubicBezTo>
                  <a:pt x="4542" y="10598"/>
                  <a:pt x="4340" y="10396"/>
                  <a:pt x="4138" y="10396"/>
                </a:cubicBezTo>
                <a:cubicBezTo>
                  <a:pt x="3432" y="10396"/>
                  <a:pt x="3432" y="10396"/>
                  <a:pt x="3432" y="10396"/>
                </a:cubicBezTo>
                <a:cubicBezTo>
                  <a:pt x="3230" y="10396"/>
                  <a:pt x="3028" y="10598"/>
                  <a:pt x="3028" y="10800"/>
                </a:cubicBezTo>
                <a:cubicBezTo>
                  <a:pt x="3028" y="11002"/>
                  <a:pt x="3230" y="11204"/>
                  <a:pt x="3432" y="11204"/>
                </a:cubicBezTo>
                <a:moveTo>
                  <a:pt x="5854" y="6359"/>
                </a:moveTo>
                <a:cubicBezTo>
                  <a:pt x="5854" y="6460"/>
                  <a:pt x="5955" y="6460"/>
                  <a:pt x="6056" y="6460"/>
                </a:cubicBezTo>
                <a:cubicBezTo>
                  <a:pt x="6157" y="6460"/>
                  <a:pt x="6258" y="6460"/>
                  <a:pt x="6359" y="6359"/>
                </a:cubicBezTo>
                <a:cubicBezTo>
                  <a:pt x="6561" y="6258"/>
                  <a:pt x="6561" y="5955"/>
                  <a:pt x="6359" y="5854"/>
                </a:cubicBezTo>
                <a:cubicBezTo>
                  <a:pt x="5854" y="5350"/>
                  <a:pt x="5854" y="5350"/>
                  <a:pt x="5854" y="5350"/>
                </a:cubicBezTo>
                <a:cubicBezTo>
                  <a:pt x="5753" y="5148"/>
                  <a:pt x="5450" y="5148"/>
                  <a:pt x="5350" y="5350"/>
                </a:cubicBezTo>
                <a:cubicBezTo>
                  <a:pt x="5148" y="5450"/>
                  <a:pt x="5148" y="5753"/>
                  <a:pt x="5350" y="5854"/>
                </a:cubicBezTo>
                <a:lnTo>
                  <a:pt x="5854" y="6359"/>
                </a:lnTo>
                <a:close/>
                <a:moveTo>
                  <a:pt x="15443" y="6460"/>
                </a:moveTo>
                <a:cubicBezTo>
                  <a:pt x="15544" y="6460"/>
                  <a:pt x="15645" y="6460"/>
                  <a:pt x="15746" y="6359"/>
                </a:cubicBezTo>
                <a:cubicBezTo>
                  <a:pt x="16250" y="5854"/>
                  <a:pt x="16250" y="5854"/>
                  <a:pt x="16250" y="5854"/>
                </a:cubicBezTo>
                <a:cubicBezTo>
                  <a:pt x="16351" y="5753"/>
                  <a:pt x="16351" y="5450"/>
                  <a:pt x="16250" y="5350"/>
                </a:cubicBezTo>
                <a:cubicBezTo>
                  <a:pt x="16049" y="5148"/>
                  <a:pt x="15847" y="5148"/>
                  <a:pt x="15645" y="5350"/>
                </a:cubicBezTo>
                <a:cubicBezTo>
                  <a:pt x="15140" y="5854"/>
                  <a:pt x="15140" y="5854"/>
                  <a:pt x="15140" y="5854"/>
                </a:cubicBezTo>
                <a:cubicBezTo>
                  <a:pt x="15039" y="5955"/>
                  <a:pt x="15039" y="6258"/>
                  <a:pt x="15140" y="6359"/>
                </a:cubicBezTo>
                <a:cubicBezTo>
                  <a:pt x="15241" y="6460"/>
                  <a:pt x="15342" y="6460"/>
                  <a:pt x="15443" y="6460"/>
                </a:cubicBezTo>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706" name="Freeform 7"/>
          <p:cNvSpPr/>
          <p:nvPr/>
        </p:nvSpPr>
        <p:spPr>
          <a:xfrm>
            <a:off x="5835650" y="4652645"/>
            <a:ext cx="354330" cy="358775"/>
          </a:xfrm>
          <a:custGeom>
            <a:avLst/>
            <a:gdLst/>
            <a:ahLst/>
            <a:cxnLst>
              <a:cxn ang="0">
                <a:pos x="wd2" y="hd2"/>
              </a:cxn>
              <a:cxn ang="5400000">
                <a:pos x="wd2" y="hd2"/>
              </a:cxn>
              <a:cxn ang="10800000">
                <a:pos x="wd2" y="hd2"/>
              </a:cxn>
              <a:cxn ang="16200000">
                <a:pos x="wd2" y="hd2"/>
              </a:cxn>
            </a:cxnLst>
            <a:rect l="0" t="0" r="r" b="b"/>
            <a:pathLst>
              <a:path w="21600" h="21600" extrusionOk="0">
                <a:moveTo>
                  <a:pt x="21600" y="4959"/>
                </a:moveTo>
                <a:cubicBezTo>
                  <a:pt x="21600" y="7714"/>
                  <a:pt x="19373" y="10029"/>
                  <a:pt x="16478" y="10029"/>
                </a:cubicBezTo>
                <a:cubicBezTo>
                  <a:pt x="15476" y="10029"/>
                  <a:pt x="14586" y="9698"/>
                  <a:pt x="13806" y="9257"/>
                </a:cubicBezTo>
                <a:cubicBezTo>
                  <a:pt x="11468" y="10910"/>
                  <a:pt x="11468" y="10910"/>
                  <a:pt x="11468" y="10910"/>
                </a:cubicBezTo>
                <a:cubicBezTo>
                  <a:pt x="12581" y="8045"/>
                  <a:pt x="12581" y="8045"/>
                  <a:pt x="12581" y="8045"/>
                </a:cubicBezTo>
                <a:cubicBezTo>
                  <a:pt x="11802" y="7273"/>
                  <a:pt x="11468" y="6171"/>
                  <a:pt x="11468" y="4959"/>
                </a:cubicBezTo>
                <a:cubicBezTo>
                  <a:pt x="11468" y="2204"/>
                  <a:pt x="13695" y="0"/>
                  <a:pt x="16478" y="0"/>
                </a:cubicBezTo>
                <a:cubicBezTo>
                  <a:pt x="19373" y="0"/>
                  <a:pt x="21600" y="2204"/>
                  <a:pt x="21600" y="4959"/>
                </a:cubicBezTo>
                <a:close/>
                <a:moveTo>
                  <a:pt x="17369" y="20057"/>
                </a:moveTo>
                <a:cubicBezTo>
                  <a:pt x="1336" y="20057"/>
                  <a:pt x="1336" y="20057"/>
                  <a:pt x="1336" y="20057"/>
                </a:cubicBezTo>
                <a:cubicBezTo>
                  <a:pt x="1336" y="7494"/>
                  <a:pt x="1336" y="7494"/>
                  <a:pt x="1336" y="7494"/>
                </a:cubicBezTo>
                <a:cubicBezTo>
                  <a:pt x="11023" y="7494"/>
                  <a:pt x="11023" y="7494"/>
                  <a:pt x="11023" y="7494"/>
                </a:cubicBezTo>
                <a:cubicBezTo>
                  <a:pt x="10800" y="7053"/>
                  <a:pt x="10689" y="6612"/>
                  <a:pt x="10577" y="6061"/>
                </a:cubicBezTo>
                <a:cubicBezTo>
                  <a:pt x="1670" y="6061"/>
                  <a:pt x="1670" y="6061"/>
                  <a:pt x="1670" y="6061"/>
                </a:cubicBezTo>
                <a:cubicBezTo>
                  <a:pt x="779" y="6061"/>
                  <a:pt x="0" y="6833"/>
                  <a:pt x="0" y="7714"/>
                </a:cubicBezTo>
                <a:cubicBezTo>
                  <a:pt x="0" y="19947"/>
                  <a:pt x="0" y="19947"/>
                  <a:pt x="0" y="19947"/>
                </a:cubicBezTo>
                <a:cubicBezTo>
                  <a:pt x="0" y="20829"/>
                  <a:pt x="779" y="21600"/>
                  <a:pt x="1670" y="21600"/>
                </a:cubicBezTo>
                <a:cubicBezTo>
                  <a:pt x="17146" y="21600"/>
                  <a:pt x="17146" y="21600"/>
                  <a:pt x="17146" y="21600"/>
                </a:cubicBezTo>
                <a:cubicBezTo>
                  <a:pt x="18037" y="21600"/>
                  <a:pt x="18705" y="20829"/>
                  <a:pt x="18705" y="19947"/>
                </a:cubicBezTo>
                <a:cubicBezTo>
                  <a:pt x="18705" y="10469"/>
                  <a:pt x="18705" y="10469"/>
                  <a:pt x="18705" y="10469"/>
                </a:cubicBezTo>
                <a:cubicBezTo>
                  <a:pt x="18371" y="10690"/>
                  <a:pt x="17926" y="10800"/>
                  <a:pt x="17369" y="10910"/>
                </a:cubicBezTo>
                <a:lnTo>
                  <a:pt x="17369" y="20057"/>
                </a:lnTo>
                <a:close/>
                <a:moveTo>
                  <a:pt x="12136" y="10910"/>
                </a:moveTo>
                <a:cubicBezTo>
                  <a:pt x="12136" y="18735"/>
                  <a:pt x="12136" y="18735"/>
                  <a:pt x="12136" y="18735"/>
                </a:cubicBezTo>
                <a:cubicBezTo>
                  <a:pt x="14808" y="18735"/>
                  <a:pt x="14808" y="18735"/>
                  <a:pt x="14808" y="18735"/>
                </a:cubicBezTo>
                <a:cubicBezTo>
                  <a:pt x="14808" y="10910"/>
                  <a:pt x="14808" y="10910"/>
                  <a:pt x="14808" y="10910"/>
                </a:cubicBezTo>
                <a:lnTo>
                  <a:pt x="12136" y="10910"/>
                </a:lnTo>
                <a:close/>
                <a:moveTo>
                  <a:pt x="10689" y="18735"/>
                </a:moveTo>
                <a:cubicBezTo>
                  <a:pt x="10689" y="13004"/>
                  <a:pt x="10689" y="13004"/>
                  <a:pt x="10689" y="13004"/>
                </a:cubicBezTo>
                <a:cubicBezTo>
                  <a:pt x="8016" y="13004"/>
                  <a:pt x="8016" y="13004"/>
                  <a:pt x="8016" y="13004"/>
                </a:cubicBezTo>
                <a:cubicBezTo>
                  <a:pt x="8016" y="18735"/>
                  <a:pt x="8016" y="18735"/>
                  <a:pt x="8016" y="18735"/>
                </a:cubicBezTo>
                <a:lnTo>
                  <a:pt x="10689" y="18735"/>
                </a:lnTo>
                <a:close/>
                <a:moveTo>
                  <a:pt x="6680" y="18735"/>
                </a:moveTo>
                <a:cubicBezTo>
                  <a:pt x="6680" y="14988"/>
                  <a:pt x="6680" y="14988"/>
                  <a:pt x="6680" y="14988"/>
                </a:cubicBezTo>
                <a:cubicBezTo>
                  <a:pt x="4008" y="14988"/>
                  <a:pt x="4008" y="14988"/>
                  <a:pt x="4008" y="14988"/>
                </a:cubicBezTo>
                <a:cubicBezTo>
                  <a:pt x="4008" y="18735"/>
                  <a:pt x="4008" y="18735"/>
                  <a:pt x="4008" y="18735"/>
                </a:cubicBezTo>
                <a:lnTo>
                  <a:pt x="6680" y="18735"/>
                </a:lnTo>
                <a:close/>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707" name="Freeform 10"/>
          <p:cNvSpPr/>
          <p:nvPr/>
        </p:nvSpPr>
        <p:spPr>
          <a:xfrm>
            <a:off x="5736590" y="2276475"/>
            <a:ext cx="361950" cy="313690"/>
          </a:xfrm>
          <a:custGeom>
            <a:avLst/>
            <a:gdLst/>
            <a:ahLst/>
            <a:cxnLst>
              <a:cxn ang="0">
                <a:pos x="wd2" y="hd2"/>
              </a:cxn>
              <a:cxn ang="5400000">
                <a:pos x="wd2" y="hd2"/>
              </a:cxn>
              <a:cxn ang="10800000">
                <a:pos x="wd2" y="hd2"/>
              </a:cxn>
              <a:cxn ang="16200000">
                <a:pos x="wd2" y="hd2"/>
              </a:cxn>
            </a:cxnLst>
            <a:rect l="0" t="0" r="r" b="b"/>
            <a:pathLst>
              <a:path w="21600" h="21537" extrusionOk="0">
                <a:moveTo>
                  <a:pt x="12764" y="9042"/>
                </a:moveTo>
                <a:cubicBezTo>
                  <a:pt x="15055" y="6405"/>
                  <a:pt x="15055" y="6405"/>
                  <a:pt x="15055" y="6405"/>
                </a:cubicBezTo>
                <a:cubicBezTo>
                  <a:pt x="14509" y="5651"/>
                  <a:pt x="14509" y="5651"/>
                  <a:pt x="14509" y="5651"/>
                </a:cubicBezTo>
                <a:cubicBezTo>
                  <a:pt x="16909" y="4898"/>
                  <a:pt x="16909" y="4898"/>
                  <a:pt x="16909" y="4898"/>
                </a:cubicBezTo>
                <a:cubicBezTo>
                  <a:pt x="16255" y="7660"/>
                  <a:pt x="16255" y="7660"/>
                  <a:pt x="16255" y="7660"/>
                </a:cubicBezTo>
                <a:cubicBezTo>
                  <a:pt x="15709" y="7033"/>
                  <a:pt x="15709" y="7033"/>
                  <a:pt x="15709" y="7033"/>
                </a:cubicBezTo>
                <a:cubicBezTo>
                  <a:pt x="12764" y="10423"/>
                  <a:pt x="12764" y="10423"/>
                  <a:pt x="12764" y="10423"/>
                </a:cubicBezTo>
                <a:cubicBezTo>
                  <a:pt x="11345" y="8791"/>
                  <a:pt x="11345" y="8791"/>
                  <a:pt x="11345" y="8791"/>
                </a:cubicBezTo>
                <a:cubicBezTo>
                  <a:pt x="9491" y="11051"/>
                  <a:pt x="9491" y="11051"/>
                  <a:pt x="9491" y="11051"/>
                </a:cubicBezTo>
                <a:cubicBezTo>
                  <a:pt x="9382" y="11051"/>
                  <a:pt x="9273" y="11177"/>
                  <a:pt x="9164" y="11177"/>
                </a:cubicBezTo>
                <a:cubicBezTo>
                  <a:pt x="9055" y="11177"/>
                  <a:pt x="8945" y="11051"/>
                  <a:pt x="8836" y="11051"/>
                </a:cubicBezTo>
                <a:cubicBezTo>
                  <a:pt x="8727" y="10800"/>
                  <a:pt x="8727" y="10549"/>
                  <a:pt x="8836" y="10298"/>
                </a:cubicBezTo>
                <a:cubicBezTo>
                  <a:pt x="11345" y="7409"/>
                  <a:pt x="11345" y="7409"/>
                  <a:pt x="11345" y="7409"/>
                </a:cubicBezTo>
                <a:lnTo>
                  <a:pt x="12764" y="9042"/>
                </a:lnTo>
                <a:close/>
                <a:moveTo>
                  <a:pt x="20727" y="19214"/>
                </a:moveTo>
                <a:cubicBezTo>
                  <a:pt x="16364" y="14191"/>
                  <a:pt x="15273" y="12809"/>
                  <a:pt x="15273" y="12809"/>
                </a:cubicBezTo>
                <a:cubicBezTo>
                  <a:pt x="15055" y="12684"/>
                  <a:pt x="14727" y="12684"/>
                  <a:pt x="14618" y="12809"/>
                </a:cubicBezTo>
                <a:cubicBezTo>
                  <a:pt x="14509" y="12935"/>
                  <a:pt x="14509" y="12935"/>
                  <a:pt x="14509" y="12935"/>
                </a:cubicBezTo>
                <a:cubicBezTo>
                  <a:pt x="14400" y="12684"/>
                  <a:pt x="14400" y="12684"/>
                  <a:pt x="14400" y="12684"/>
                </a:cubicBezTo>
                <a:cubicBezTo>
                  <a:pt x="15055" y="11428"/>
                  <a:pt x="15273" y="9921"/>
                  <a:pt x="14945" y="8540"/>
                </a:cubicBezTo>
                <a:cubicBezTo>
                  <a:pt x="14182" y="9544"/>
                  <a:pt x="14182" y="9544"/>
                  <a:pt x="14182" y="9544"/>
                </a:cubicBezTo>
                <a:cubicBezTo>
                  <a:pt x="14291" y="10674"/>
                  <a:pt x="13964" y="11805"/>
                  <a:pt x="13200" y="12684"/>
                </a:cubicBezTo>
                <a:cubicBezTo>
                  <a:pt x="11891" y="14191"/>
                  <a:pt x="9709" y="14191"/>
                  <a:pt x="8291" y="12684"/>
                </a:cubicBezTo>
                <a:cubicBezTo>
                  <a:pt x="6982" y="11177"/>
                  <a:pt x="6982" y="8665"/>
                  <a:pt x="8400" y="7158"/>
                </a:cubicBezTo>
                <a:cubicBezTo>
                  <a:pt x="9709" y="5526"/>
                  <a:pt x="11891" y="5651"/>
                  <a:pt x="13200" y="7158"/>
                </a:cubicBezTo>
                <a:cubicBezTo>
                  <a:pt x="13309" y="7284"/>
                  <a:pt x="13418" y="7409"/>
                  <a:pt x="13527" y="7535"/>
                </a:cubicBezTo>
                <a:cubicBezTo>
                  <a:pt x="14182" y="6781"/>
                  <a:pt x="14182" y="6781"/>
                  <a:pt x="14182" y="6781"/>
                </a:cubicBezTo>
                <a:cubicBezTo>
                  <a:pt x="14073" y="6656"/>
                  <a:pt x="13964" y="6530"/>
                  <a:pt x="13855" y="6405"/>
                </a:cubicBezTo>
                <a:cubicBezTo>
                  <a:pt x="12109" y="4395"/>
                  <a:pt x="9382" y="4395"/>
                  <a:pt x="7745" y="6405"/>
                </a:cubicBezTo>
                <a:cubicBezTo>
                  <a:pt x="6000" y="8288"/>
                  <a:pt x="6000" y="11553"/>
                  <a:pt x="7745" y="13437"/>
                </a:cubicBezTo>
                <a:cubicBezTo>
                  <a:pt x="9164" y="15195"/>
                  <a:pt x="11455" y="15321"/>
                  <a:pt x="13200" y="14065"/>
                </a:cubicBezTo>
                <a:cubicBezTo>
                  <a:pt x="13309" y="14316"/>
                  <a:pt x="13309" y="14316"/>
                  <a:pt x="13309" y="14316"/>
                </a:cubicBezTo>
                <a:cubicBezTo>
                  <a:pt x="13309" y="14316"/>
                  <a:pt x="13309" y="14316"/>
                  <a:pt x="13309" y="14316"/>
                </a:cubicBezTo>
                <a:cubicBezTo>
                  <a:pt x="13091" y="14567"/>
                  <a:pt x="13091" y="14819"/>
                  <a:pt x="13309" y="15070"/>
                </a:cubicBezTo>
                <a:cubicBezTo>
                  <a:pt x="17564" y="19967"/>
                  <a:pt x="18764" y="21349"/>
                  <a:pt x="18764" y="21349"/>
                </a:cubicBezTo>
                <a:cubicBezTo>
                  <a:pt x="18982" y="21600"/>
                  <a:pt x="19200" y="21600"/>
                  <a:pt x="19418" y="21349"/>
                </a:cubicBezTo>
                <a:cubicBezTo>
                  <a:pt x="19418" y="21349"/>
                  <a:pt x="19418" y="21349"/>
                  <a:pt x="19418" y="21349"/>
                </a:cubicBezTo>
                <a:cubicBezTo>
                  <a:pt x="19527" y="21349"/>
                  <a:pt x="19527" y="21349"/>
                  <a:pt x="19527" y="21349"/>
                </a:cubicBezTo>
                <a:cubicBezTo>
                  <a:pt x="19636" y="21474"/>
                  <a:pt x="19745" y="21474"/>
                  <a:pt x="19855" y="21349"/>
                </a:cubicBezTo>
                <a:cubicBezTo>
                  <a:pt x="20727" y="20470"/>
                  <a:pt x="20727" y="20470"/>
                  <a:pt x="20727" y="20470"/>
                </a:cubicBezTo>
                <a:cubicBezTo>
                  <a:pt x="20836" y="20344"/>
                  <a:pt x="20836" y="20093"/>
                  <a:pt x="20727" y="19967"/>
                </a:cubicBezTo>
                <a:cubicBezTo>
                  <a:pt x="20618" y="19967"/>
                  <a:pt x="20618" y="19967"/>
                  <a:pt x="20618" y="19967"/>
                </a:cubicBezTo>
                <a:cubicBezTo>
                  <a:pt x="20727" y="19842"/>
                  <a:pt x="20727" y="19842"/>
                  <a:pt x="20727" y="19842"/>
                </a:cubicBezTo>
                <a:cubicBezTo>
                  <a:pt x="20836" y="19716"/>
                  <a:pt x="20836" y="19340"/>
                  <a:pt x="20727" y="19214"/>
                </a:cubicBezTo>
                <a:close/>
                <a:moveTo>
                  <a:pt x="21600" y="1758"/>
                </a:moveTo>
                <a:cubicBezTo>
                  <a:pt x="21600" y="16577"/>
                  <a:pt x="21600" y="16577"/>
                  <a:pt x="21600" y="16577"/>
                </a:cubicBezTo>
                <a:cubicBezTo>
                  <a:pt x="21600" y="17330"/>
                  <a:pt x="21273" y="17833"/>
                  <a:pt x="20727" y="18209"/>
                </a:cubicBezTo>
                <a:cubicBezTo>
                  <a:pt x="18545" y="15698"/>
                  <a:pt x="18545" y="15698"/>
                  <a:pt x="18545" y="15698"/>
                </a:cubicBezTo>
                <a:cubicBezTo>
                  <a:pt x="20291" y="15698"/>
                  <a:pt x="20291" y="15698"/>
                  <a:pt x="20291" y="15698"/>
                </a:cubicBezTo>
                <a:cubicBezTo>
                  <a:pt x="20291" y="2512"/>
                  <a:pt x="20291" y="2512"/>
                  <a:pt x="20291" y="2512"/>
                </a:cubicBezTo>
                <a:cubicBezTo>
                  <a:pt x="1309" y="2512"/>
                  <a:pt x="1309" y="2512"/>
                  <a:pt x="1309" y="2512"/>
                </a:cubicBezTo>
                <a:cubicBezTo>
                  <a:pt x="1309" y="15698"/>
                  <a:pt x="1309" y="15698"/>
                  <a:pt x="1309" y="15698"/>
                </a:cubicBezTo>
                <a:cubicBezTo>
                  <a:pt x="12982" y="15698"/>
                  <a:pt x="12982" y="15698"/>
                  <a:pt x="12982" y="15698"/>
                </a:cubicBezTo>
                <a:cubicBezTo>
                  <a:pt x="15273" y="18335"/>
                  <a:pt x="15273" y="18335"/>
                  <a:pt x="15273" y="18335"/>
                </a:cubicBezTo>
                <a:cubicBezTo>
                  <a:pt x="1527" y="18335"/>
                  <a:pt x="1527" y="18335"/>
                  <a:pt x="1527" y="18335"/>
                </a:cubicBezTo>
                <a:cubicBezTo>
                  <a:pt x="764" y="18335"/>
                  <a:pt x="0" y="17581"/>
                  <a:pt x="0" y="16577"/>
                </a:cubicBezTo>
                <a:cubicBezTo>
                  <a:pt x="0" y="1758"/>
                  <a:pt x="0" y="1758"/>
                  <a:pt x="0" y="1758"/>
                </a:cubicBezTo>
                <a:cubicBezTo>
                  <a:pt x="0" y="879"/>
                  <a:pt x="764" y="0"/>
                  <a:pt x="1527" y="0"/>
                </a:cubicBezTo>
                <a:cubicBezTo>
                  <a:pt x="20073" y="0"/>
                  <a:pt x="20073" y="0"/>
                  <a:pt x="20073" y="0"/>
                </a:cubicBezTo>
                <a:cubicBezTo>
                  <a:pt x="20945" y="0"/>
                  <a:pt x="21600" y="879"/>
                  <a:pt x="21600" y="1758"/>
                </a:cubicBezTo>
                <a:close/>
                <a:moveTo>
                  <a:pt x="1855" y="1507"/>
                </a:moveTo>
                <a:cubicBezTo>
                  <a:pt x="1855" y="1758"/>
                  <a:pt x="2073" y="2009"/>
                  <a:pt x="2400" y="2009"/>
                </a:cubicBezTo>
                <a:cubicBezTo>
                  <a:pt x="2618" y="2009"/>
                  <a:pt x="2836" y="1758"/>
                  <a:pt x="2836" y="1507"/>
                </a:cubicBezTo>
                <a:cubicBezTo>
                  <a:pt x="2836" y="1256"/>
                  <a:pt x="2618" y="1005"/>
                  <a:pt x="2400" y="1005"/>
                </a:cubicBezTo>
                <a:cubicBezTo>
                  <a:pt x="2073" y="1005"/>
                  <a:pt x="1855" y="1256"/>
                  <a:pt x="1855" y="1507"/>
                </a:cubicBezTo>
                <a:close/>
                <a:moveTo>
                  <a:pt x="3600" y="1507"/>
                </a:moveTo>
                <a:cubicBezTo>
                  <a:pt x="3600" y="1758"/>
                  <a:pt x="3818" y="2009"/>
                  <a:pt x="4036" y="2009"/>
                </a:cubicBezTo>
                <a:cubicBezTo>
                  <a:pt x="4255" y="2009"/>
                  <a:pt x="4473" y="1758"/>
                  <a:pt x="4473" y="1507"/>
                </a:cubicBezTo>
                <a:cubicBezTo>
                  <a:pt x="4473" y="1256"/>
                  <a:pt x="4255" y="1005"/>
                  <a:pt x="4036" y="1005"/>
                </a:cubicBezTo>
                <a:cubicBezTo>
                  <a:pt x="3818" y="1005"/>
                  <a:pt x="3600" y="1256"/>
                  <a:pt x="3600" y="1507"/>
                </a:cubicBezTo>
                <a:close/>
                <a:moveTo>
                  <a:pt x="5236" y="1507"/>
                </a:moveTo>
                <a:cubicBezTo>
                  <a:pt x="5236" y="1758"/>
                  <a:pt x="5455" y="2009"/>
                  <a:pt x="5673" y="2009"/>
                </a:cubicBezTo>
                <a:cubicBezTo>
                  <a:pt x="6000" y="2009"/>
                  <a:pt x="6218" y="1758"/>
                  <a:pt x="6218" y="1507"/>
                </a:cubicBezTo>
                <a:cubicBezTo>
                  <a:pt x="6218" y="1256"/>
                  <a:pt x="6000" y="1005"/>
                  <a:pt x="5673" y="1005"/>
                </a:cubicBezTo>
                <a:cubicBezTo>
                  <a:pt x="5455" y="1005"/>
                  <a:pt x="5236" y="1256"/>
                  <a:pt x="5236" y="1507"/>
                </a:cubicBezTo>
                <a:close/>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709" name="Freeform 21"/>
          <p:cNvSpPr/>
          <p:nvPr/>
        </p:nvSpPr>
        <p:spPr>
          <a:xfrm>
            <a:off x="6844665" y="2917825"/>
            <a:ext cx="358775" cy="266700"/>
          </a:xfrm>
          <a:custGeom>
            <a:avLst/>
            <a:gdLst/>
            <a:ahLst/>
            <a:cxnLst>
              <a:cxn ang="0">
                <a:pos x="wd2" y="hd2"/>
              </a:cxn>
              <a:cxn ang="5400000">
                <a:pos x="wd2" y="hd2"/>
              </a:cxn>
              <a:cxn ang="10800000">
                <a:pos x="wd2" y="hd2"/>
              </a:cxn>
              <a:cxn ang="16200000">
                <a:pos x="wd2" y="hd2"/>
              </a:cxn>
            </a:cxnLst>
            <a:rect l="0" t="0" r="r" b="b"/>
            <a:pathLst>
              <a:path w="21600" h="21600" extrusionOk="0">
                <a:moveTo>
                  <a:pt x="20065" y="0"/>
                </a:moveTo>
                <a:cubicBezTo>
                  <a:pt x="1535" y="0"/>
                  <a:pt x="1535" y="0"/>
                  <a:pt x="1535" y="0"/>
                </a:cubicBezTo>
                <a:cubicBezTo>
                  <a:pt x="658" y="0"/>
                  <a:pt x="0" y="1036"/>
                  <a:pt x="0" y="2071"/>
                </a:cubicBezTo>
                <a:cubicBezTo>
                  <a:pt x="0" y="19529"/>
                  <a:pt x="0" y="19529"/>
                  <a:pt x="0" y="19529"/>
                </a:cubicBezTo>
                <a:cubicBezTo>
                  <a:pt x="0" y="20712"/>
                  <a:pt x="658" y="21600"/>
                  <a:pt x="1535" y="21600"/>
                </a:cubicBezTo>
                <a:cubicBezTo>
                  <a:pt x="20065" y="21600"/>
                  <a:pt x="20065" y="21600"/>
                  <a:pt x="20065" y="21600"/>
                </a:cubicBezTo>
                <a:cubicBezTo>
                  <a:pt x="20942" y="21600"/>
                  <a:pt x="21600" y="20712"/>
                  <a:pt x="21600" y="19529"/>
                </a:cubicBezTo>
                <a:cubicBezTo>
                  <a:pt x="21600" y="2071"/>
                  <a:pt x="21600" y="2071"/>
                  <a:pt x="21600" y="2071"/>
                </a:cubicBezTo>
                <a:cubicBezTo>
                  <a:pt x="21600" y="1036"/>
                  <a:pt x="20942" y="0"/>
                  <a:pt x="20065" y="0"/>
                </a:cubicBezTo>
                <a:close/>
                <a:moveTo>
                  <a:pt x="5702" y="1184"/>
                </a:moveTo>
                <a:cubicBezTo>
                  <a:pt x="5921" y="1184"/>
                  <a:pt x="6140" y="1479"/>
                  <a:pt x="6140" y="1775"/>
                </a:cubicBezTo>
                <a:cubicBezTo>
                  <a:pt x="6140" y="2219"/>
                  <a:pt x="5921" y="2515"/>
                  <a:pt x="5702" y="2515"/>
                </a:cubicBezTo>
                <a:cubicBezTo>
                  <a:pt x="5373" y="2515"/>
                  <a:pt x="5153" y="2219"/>
                  <a:pt x="5153" y="1775"/>
                </a:cubicBezTo>
                <a:cubicBezTo>
                  <a:pt x="5153" y="1479"/>
                  <a:pt x="5373" y="1184"/>
                  <a:pt x="5702" y="1184"/>
                </a:cubicBezTo>
                <a:close/>
                <a:moveTo>
                  <a:pt x="4057" y="1184"/>
                </a:moveTo>
                <a:cubicBezTo>
                  <a:pt x="4276" y="1184"/>
                  <a:pt x="4495" y="1479"/>
                  <a:pt x="4495" y="1775"/>
                </a:cubicBezTo>
                <a:cubicBezTo>
                  <a:pt x="4495" y="2219"/>
                  <a:pt x="4276" y="2515"/>
                  <a:pt x="4057" y="2515"/>
                </a:cubicBezTo>
                <a:cubicBezTo>
                  <a:pt x="3728" y="2515"/>
                  <a:pt x="3509" y="2219"/>
                  <a:pt x="3509" y="1775"/>
                </a:cubicBezTo>
                <a:cubicBezTo>
                  <a:pt x="3509" y="1479"/>
                  <a:pt x="3728" y="1184"/>
                  <a:pt x="4057" y="1184"/>
                </a:cubicBezTo>
                <a:close/>
                <a:moveTo>
                  <a:pt x="2303" y="1184"/>
                </a:moveTo>
                <a:cubicBezTo>
                  <a:pt x="2631" y="1184"/>
                  <a:pt x="2851" y="1479"/>
                  <a:pt x="2851" y="1775"/>
                </a:cubicBezTo>
                <a:cubicBezTo>
                  <a:pt x="2851" y="2219"/>
                  <a:pt x="2631" y="2515"/>
                  <a:pt x="2303" y="2515"/>
                </a:cubicBezTo>
                <a:cubicBezTo>
                  <a:pt x="2083" y="2515"/>
                  <a:pt x="1864" y="2219"/>
                  <a:pt x="1864" y="1775"/>
                </a:cubicBezTo>
                <a:cubicBezTo>
                  <a:pt x="1864" y="1479"/>
                  <a:pt x="2083" y="1184"/>
                  <a:pt x="2303" y="1184"/>
                </a:cubicBezTo>
                <a:close/>
                <a:moveTo>
                  <a:pt x="20284" y="18493"/>
                </a:moveTo>
                <a:cubicBezTo>
                  <a:pt x="1316" y="18493"/>
                  <a:pt x="1316" y="18493"/>
                  <a:pt x="1316" y="18493"/>
                </a:cubicBezTo>
                <a:cubicBezTo>
                  <a:pt x="1316" y="2959"/>
                  <a:pt x="1316" y="2959"/>
                  <a:pt x="1316" y="2959"/>
                </a:cubicBezTo>
                <a:cubicBezTo>
                  <a:pt x="20284" y="2959"/>
                  <a:pt x="20284" y="2959"/>
                  <a:pt x="20284" y="2959"/>
                </a:cubicBezTo>
                <a:lnTo>
                  <a:pt x="20284" y="18493"/>
                </a:lnTo>
                <a:close/>
                <a:moveTo>
                  <a:pt x="9210" y="6953"/>
                </a:moveTo>
                <a:cubicBezTo>
                  <a:pt x="9210" y="5770"/>
                  <a:pt x="9868" y="4882"/>
                  <a:pt x="10855" y="4882"/>
                </a:cubicBezTo>
                <a:cubicBezTo>
                  <a:pt x="11622" y="4882"/>
                  <a:pt x="12390" y="5770"/>
                  <a:pt x="12390" y="6953"/>
                </a:cubicBezTo>
                <a:cubicBezTo>
                  <a:pt x="12390" y="8137"/>
                  <a:pt x="11622" y="9025"/>
                  <a:pt x="10855" y="9025"/>
                </a:cubicBezTo>
                <a:cubicBezTo>
                  <a:pt x="9868" y="9025"/>
                  <a:pt x="9210" y="8137"/>
                  <a:pt x="9210" y="6953"/>
                </a:cubicBezTo>
                <a:close/>
                <a:moveTo>
                  <a:pt x="8223" y="13463"/>
                </a:moveTo>
                <a:cubicBezTo>
                  <a:pt x="8114" y="12871"/>
                  <a:pt x="8004" y="10060"/>
                  <a:pt x="8004" y="10060"/>
                </a:cubicBezTo>
                <a:cubicBezTo>
                  <a:pt x="8004" y="10060"/>
                  <a:pt x="8552" y="9764"/>
                  <a:pt x="9539" y="9616"/>
                </a:cubicBezTo>
                <a:cubicBezTo>
                  <a:pt x="9758" y="9616"/>
                  <a:pt x="10197" y="9321"/>
                  <a:pt x="10855" y="9321"/>
                </a:cubicBezTo>
                <a:cubicBezTo>
                  <a:pt x="11403" y="9321"/>
                  <a:pt x="11842" y="9616"/>
                  <a:pt x="11951" y="9616"/>
                </a:cubicBezTo>
                <a:cubicBezTo>
                  <a:pt x="13048" y="9764"/>
                  <a:pt x="13596" y="10060"/>
                  <a:pt x="13596" y="10060"/>
                </a:cubicBezTo>
                <a:cubicBezTo>
                  <a:pt x="13596" y="10060"/>
                  <a:pt x="13486" y="12871"/>
                  <a:pt x="13267" y="13463"/>
                </a:cubicBezTo>
                <a:cubicBezTo>
                  <a:pt x="13157" y="14055"/>
                  <a:pt x="12609" y="14351"/>
                  <a:pt x="12609" y="14942"/>
                </a:cubicBezTo>
                <a:cubicBezTo>
                  <a:pt x="12609" y="16570"/>
                  <a:pt x="12609" y="16570"/>
                  <a:pt x="12609" y="16570"/>
                </a:cubicBezTo>
                <a:cubicBezTo>
                  <a:pt x="12609" y="16570"/>
                  <a:pt x="11732" y="16866"/>
                  <a:pt x="10855" y="16866"/>
                </a:cubicBezTo>
                <a:cubicBezTo>
                  <a:pt x="9868" y="16866"/>
                  <a:pt x="8991" y="16570"/>
                  <a:pt x="8991" y="16570"/>
                </a:cubicBezTo>
                <a:cubicBezTo>
                  <a:pt x="8991" y="14942"/>
                  <a:pt x="8991" y="14942"/>
                  <a:pt x="8991" y="14942"/>
                </a:cubicBezTo>
                <a:cubicBezTo>
                  <a:pt x="8991" y="14351"/>
                  <a:pt x="8443" y="14055"/>
                  <a:pt x="8223" y="13463"/>
                </a:cubicBezTo>
                <a:close/>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887" name="Freeform 47"/>
          <p:cNvSpPr/>
          <p:nvPr/>
        </p:nvSpPr>
        <p:spPr>
          <a:xfrm>
            <a:off x="4939665" y="2959735"/>
            <a:ext cx="98425" cy="183515"/>
          </a:xfrm>
          <a:custGeom>
            <a:avLst/>
            <a:gdLst/>
            <a:ahLst/>
            <a:cxnLst>
              <a:cxn ang="0">
                <a:pos x="wd2" y="hd2"/>
              </a:cxn>
              <a:cxn ang="5400000">
                <a:pos x="wd2" y="hd2"/>
              </a:cxn>
              <a:cxn ang="10800000">
                <a:pos x="wd2" y="hd2"/>
              </a:cxn>
              <a:cxn ang="16200000">
                <a:pos x="wd2" y="hd2"/>
              </a:cxn>
            </a:cxnLst>
            <a:rect l="0" t="0" r="r" b="b"/>
            <a:pathLst>
              <a:path w="21600" h="21600" extrusionOk="0">
                <a:moveTo>
                  <a:pt x="21600" y="4985"/>
                </a:moveTo>
                <a:cubicBezTo>
                  <a:pt x="21600" y="3323"/>
                  <a:pt x="20829" y="1662"/>
                  <a:pt x="20057" y="0"/>
                </a:cubicBezTo>
                <a:cubicBezTo>
                  <a:pt x="14657" y="2908"/>
                  <a:pt x="14657" y="2908"/>
                  <a:pt x="14657" y="2908"/>
                </a:cubicBezTo>
                <a:cubicBezTo>
                  <a:pt x="14657" y="3738"/>
                  <a:pt x="15429" y="4569"/>
                  <a:pt x="15429" y="4985"/>
                </a:cubicBezTo>
                <a:cubicBezTo>
                  <a:pt x="15429" y="9969"/>
                  <a:pt x="11571" y="14123"/>
                  <a:pt x="6171" y="17031"/>
                </a:cubicBezTo>
                <a:cubicBezTo>
                  <a:pt x="6171" y="11631"/>
                  <a:pt x="6171" y="11631"/>
                  <a:pt x="6171" y="11631"/>
                </a:cubicBezTo>
                <a:cubicBezTo>
                  <a:pt x="0" y="11631"/>
                  <a:pt x="0" y="11631"/>
                  <a:pt x="0" y="11631"/>
                </a:cubicBezTo>
                <a:cubicBezTo>
                  <a:pt x="0" y="21600"/>
                  <a:pt x="0" y="21600"/>
                  <a:pt x="0" y="21600"/>
                </a:cubicBezTo>
                <a:cubicBezTo>
                  <a:pt x="18514" y="21600"/>
                  <a:pt x="18514" y="21600"/>
                  <a:pt x="18514" y="21600"/>
                </a:cubicBezTo>
                <a:cubicBezTo>
                  <a:pt x="18514" y="18277"/>
                  <a:pt x="18514" y="18277"/>
                  <a:pt x="18514" y="18277"/>
                </a:cubicBezTo>
                <a:cubicBezTo>
                  <a:pt x="11571" y="18277"/>
                  <a:pt x="11571" y="18277"/>
                  <a:pt x="11571" y="18277"/>
                </a:cubicBezTo>
                <a:cubicBezTo>
                  <a:pt x="17743" y="14954"/>
                  <a:pt x="21600" y="10385"/>
                  <a:pt x="21600" y="4985"/>
                </a:cubicBezTo>
                <a:close/>
              </a:path>
            </a:pathLst>
          </a:custGeom>
          <a:solidFill>
            <a:srgbClr val="006CD9"/>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8" name="Freeform 48"/>
          <p:cNvSpPr/>
          <p:nvPr/>
        </p:nvSpPr>
        <p:spPr>
          <a:xfrm>
            <a:off x="4699000" y="2860040"/>
            <a:ext cx="100330" cy="187960"/>
          </a:xfrm>
          <a:custGeom>
            <a:avLst/>
            <a:gdLst/>
            <a:ahLst/>
            <a:cxnLst>
              <a:cxn ang="0">
                <a:pos x="wd2" y="hd2"/>
              </a:cxn>
              <a:cxn ang="5400000">
                <a:pos x="wd2" y="hd2"/>
              </a:cxn>
              <a:cxn ang="10800000">
                <a:pos x="wd2" y="hd2"/>
              </a:cxn>
              <a:cxn ang="16200000">
                <a:pos x="wd2" y="hd2"/>
              </a:cxn>
            </a:cxnLst>
            <a:rect l="0" t="0" r="r" b="b"/>
            <a:pathLst>
              <a:path w="21600" h="21600" extrusionOk="0">
                <a:moveTo>
                  <a:pt x="6171" y="16302"/>
                </a:moveTo>
                <a:cubicBezTo>
                  <a:pt x="6171" y="11819"/>
                  <a:pt x="9257" y="7743"/>
                  <a:pt x="15429" y="4891"/>
                </a:cubicBezTo>
                <a:cubicBezTo>
                  <a:pt x="15429" y="9781"/>
                  <a:pt x="15429" y="9781"/>
                  <a:pt x="15429" y="9781"/>
                </a:cubicBezTo>
                <a:cubicBezTo>
                  <a:pt x="21600" y="9781"/>
                  <a:pt x="21600" y="9781"/>
                  <a:pt x="21600" y="9781"/>
                </a:cubicBezTo>
                <a:cubicBezTo>
                  <a:pt x="21600" y="0"/>
                  <a:pt x="21600" y="0"/>
                  <a:pt x="21600" y="0"/>
                </a:cubicBezTo>
                <a:cubicBezTo>
                  <a:pt x="3086" y="0"/>
                  <a:pt x="3086" y="0"/>
                  <a:pt x="3086" y="0"/>
                </a:cubicBezTo>
                <a:cubicBezTo>
                  <a:pt x="3086" y="3260"/>
                  <a:pt x="3086" y="3260"/>
                  <a:pt x="3086" y="3260"/>
                </a:cubicBezTo>
                <a:cubicBezTo>
                  <a:pt x="9257" y="3260"/>
                  <a:pt x="9257" y="3260"/>
                  <a:pt x="9257" y="3260"/>
                </a:cubicBezTo>
                <a:cubicBezTo>
                  <a:pt x="3086" y="6928"/>
                  <a:pt x="0" y="11411"/>
                  <a:pt x="0" y="16302"/>
                </a:cubicBezTo>
                <a:cubicBezTo>
                  <a:pt x="0" y="18340"/>
                  <a:pt x="0" y="19970"/>
                  <a:pt x="771" y="21600"/>
                </a:cubicBezTo>
                <a:cubicBezTo>
                  <a:pt x="6171" y="18747"/>
                  <a:pt x="6171" y="18747"/>
                  <a:pt x="6171" y="18747"/>
                </a:cubicBezTo>
                <a:cubicBezTo>
                  <a:pt x="6171" y="17932"/>
                  <a:pt x="6171" y="17117"/>
                  <a:pt x="6171" y="16302"/>
                </a:cubicBezTo>
                <a:close/>
              </a:path>
            </a:pathLst>
          </a:custGeom>
          <a:solidFill>
            <a:srgbClr val="006CD9"/>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9" name="Freeform 49"/>
          <p:cNvSpPr/>
          <p:nvPr/>
        </p:nvSpPr>
        <p:spPr>
          <a:xfrm>
            <a:off x="4727575" y="3073400"/>
            <a:ext cx="180975" cy="98425"/>
          </a:xfrm>
          <a:custGeom>
            <a:avLst/>
            <a:gdLst/>
            <a:ahLst/>
            <a:cxnLst>
              <a:cxn ang="0">
                <a:pos x="wd2" y="hd2"/>
              </a:cxn>
              <a:cxn ang="5400000">
                <a:pos x="wd2" y="hd2"/>
              </a:cxn>
              <a:cxn ang="10800000">
                <a:pos x="wd2" y="hd2"/>
              </a:cxn>
              <a:cxn ang="16200000">
                <a:pos x="wd2" y="hd2"/>
              </a:cxn>
            </a:cxnLst>
            <a:rect l="0" t="0" r="r" b="b"/>
            <a:pathLst>
              <a:path w="21600" h="21600" extrusionOk="0">
                <a:moveTo>
                  <a:pt x="18635" y="15429"/>
                </a:moveTo>
                <a:cubicBezTo>
                  <a:pt x="18212" y="15429"/>
                  <a:pt x="17365" y="15429"/>
                  <a:pt x="16941" y="15429"/>
                </a:cubicBezTo>
                <a:cubicBezTo>
                  <a:pt x="12282" y="15429"/>
                  <a:pt x="7624" y="12343"/>
                  <a:pt x="4659" y="6171"/>
                </a:cubicBezTo>
                <a:cubicBezTo>
                  <a:pt x="10165" y="6171"/>
                  <a:pt x="10165" y="6171"/>
                  <a:pt x="10165" y="6171"/>
                </a:cubicBezTo>
                <a:cubicBezTo>
                  <a:pt x="10165" y="0"/>
                  <a:pt x="10165" y="0"/>
                  <a:pt x="10165" y="0"/>
                </a:cubicBezTo>
                <a:cubicBezTo>
                  <a:pt x="0" y="0"/>
                  <a:pt x="0" y="0"/>
                  <a:pt x="0" y="0"/>
                </a:cubicBezTo>
                <a:cubicBezTo>
                  <a:pt x="0" y="18514"/>
                  <a:pt x="0" y="18514"/>
                  <a:pt x="0" y="18514"/>
                </a:cubicBezTo>
                <a:cubicBezTo>
                  <a:pt x="3388" y="18514"/>
                  <a:pt x="3388" y="18514"/>
                  <a:pt x="3388" y="18514"/>
                </a:cubicBezTo>
                <a:cubicBezTo>
                  <a:pt x="3388" y="12343"/>
                  <a:pt x="3388" y="12343"/>
                  <a:pt x="3388" y="12343"/>
                </a:cubicBezTo>
                <a:cubicBezTo>
                  <a:pt x="6776" y="18514"/>
                  <a:pt x="11435" y="21600"/>
                  <a:pt x="16941" y="21600"/>
                </a:cubicBezTo>
                <a:cubicBezTo>
                  <a:pt x="18635" y="21600"/>
                  <a:pt x="19906" y="21600"/>
                  <a:pt x="21600" y="20829"/>
                </a:cubicBezTo>
                <a:cubicBezTo>
                  <a:pt x="18635" y="15429"/>
                  <a:pt x="18635" y="15429"/>
                  <a:pt x="18635" y="15429"/>
                </a:cubicBezTo>
                <a:close/>
              </a:path>
            </a:pathLst>
          </a:custGeom>
          <a:solidFill>
            <a:srgbClr val="006CD9"/>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90" name="Freeform 50"/>
          <p:cNvSpPr/>
          <p:nvPr/>
        </p:nvSpPr>
        <p:spPr>
          <a:xfrm>
            <a:off x="4820285" y="2831465"/>
            <a:ext cx="191135" cy="100330"/>
          </a:xfrm>
          <a:custGeom>
            <a:avLst/>
            <a:gdLst/>
            <a:ahLst/>
            <a:cxnLst>
              <a:cxn ang="0">
                <a:pos x="wd2" y="hd2"/>
              </a:cxn>
              <a:cxn ang="5400000">
                <a:pos x="wd2" y="hd2"/>
              </a:cxn>
              <a:cxn ang="10800000">
                <a:pos x="wd2" y="hd2"/>
              </a:cxn>
              <a:cxn ang="16200000">
                <a:pos x="wd2" y="hd2"/>
              </a:cxn>
            </a:cxnLst>
            <a:rect l="0" t="0" r="r" b="b"/>
            <a:pathLst>
              <a:path w="21600" h="21600" extrusionOk="0">
                <a:moveTo>
                  <a:pt x="12000" y="21600"/>
                </a:moveTo>
                <a:cubicBezTo>
                  <a:pt x="21600" y="21600"/>
                  <a:pt x="21600" y="21600"/>
                  <a:pt x="21600" y="21600"/>
                </a:cubicBezTo>
                <a:cubicBezTo>
                  <a:pt x="21600" y="3086"/>
                  <a:pt x="21600" y="3086"/>
                  <a:pt x="21600" y="3086"/>
                </a:cubicBezTo>
                <a:cubicBezTo>
                  <a:pt x="18400" y="3086"/>
                  <a:pt x="18400" y="3086"/>
                  <a:pt x="18400" y="3086"/>
                </a:cubicBezTo>
                <a:cubicBezTo>
                  <a:pt x="18400" y="10029"/>
                  <a:pt x="18400" y="10029"/>
                  <a:pt x="18400" y="10029"/>
                </a:cubicBezTo>
                <a:cubicBezTo>
                  <a:pt x="14800" y="3857"/>
                  <a:pt x="10400" y="0"/>
                  <a:pt x="5600" y="0"/>
                </a:cubicBezTo>
                <a:cubicBezTo>
                  <a:pt x="3600" y="0"/>
                  <a:pt x="1600" y="771"/>
                  <a:pt x="0" y="1543"/>
                </a:cubicBezTo>
                <a:cubicBezTo>
                  <a:pt x="2800" y="6943"/>
                  <a:pt x="2800" y="6943"/>
                  <a:pt x="2800" y="6943"/>
                </a:cubicBezTo>
                <a:cubicBezTo>
                  <a:pt x="3600" y="6943"/>
                  <a:pt x="4400" y="6171"/>
                  <a:pt x="5600" y="6171"/>
                </a:cubicBezTo>
                <a:cubicBezTo>
                  <a:pt x="10000" y="6171"/>
                  <a:pt x="14000" y="10029"/>
                  <a:pt x="16800" y="15429"/>
                </a:cubicBezTo>
                <a:cubicBezTo>
                  <a:pt x="12000" y="15429"/>
                  <a:pt x="12000" y="15429"/>
                  <a:pt x="12000" y="15429"/>
                </a:cubicBezTo>
                <a:lnTo>
                  <a:pt x="12000" y="21600"/>
                </a:lnTo>
                <a:close/>
              </a:path>
            </a:pathLst>
          </a:custGeom>
          <a:solidFill>
            <a:srgbClr val="006CD9"/>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47" name="îṥļîḑé-文本框 21"/>
          <p:cNvSpPr txBox="1"/>
          <p:nvPr/>
        </p:nvSpPr>
        <p:spPr>
          <a:xfrm>
            <a:off x="5581650" y="3258503"/>
            <a:ext cx="789940" cy="725805"/>
          </a:xfrm>
          <a:prstGeom prst="rect">
            <a:avLst/>
          </a:prstGeom>
          <a:ln w="12700">
            <a:miter lim="400000"/>
          </a:ln>
        </p:spPr>
        <p:txBody>
          <a:bodyPr wrap="none" lIns="45718" tIns="45718" rIns="45718" bIns="45718" anchor="ctr">
            <a:normAutofit/>
          </a:bodyPr>
          <a:lstStyle>
            <a:lvl1pPr algn="ctr">
              <a:defRPr b="1">
                <a:solidFill>
                  <a:srgbClr val="404040"/>
                </a:solidFill>
                <a:latin typeface="zihun105hao-jianyahei"/>
                <a:ea typeface="zihun105hao-jianyahei"/>
                <a:cs typeface="zihun105hao-jianyahei"/>
                <a:sym typeface="zihun105hao-jianyahei"/>
              </a:defRPr>
            </a:lvl1pPr>
          </a:lstStyle>
          <a:p>
            <a:r>
              <a:rPr>
                <a:solidFill>
                  <a:schemeClr val="bg1"/>
                </a:solidFill>
                <a:latin typeface="微软雅黑" panose="020B0503020204020204" charset="-122"/>
                <a:ea typeface="微软雅黑" panose="020B0503020204020204" charset="-122"/>
              </a:rPr>
              <a:t>关键词</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直接连接符 12"/>
          <p:cNvSpPr/>
          <p:nvPr>
            <p:custDataLst>
              <p:tags r:id="rId1"/>
            </p:custDataLst>
          </p:nvPr>
        </p:nvSpPr>
        <p:spPr>
          <a:xfrm flipH="1">
            <a:off x="1867535" y="2766695"/>
            <a:ext cx="0" cy="396875"/>
          </a:xfrm>
          <a:prstGeom prst="line">
            <a:avLst/>
          </a:prstGeom>
          <a:noFill/>
          <a:ln w="6350" cap="flat">
            <a:solidFill>
              <a:srgbClr val="53C800"/>
            </a:solidFill>
            <a:prstDash val="solid"/>
            <a:miter lim="800000"/>
          </a:ln>
          <a:effectLst/>
        </p:spPr>
        <p:txBody>
          <a:bodyPr wrap="square" lIns="45718" tIns="45718" rIns="45718" bIns="45718" numCol="1" anchor="t">
            <a:noAutofit/>
          </a:bodyPr>
          <a:lstStyle/>
          <a:p>
            <a:endParaRPr/>
          </a:p>
        </p:txBody>
      </p:sp>
      <p:sp>
        <p:nvSpPr>
          <p:cNvPr id="3" name="直接连接符 23"/>
          <p:cNvSpPr/>
          <p:nvPr>
            <p:custDataLst>
              <p:tags r:id="rId2"/>
            </p:custDataLst>
          </p:nvPr>
        </p:nvSpPr>
        <p:spPr>
          <a:xfrm flipH="1">
            <a:off x="3757930" y="2765425"/>
            <a:ext cx="0" cy="1673225"/>
          </a:xfrm>
          <a:prstGeom prst="line">
            <a:avLst/>
          </a:prstGeom>
          <a:noFill/>
          <a:ln w="6350" cap="flat">
            <a:solidFill>
              <a:srgbClr val="53C800"/>
            </a:solidFill>
            <a:prstDash val="solid"/>
            <a:miter lim="800000"/>
          </a:ln>
          <a:effectLst/>
        </p:spPr>
        <p:txBody>
          <a:bodyPr wrap="square" lIns="45718" tIns="45718" rIns="45718" bIns="45718" numCol="1" anchor="t">
            <a:noAutofit/>
          </a:bodyPr>
          <a:lstStyle/>
          <a:p>
            <a:endParaRPr/>
          </a:p>
        </p:txBody>
      </p:sp>
      <p:sp>
        <p:nvSpPr>
          <p:cNvPr id="4" name="直接连接符 29"/>
          <p:cNvSpPr/>
          <p:nvPr>
            <p:custDataLst>
              <p:tags r:id="rId3"/>
            </p:custDataLst>
          </p:nvPr>
        </p:nvSpPr>
        <p:spPr>
          <a:xfrm flipH="1">
            <a:off x="7506335" y="2759075"/>
            <a:ext cx="0" cy="1673225"/>
          </a:xfrm>
          <a:prstGeom prst="line">
            <a:avLst/>
          </a:prstGeom>
          <a:noFill/>
          <a:ln w="6350" cap="flat">
            <a:solidFill>
              <a:srgbClr val="53C800"/>
            </a:solidFill>
            <a:prstDash val="solid"/>
            <a:miter lim="800000"/>
          </a:ln>
          <a:effectLst/>
        </p:spPr>
        <p:txBody>
          <a:bodyPr wrap="square" lIns="45718" tIns="45718" rIns="45718" bIns="45718" numCol="1" anchor="t">
            <a:noAutofit/>
          </a:bodyPr>
          <a:lstStyle/>
          <a:p>
            <a:endParaRPr/>
          </a:p>
        </p:txBody>
      </p:sp>
      <p:sp>
        <p:nvSpPr>
          <p:cNvPr id="5" name="直接连接符 42"/>
          <p:cNvSpPr/>
          <p:nvPr>
            <p:custDataLst>
              <p:tags r:id="rId4"/>
            </p:custDataLst>
          </p:nvPr>
        </p:nvSpPr>
        <p:spPr>
          <a:xfrm flipH="1">
            <a:off x="5634355" y="2794000"/>
            <a:ext cx="0" cy="396875"/>
          </a:xfrm>
          <a:prstGeom prst="line">
            <a:avLst/>
          </a:prstGeom>
          <a:noFill/>
          <a:ln w="6350" cap="flat">
            <a:solidFill>
              <a:srgbClr val="53C800"/>
            </a:solidFill>
            <a:prstDash val="solid"/>
            <a:miter lim="800000"/>
          </a:ln>
          <a:effectLst/>
        </p:spPr>
        <p:txBody>
          <a:bodyPr wrap="square" lIns="45718" tIns="45718" rIns="45718" bIns="45718" numCol="1" anchor="t">
            <a:noAutofit/>
          </a:bodyPr>
          <a:lstStyle/>
          <a:p>
            <a:endParaRPr/>
          </a:p>
        </p:txBody>
      </p:sp>
      <p:sp>
        <p:nvSpPr>
          <p:cNvPr id="6" name="直接连接符 46"/>
          <p:cNvSpPr/>
          <p:nvPr>
            <p:custDataLst>
              <p:tags r:id="rId5"/>
            </p:custDataLst>
          </p:nvPr>
        </p:nvSpPr>
        <p:spPr>
          <a:xfrm flipH="1">
            <a:off x="9382760" y="2755900"/>
            <a:ext cx="0" cy="396875"/>
          </a:xfrm>
          <a:prstGeom prst="line">
            <a:avLst/>
          </a:prstGeom>
          <a:noFill/>
          <a:ln w="6350" cap="flat">
            <a:solidFill>
              <a:srgbClr val="53C800"/>
            </a:solidFill>
            <a:prstDash val="solid"/>
            <a:miter lim="800000"/>
          </a:ln>
          <a:effectLst/>
        </p:spPr>
        <p:txBody>
          <a:bodyPr wrap="square" lIns="45718" tIns="45718" rIns="45718" bIns="45718" numCol="1" anchor="t">
            <a:noAutofit/>
          </a:bodyPr>
          <a:lstStyle/>
          <a:p>
            <a:endParaRPr/>
          </a:p>
        </p:txBody>
      </p:sp>
      <p:sp>
        <p:nvSpPr>
          <p:cNvPr id="7" name="直接箭头连接符 52"/>
          <p:cNvSpPr/>
          <p:nvPr>
            <p:custDataLst>
              <p:tags r:id="rId6"/>
            </p:custDataLst>
          </p:nvPr>
        </p:nvSpPr>
        <p:spPr>
          <a:xfrm>
            <a:off x="1343660" y="2705100"/>
            <a:ext cx="8888730" cy="0"/>
          </a:xfrm>
          <a:prstGeom prst="line">
            <a:avLst/>
          </a:prstGeom>
          <a:ln w="28575">
            <a:solidFill>
              <a:srgbClr val="006CD9"/>
            </a:solidFill>
            <a:miter/>
            <a:tailEnd type="triangle"/>
          </a:ln>
        </p:spPr>
        <p:txBody>
          <a:bodyPr lIns="45718" tIns="45718" rIns="45718" bIns="45718"/>
          <a:lstStyle/>
          <a:p>
            <a:endParaRPr/>
          </a:p>
        </p:txBody>
      </p:sp>
      <p:sp>
        <p:nvSpPr>
          <p:cNvPr id="8" name="椭圆 9"/>
          <p:cNvSpPr/>
          <p:nvPr>
            <p:custDataLst>
              <p:tags r:id="rId7"/>
            </p:custDataLst>
          </p:nvPr>
        </p:nvSpPr>
        <p:spPr>
          <a:xfrm>
            <a:off x="1783080" y="2628900"/>
            <a:ext cx="152400" cy="152400"/>
          </a:xfrm>
          <a:prstGeom prst="ellipse">
            <a:avLst/>
          </a:prstGeom>
          <a:solidFill>
            <a:schemeClr val="bg1"/>
          </a:solidFill>
          <a:ln w="22225">
            <a:solidFill>
              <a:srgbClr val="53C800"/>
            </a:solidFill>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 name="椭圆 10"/>
          <p:cNvSpPr/>
          <p:nvPr>
            <p:custDataLst>
              <p:tags r:id="rId8"/>
            </p:custDataLst>
          </p:nvPr>
        </p:nvSpPr>
        <p:spPr>
          <a:xfrm>
            <a:off x="3681730" y="2628900"/>
            <a:ext cx="152400" cy="152400"/>
          </a:xfrm>
          <a:prstGeom prst="ellipse">
            <a:avLst/>
          </a:prstGeom>
          <a:solidFill>
            <a:schemeClr val="bg1"/>
          </a:solidFill>
          <a:ln w="22225">
            <a:solidFill>
              <a:srgbClr val="53C800"/>
            </a:solidFill>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0" name="椭圆 11"/>
          <p:cNvSpPr/>
          <p:nvPr>
            <p:custDataLst>
              <p:tags r:id="rId9"/>
            </p:custDataLst>
          </p:nvPr>
        </p:nvSpPr>
        <p:spPr>
          <a:xfrm>
            <a:off x="5558155" y="2628900"/>
            <a:ext cx="152400" cy="152400"/>
          </a:xfrm>
          <a:prstGeom prst="ellipse">
            <a:avLst/>
          </a:prstGeom>
          <a:solidFill>
            <a:schemeClr val="bg1"/>
          </a:solidFill>
          <a:ln w="22225">
            <a:solidFill>
              <a:srgbClr val="53C800"/>
            </a:solidFill>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1" name="椭圆 12"/>
          <p:cNvSpPr/>
          <p:nvPr>
            <p:custDataLst>
              <p:tags r:id="rId10"/>
            </p:custDataLst>
          </p:nvPr>
        </p:nvSpPr>
        <p:spPr>
          <a:xfrm>
            <a:off x="7439660" y="2628900"/>
            <a:ext cx="152400" cy="152400"/>
          </a:xfrm>
          <a:prstGeom prst="ellipse">
            <a:avLst/>
          </a:prstGeom>
          <a:solidFill>
            <a:schemeClr val="bg1"/>
          </a:solidFill>
          <a:ln w="22225">
            <a:solidFill>
              <a:srgbClr val="53C800"/>
            </a:solidFill>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2" name="椭圆 13"/>
          <p:cNvSpPr/>
          <p:nvPr>
            <p:custDataLst>
              <p:tags r:id="rId11"/>
            </p:custDataLst>
          </p:nvPr>
        </p:nvSpPr>
        <p:spPr>
          <a:xfrm>
            <a:off x="9303385" y="2628900"/>
            <a:ext cx="152400" cy="152400"/>
          </a:xfrm>
          <a:prstGeom prst="ellipse">
            <a:avLst/>
          </a:prstGeom>
          <a:solidFill>
            <a:schemeClr val="bg1"/>
          </a:solidFill>
          <a:ln w="22225">
            <a:solidFill>
              <a:srgbClr val="53C800"/>
            </a:solidFill>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3" name="椭圆 16"/>
          <p:cNvSpPr/>
          <p:nvPr>
            <p:custDataLst>
              <p:tags r:id="rId12"/>
            </p:custDataLst>
          </p:nvPr>
        </p:nvSpPr>
        <p:spPr>
          <a:xfrm>
            <a:off x="1829435" y="3164205"/>
            <a:ext cx="76200" cy="76200"/>
          </a:xfrm>
          <a:prstGeom prst="ellipse">
            <a:avLst/>
          </a:prstGeom>
          <a:solidFill>
            <a:srgbClr val="FFFFFF"/>
          </a:solidFill>
          <a:ln w="12700" cap="flat">
            <a:solidFill>
              <a:srgbClr val="53C800"/>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4" name="椭圆 19"/>
          <p:cNvSpPr/>
          <p:nvPr>
            <p:custDataLst>
              <p:tags r:id="rId13"/>
            </p:custDataLst>
          </p:nvPr>
        </p:nvSpPr>
        <p:spPr>
          <a:xfrm>
            <a:off x="3719830" y="4438650"/>
            <a:ext cx="76200" cy="76200"/>
          </a:xfrm>
          <a:prstGeom prst="ellipse">
            <a:avLst/>
          </a:prstGeom>
          <a:solidFill>
            <a:srgbClr val="FFFFFF"/>
          </a:solidFill>
          <a:ln w="12700" cap="flat">
            <a:solidFill>
              <a:srgbClr val="53C800"/>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 name="椭圆 22"/>
          <p:cNvSpPr/>
          <p:nvPr>
            <p:custDataLst>
              <p:tags r:id="rId14"/>
            </p:custDataLst>
          </p:nvPr>
        </p:nvSpPr>
        <p:spPr>
          <a:xfrm>
            <a:off x="7468235" y="4432300"/>
            <a:ext cx="76200" cy="76200"/>
          </a:xfrm>
          <a:prstGeom prst="ellipse">
            <a:avLst/>
          </a:prstGeom>
          <a:solidFill>
            <a:srgbClr val="FFFFFF"/>
          </a:solidFill>
          <a:ln w="12700" cap="flat">
            <a:solidFill>
              <a:srgbClr val="53C800"/>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 name="矩形 37"/>
          <p:cNvSpPr txBox="1"/>
          <p:nvPr>
            <p:custDataLst>
              <p:tags r:id="rId15"/>
            </p:custDataLst>
          </p:nvPr>
        </p:nvSpPr>
        <p:spPr>
          <a:xfrm>
            <a:off x="1738630" y="3254375"/>
            <a:ext cx="1955165" cy="101346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17" name="矩形 40"/>
          <p:cNvSpPr txBox="1"/>
          <p:nvPr>
            <p:custDataLst>
              <p:tags r:id="rId16"/>
            </p:custDataLst>
          </p:nvPr>
        </p:nvSpPr>
        <p:spPr>
          <a:xfrm>
            <a:off x="3632200" y="4529455"/>
            <a:ext cx="1956435" cy="101346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18" name="椭圆 27"/>
          <p:cNvSpPr/>
          <p:nvPr>
            <p:custDataLst>
              <p:tags r:id="rId17"/>
            </p:custDataLst>
          </p:nvPr>
        </p:nvSpPr>
        <p:spPr>
          <a:xfrm>
            <a:off x="5596255" y="3190875"/>
            <a:ext cx="76200" cy="76200"/>
          </a:xfrm>
          <a:prstGeom prst="ellipse">
            <a:avLst/>
          </a:prstGeom>
          <a:solidFill>
            <a:srgbClr val="FFFFFF"/>
          </a:solidFill>
          <a:ln w="12700" cap="flat">
            <a:solidFill>
              <a:srgbClr val="53C800"/>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9" name="矩形 44"/>
          <p:cNvSpPr txBox="1"/>
          <p:nvPr>
            <p:custDataLst>
              <p:tags r:id="rId18"/>
            </p:custDataLst>
          </p:nvPr>
        </p:nvSpPr>
        <p:spPr>
          <a:xfrm>
            <a:off x="5505450" y="3254375"/>
            <a:ext cx="1955165" cy="101346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20" name="椭圆 31"/>
          <p:cNvSpPr/>
          <p:nvPr>
            <p:custDataLst>
              <p:tags r:id="rId19"/>
            </p:custDataLst>
          </p:nvPr>
        </p:nvSpPr>
        <p:spPr>
          <a:xfrm>
            <a:off x="9344660" y="3152775"/>
            <a:ext cx="76200" cy="76200"/>
          </a:xfrm>
          <a:prstGeom prst="ellipse">
            <a:avLst/>
          </a:prstGeom>
          <a:solidFill>
            <a:srgbClr val="FFFFFF"/>
          </a:solidFill>
          <a:ln w="12700" cap="flat">
            <a:solidFill>
              <a:srgbClr val="53C800"/>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21" name="矩形 48"/>
          <p:cNvSpPr txBox="1"/>
          <p:nvPr>
            <p:custDataLst>
              <p:tags r:id="rId20"/>
            </p:custDataLst>
          </p:nvPr>
        </p:nvSpPr>
        <p:spPr>
          <a:xfrm>
            <a:off x="9253855" y="3254375"/>
            <a:ext cx="1955165" cy="101346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22" name="矩形 49"/>
          <p:cNvSpPr txBox="1"/>
          <p:nvPr>
            <p:custDataLst>
              <p:tags r:id="rId21"/>
            </p:custDataLst>
          </p:nvPr>
        </p:nvSpPr>
        <p:spPr>
          <a:xfrm>
            <a:off x="7396480" y="4529455"/>
            <a:ext cx="1955165" cy="101346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grpSp>
        <p:nvGrpSpPr>
          <p:cNvPr id="23" name="组合 22"/>
          <p:cNvGrpSpPr/>
          <p:nvPr>
            <p:custDataLst>
              <p:tags r:id="rId22"/>
            </p:custDataLst>
          </p:nvPr>
        </p:nvGrpSpPr>
        <p:grpSpPr>
          <a:xfrm>
            <a:off x="9103360" y="1849755"/>
            <a:ext cx="552450" cy="554990"/>
            <a:chOff x="14336" y="2913"/>
            <a:chExt cx="870" cy="874"/>
          </a:xfrm>
        </p:grpSpPr>
        <p:sp>
          <p:nvSpPr>
            <p:cNvPr id="24" name="泪滴形 3"/>
            <p:cNvSpPr/>
            <p:nvPr>
              <p:custDataLst>
                <p:tags r:id="rId35"/>
              </p:custDataLst>
            </p:nvPr>
          </p:nvSpPr>
          <p:spPr>
            <a:xfrm rot="8100000">
              <a:off x="14336" y="2917"/>
              <a:ext cx="870" cy="87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5" name="矩形 57"/>
            <p:cNvSpPr txBox="1"/>
            <p:nvPr>
              <p:custDataLst>
                <p:tags r:id="rId36"/>
              </p:custDataLst>
            </p:nvPr>
          </p:nvSpPr>
          <p:spPr>
            <a:xfrm>
              <a:off x="14445" y="2913"/>
              <a:ext cx="651" cy="869"/>
            </a:xfrm>
            <a:prstGeom prst="rect">
              <a:avLst/>
            </a:prstGeom>
            <a:ln w="12700">
              <a:miter lim="400000"/>
            </a:ln>
          </p:spPr>
          <p:txBody>
            <a:bodyPr lIns="45718" tIns="45718" rIns="45718" bIns="45718">
              <a:spAutoFit/>
            </a:bodyPr>
            <a:lstStyle>
              <a:lvl1pPr algn="r">
                <a:lnSpc>
                  <a:spcPct val="150000"/>
                </a:lnSpc>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05</a:t>
              </a:r>
            </a:p>
          </p:txBody>
        </p:sp>
      </p:grpSp>
      <p:grpSp>
        <p:nvGrpSpPr>
          <p:cNvPr id="26" name="组合 25"/>
          <p:cNvGrpSpPr/>
          <p:nvPr>
            <p:custDataLst>
              <p:tags r:id="rId23"/>
            </p:custDataLst>
          </p:nvPr>
        </p:nvGrpSpPr>
        <p:grpSpPr>
          <a:xfrm>
            <a:off x="7239635" y="1849755"/>
            <a:ext cx="552450" cy="554990"/>
            <a:chOff x="14336" y="2913"/>
            <a:chExt cx="870" cy="874"/>
          </a:xfrm>
        </p:grpSpPr>
        <p:sp>
          <p:nvSpPr>
            <p:cNvPr id="27" name="泪滴形 3"/>
            <p:cNvSpPr/>
            <p:nvPr>
              <p:custDataLst>
                <p:tags r:id="rId33"/>
              </p:custDataLst>
            </p:nvPr>
          </p:nvSpPr>
          <p:spPr>
            <a:xfrm rot="8100000">
              <a:off x="14336" y="2917"/>
              <a:ext cx="870" cy="87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8" name="矩形 57"/>
            <p:cNvSpPr txBox="1"/>
            <p:nvPr>
              <p:custDataLst>
                <p:tags r:id="rId34"/>
              </p:custDataLst>
            </p:nvPr>
          </p:nvSpPr>
          <p:spPr>
            <a:xfrm>
              <a:off x="14445" y="2913"/>
              <a:ext cx="651" cy="869"/>
            </a:xfrm>
            <a:prstGeom prst="rect">
              <a:avLst/>
            </a:prstGeom>
            <a:ln w="12700">
              <a:miter lim="400000"/>
            </a:ln>
          </p:spPr>
          <p:txBody>
            <a:bodyPr lIns="45718" tIns="45718" rIns="45718" bIns="45718">
              <a:spAutoFit/>
            </a:bodyPr>
            <a:lstStyle>
              <a:lvl1pPr algn="r">
                <a:lnSpc>
                  <a:spcPct val="150000"/>
                </a:lnSpc>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a:t>
              </a:r>
              <a:r>
                <a:rPr lang="en-US"/>
                <a:t>4</a:t>
              </a:r>
            </a:p>
          </p:txBody>
        </p:sp>
      </p:grpSp>
      <p:grpSp>
        <p:nvGrpSpPr>
          <p:cNvPr id="29" name="组合 28"/>
          <p:cNvGrpSpPr/>
          <p:nvPr>
            <p:custDataLst>
              <p:tags r:id="rId24"/>
            </p:custDataLst>
          </p:nvPr>
        </p:nvGrpSpPr>
        <p:grpSpPr>
          <a:xfrm>
            <a:off x="5358130" y="1849755"/>
            <a:ext cx="552450" cy="554990"/>
            <a:chOff x="14336" y="2913"/>
            <a:chExt cx="870" cy="874"/>
          </a:xfrm>
        </p:grpSpPr>
        <p:sp>
          <p:nvSpPr>
            <p:cNvPr id="30" name="泪滴形 3"/>
            <p:cNvSpPr/>
            <p:nvPr>
              <p:custDataLst>
                <p:tags r:id="rId31"/>
              </p:custDataLst>
            </p:nvPr>
          </p:nvSpPr>
          <p:spPr>
            <a:xfrm rot="8100000">
              <a:off x="14336" y="2917"/>
              <a:ext cx="870" cy="87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1" name="矩形 57"/>
            <p:cNvSpPr txBox="1"/>
            <p:nvPr>
              <p:custDataLst>
                <p:tags r:id="rId32"/>
              </p:custDataLst>
            </p:nvPr>
          </p:nvSpPr>
          <p:spPr>
            <a:xfrm>
              <a:off x="14445" y="2913"/>
              <a:ext cx="651" cy="869"/>
            </a:xfrm>
            <a:prstGeom prst="rect">
              <a:avLst/>
            </a:prstGeom>
            <a:ln w="12700">
              <a:miter lim="400000"/>
            </a:ln>
          </p:spPr>
          <p:txBody>
            <a:bodyPr lIns="45718" tIns="45718" rIns="45718" bIns="45718">
              <a:spAutoFit/>
            </a:bodyPr>
            <a:lstStyle>
              <a:lvl1pPr algn="r">
                <a:lnSpc>
                  <a:spcPct val="150000"/>
                </a:lnSpc>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a:t>
              </a:r>
              <a:r>
                <a:rPr lang="en-US"/>
                <a:t>3</a:t>
              </a:r>
            </a:p>
          </p:txBody>
        </p:sp>
      </p:grpSp>
      <p:grpSp>
        <p:nvGrpSpPr>
          <p:cNvPr id="32" name="组合 31"/>
          <p:cNvGrpSpPr/>
          <p:nvPr>
            <p:custDataLst>
              <p:tags r:id="rId25"/>
            </p:custDataLst>
          </p:nvPr>
        </p:nvGrpSpPr>
        <p:grpSpPr>
          <a:xfrm>
            <a:off x="3481705" y="1849755"/>
            <a:ext cx="552450" cy="554990"/>
            <a:chOff x="14336" y="2913"/>
            <a:chExt cx="870" cy="874"/>
          </a:xfrm>
        </p:grpSpPr>
        <p:sp>
          <p:nvSpPr>
            <p:cNvPr id="33" name="泪滴形 3"/>
            <p:cNvSpPr/>
            <p:nvPr>
              <p:custDataLst>
                <p:tags r:id="rId29"/>
              </p:custDataLst>
            </p:nvPr>
          </p:nvSpPr>
          <p:spPr>
            <a:xfrm rot="8100000">
              <a:off x="14336" y="2917"/>
              <a:ext cx="870" cy="87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4" name="矩形 57"/>
            <p:cNvSpPr txBox="1"/>
            <p:nvPr>
              <p:custDataLst>
                <p:tags r:id="rId30"/>
              </p:custDataLst>
            </p:nvPr>
          </p:nvSpPr>
          <p:spPr>
            <a:xfrm>
              <a:off x="14445" y="2913"/>
              <a:ext cx="651" cy="869"/>
            </a:xfrm>
            <a:prstGeom prst="rect">
              <a:avLst/>
            </a:prstGeom>
            <a:ln w="12700">
              <a:miter lim="400000"/>
            </a:ln>
          </p:spPr>
          <p:txBody>
            <a:bodyPr lIns="45718" tIns="45718" rIns="45718" bIns="45718">
              <a:spAutoFit/>
            </a:bodyPr>
            <a:lstStyle>
              <a:lvl1pPr algn="r">
                <a:lnSpc>
                  <a:spcPct val="150000"/>
                </a:lnSpc>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a:t>
              </a:r>
              <a:r>
                <a:rPr lang="en-US"/>
                <a:t>2</a:t>
              </a:r>
            </a:p>
          </p:txBody>
        </p:sp>
      </p:grpSp>
      <p:grpSp>
        <p:nvGrpSpPr>
          <p:cNvPr id="35" name="组合 34"/>
          <p:cNvGrpSpPr/>
          <p:nvPr>
            <p:custDataLst>
              <p:tags r:id="rId26"/>
            </p:custDataLst>
          </p:nvPr>
        </p:nvGrpSpPr>
        <p:grpSpPr>
          <a:xfrm>
            <a:off x="1591310" y="1849755"/>
            <a:ext cx="552450" cy="554990"/>
            <a:chOff x="14336" y="2913"/>
            <a:chExt cx="870" cy="874"/>
          </a:xfrm>
        </p:grpSpPr>
        <p:sp>
          <p:nvSpPr>
            <p:cNvPr id="36" name="泪滴形 3"/>
            <p:cNvSpPr/>
            <p:nvPr>
              <p:custDataLst>
                <p:tags r:id="rId27"/>
              </p:custDataLst>
            </p:nvPr>
          </p:nvSpPr>
          <p:spPr>
            <a:xfrm rot="8100000">
              <a:off x="14336" y="2917"/>
              <a:ext cx="870" cy="870"/>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7" name="矩形 57"/>
            <p:cNvSpPr txBox="1"/>
            <p:nvPr>
              <p:custDataLst>
                <p:tags r:id="rId28"/>
              </p:custDataLst>
            </p:nvPr>
          </p:nvSpPr>
          <p:spPr>
            <a:xfrm>
              <a:off x="14445" y="2913"/>
              <a:ext cx="651" cy="869"/>
            </a:xfrm>
            <a:prstGeom prst="rect">
              <a:avLst/>
            </a:prstGeom>
            <a:ln w="12700">
              <a:miter lim="400000"/>
            </a:ln>
          </p:spPr>
          <p:txBody>
            <a:bodyPr lIns="45718" tIns="45718" rIns="45718" bIns="45718">
              <a:spAutoFit/>
            </a:bodyPr>
            <a:lstStyle>
              <a:lvl1pPr algn="r">
                <a:lnSpc>
                  <a:spcPct val="150000"/>
                </a:lnSpc>
                <a:defRPr sz="2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a:t>
              </a:r>
              <a:r>
                <a:rPr lang="en-US"/>
                <a:t>1</a:t>
              </a:r>
            </a:p>
          </p:txBody>
        </p:sp>
      </p:gr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 name="矩形 30"/>
          <p:cNvSpPr/>
          <p:nvPr/>
        </p:nvSpPr>
        <p:spPr>
          <a:xfrm>
            <a:off x="0" y="1924765"/>
            <a:ext cx="12192000" cy="3702208"/>
          </a:xfrm>
          <a:prstGeom prst="rect">
            <a:avLst/>
          </a:pr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15"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13" name="Straight Connector 20"/>
          <p:cNvSpPr/>
          <p:nvPr/>
        </p:nvSpPr>
        <p:spPr>
          <a:xfrm flipV="1">
            <a:off x="4044632" y="3732116"/>
            <a:ext cx="2" cy="630335"/>
          </a:xfrm>
          <a:prstGeom prst="line">
            <a:avLst/>
          </a:prstGeom>
          <a:ln w="19050">
            <a:solidFill>
              <a:srgbClr val="0185FF"/>
            </a:solidFill>
            <a:miter/>
            <a:tailEnd type="oval"/>
          </a:ln>
        </p:spPr>
        <p:txBody>
          <a:bodyPr lIns="45718" tIns="45718" rIns="45718" bIns="45718"/>
          <a:lstStyle/>
          <a:p>
            <a:endParaRPr/>
          </a:p>
        </p:txBody>
      </p:sp>
      <p:sp>
        <p:nvSpPr>
          <p:cNvPr id="14" name="Straight Connector 21"/>
          <p:cNvSpPr/>
          <p:nvPr/>
        </p:nvSpPr>
        <p:spPr>
          <a:xfrm flipV="1">
            <a:off x="6071870" y="3038474"/>
            <a:ext cx="1" cy="630335"/>
          </a:xfrm>
          <a:prstGeom prst="line">
            <a:avLst/>
          </a:prstGeom>
          <a:ln w="19050">
            <a:solidFill>
              <a:srgbClr val="0091DA"/>
            </a:solidFill>
            <a:miter/>
            <a:headEnd type="oval"/>
          </a:ln>
        </p:spPr>
        <p:txBody>
          <a:bodyPr lIns="45718" tIns="45718" rIns="45718" bIns="45718"/>
          <a:lstStyle/>
          <a:p>
            <a:endParaRPr/>
          </a:p>
        </p:txBody>
      </p:sp>
      <p:sp>
        <p:nvSpPr>
          <p:cNvPr id="15" name="Straight Connector 22"/>
          <p:cNvSpPr/>
          <p:nvPr/>
        </p:nvSpPr>
        <p:spPr>
          <a:xfrm flipV="1">
            <a:off x="8099107" y="3732116"/>
            <a:ext cx="2" cy="630335"/>
          </a:xfrm>
          <a:prstGeom prst="line">
            <a:avLst/>
          </a:prstGeom>
          <a:ln w="19050">
            <a:solidFill>
              <a:srgbClr val="0185FF"/>
            </a:solidFill>
            <a:miter/>
            <a:tailEnd type="oval"/>
          </a:ln>
        </p:spPr>
        <p:txBody>
          <a:bodyPr lIns="45718" tIns="45718" rIns="45718" bIns="45718"/>
          <a:lstStyle/>
          <a:p>
            <a:endParaRPr/>
          </a:p>
        </p:txBody>
      </p:sp>
      <p:sp>
        <p:nvSpPr>
          <p:cNvPr id="16" name="Straight Connector 23"/>
          <p:cNvSpPr/>
          <p:nvPr/>
        </p:nvSpPr>
        <p:spPr>
          <a:xfrm flipV="1">
            <a:off x="10126343" y="3038474"/>
            <a:ext cx="2" cy="630335"/>
          </a:xfrm>
          <a:prstGeom prst="line">
            <a:avLst/>
          </a:prstGeom>
          <a:ln w="19050">
            <a:solidFill>
              <a:srgbClr val="006CD9"/>
            </a:solidFill>
            <a:miter/>
            <a:headEnd type="oval"/>
          </a:ln>
        </p:spPr>
        <p:txBody>
          <a:bodyPr lIns="45718" tIns="45718" rIns="45718" bIns="45718"/>
          <a:lstStyle/>
          <a:p>
            <a:endParaRPr/>
          </a:p>
        </p:txBody>
      </p:sp>
      <p:sp>
        <p:nvSpPr>
          <p:cNvPr id="17" name="Straight Connector 19"/>
          <p:cNvSpPr/>
          <p:nvPr/>
        </p:nvSpPr>
        <p:spPr>
          <a:xfrm flipV="1">
            <a:off x="2017395" y="3038474"/>
            <a:ext cx="2" cy="630335"/>
          </a:xfrm>
          <a:prstGeom prst="line">
            <a:avLst/>
          </a:prstGeom>
          <a:ln w="19050">
            <a:solidFill>
              <a:srgbClr val="006CD9"/>
            </a:solidFill>
            <a:miter/>
            <a:headEnd type="oval"/>
          </a:ln>
        </p:spPr>
        <p:txBody>
          <a:bodyPr lIns="45718" tIns="45718" rIns="45718" bIns="45718"/>
          <a:lstStyle/>
          <a:p>
            <a:endParaRPr/>
          </a:p>
        </p:txBody>
      </p:sp>
      <p:sp>
        <p:nvSpPr>
          <p:cNvPr id="22" name="矩形 35"/>
          <p:cNvSpPr txBox="1"/>
          <p:nvPr/>
        </p:nvSpPr>
        <p:spPr>
          <a:xfrm>
            <a:off x="3082607" y="2233614"/>
            <a:ext cx="1954848" cy="1069339"/>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23" name="矩形 36"/>
          <p:cNvSpPr txBox="1"/>
          <p:nvPr/>
        </p:nvSpPr>
        <p:spPr>
          <a:xfrm>
            <a:off x="1350643" y="4184650"/>
            <a:ext cx="1954852" cy="1069339"/>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24" name="矩形 37"/>
          <p:cNvSpPr txBox="1"/>
          <p:nvPr/>
        </p:nvSpPr>
        <p:spPr>
          <a:xfrm>
            <a:off x="5128893" y="4184650"/>
            <a:ext cx="1954851" cy="1069339"/>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25" name="矩形 38"/>
          <p:cNvSpPr txBox="1"/>
          <p:nvPr/>
        </p:nvSpPr>
        <p:spPr>
          <a:xfrm>
            <a:off x="7173593" y="2233614"/>
            <a:ext cx="1954851" cy="1069339"/>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26" name="矩形 39"/>
          <p:cNvSpPr txBox="1"/>
          <p:nvPr/>
        </p:nvSpPr>
        <p:spPr>
          <a:xfrm>
            <a:off x="9026207" y="4184650"/>
            <a:ext cx="1954848" cy="1069339"/>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27" name="椭圆 4"/>
          <p:cNvSpPr>
            <a:spLocks noChangeAspect="1"/>
          </p:cNvSpPr>
          <p:nvPr>
            <p:custDataLst>
              <p:tags r:id="rId1"/>
            </p:custDataLst>
          </p:nvPr>
        </p:nvSpPr>
        <p:spPr>
          <a:xfrm>
            <a:off x="1235710" y="4330700"/>
            <a:ext cx="72000" cy="7200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8" name="椭圆 4"/>
          <p:cNvSpPr>
            <a:spLocks noChangeAspect="1"/>
          </p:cNvSpPr>
          <p:nvPr>
            <p:custDataLst>
              <p:tags r:id="rId2"/>
            </p:custDataLst>
          </p:nvPr>
        </p:nvSpPr>
        <p:spPr>
          <a:xfrm>
            <a:off x="2980055" y="2381250"/>
            <a:ext cx="72000" cy="7200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9" name="椭圆 4"/>
          <p:cNvSpPr>
            <a:spLocks noChangeAspect="1"/>
          </p:cNvSpPr>
          <p:nvPr>
            <p:custDataLst>
              <p:tags r:id="rId3"/>
            </p:custDataLst>
          </p:nvPr>
        </p:nvSpPr>
        <p:spPr>
          <a:xfrm>
            <a:off x="7084060" y="2381250"/>
            <a:ext cx="72000" cy="7200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0" name="椭圆 4"/>
          <p:cNvSpPr>
            <a:spLocks noChangeAspect="1"/>
          </p:cNvSpPr>
          <p:nvPr>
            <p:custDataLst>
              <p:tags r:id="rId4"/>
            </p:custDataLst>
          </p:nvPr>
        </p:nvSpPr>
        <p:spPr>
          <a:xfrm>
            <a:off x="5026025" y="4330700"/>
            <a:ext cx="72000" cy="7200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1" name="椭圆 30"/>
          <p:cNvSpPr>
            <a:spLocks noChangeAspect="1"/>
          </p:cNvSpPr>
          <p:nvPr>
            <p:custDataLst>
              <p:tags r:id="rId5"/>
            </p:custDataLst>
          </p:nvPr>
        </p:nvSpPr>
        <p:spPr>
          <a:xfrm>
            <a:off x="8907145" y="4330700"/>
            <a:ext cx="72000" cy="7200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2" name="Oval 14"/>
          <p:cNvSpPr/>
          <p:nvPr/>
        </p:nvSpPr>
        <p:spPr>
          <a:xfrm>
            <a:off x="1582420" y="2350770"/>
            <a:ext cx="867410" cy="867410"/>
          </a:xfrm>
          <a:prstGeom prst="ellipse">
            <a:avLst/>
          </a:prstGeom>
          <a:solidFill>
            <a:srgbClr val="006CD9"/>
          </a:solidFill>
          <a:ln w="12700">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33" name="Freeform 20"/>
          <p:cNvSpPr/>
          <p:nvPr/>
        </p:nvSpPr>
        <p:spPr>
          <a:xfrm>
            <a:off x="1855788" y="2624138"/>
            <a:ext cx="320677" cy="322264"/>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34" name="Oval 14"/>
          <p:cNvSpPr/>
          <p:nvPr/>
        </p:nvSpPr>
        <p:spPr>
          <a:xfrm>
            <a:off x="5636896" y="2350773"/>
            <a:ext cx="867410" cy="867410"/>
          </a:xfrm>
          <a:prstGeom prst="ellipse">
            <a:avLst/>
          </a:prstGeom>
          <a:solidFill>
            <a:srgbClr val="3BA5FF"/>
          </a:solidFill>
          <a:ln w="12700">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35" name="Oval 14"/>
          <p:cNvSpPr/>
          <p:nvPr/>
        </p:nvSpPr>
        <p:spPr>
          <a:xfrm>
            <a:off x="9691372" y="2350773"/>
            <a:ext cx="867410" cy="867410"/>
          </a:xfrm>
          <a:prstGeom prst="ellipse">
            <a:avLst/>
          </a:prstGeom>
          <a:solidFill>
            <a:srgbClr val="006CD9"/>
          </a:solidFill>
          <a:ln w="12700">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36" name="Oval 14"/>
          <p:cNvSpPr/>
          <p:nvPr/>
        </p:nvSpPr>
        <p:spPr>
          <a:xfrm>
            <a:off x="7664134" y="4273233"/>
            <a:ext cx="867410" cy="867410"/>
          </a:xfrm>
          <a:prstGeom prst="ellipse">
            <a:avLst/>
          </a:prstGeom>
          <a:solidFill>
            <a:srgbClr val="0185FF"/>
          </a:solidFill>
          <a:ln w="12700">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37" name="Oval 14"/>
          <p:cNvSpPr/>
          <p:nvPr/>
        </p:nvSpPr>
        <p:spPr>
          <a:xfrm>
            <a:off x="3609658" y="4273233"/>
            <a:ext cx="867410" cy="867410"/>
          </a:xfrm>
          <a:prstGeom prst="ellipse">
            <a:avLst/>
          </a:prstGeom>
          <a:solidFill>
            <a:srgbClr val="0185FF"/>
          </a:solidFill>
          <a:ln w="12700">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38" name="Freeform 5"/>
          <p:cNvSpPr/>
          <p:nvPr/>
        </p:nvSpPr>
        <p:spPr>
          <a:xfrm>
            <a:off x="7902574" y="4516437"/>
            <a:ext cx="368302" cy="369889"/>
          </a:xfrm>
          <a:custGeom>
            <a:avLst/>
            <a:gdLst/>
            <a:ahLst/>
            <a:cxnLst>
              <a:cxn ang="0">
                <a:pos x="wd2" y="hd2"/>
              </a:cxn>
              <a:cxn ang="5400000">
                <a:pos x="wd2" y="hd2"/>
              </a:cxn>
              <a:cxn ang="10800000">
                <a:pos x="wd2" y="hd2"/>
              </a:cxn>
              <a:cxn ang="16200000">
                <a:pos x="wd2" y="hd2"/>
              </a:cxn>
            </a:cxnLst>
            <a:rect l="0" t="0" r="r" b="b"/>
            <a:pathLst>
              <a:path w="21600" h="21600" extrusionOk="0">
                <a:moveTo>
                  <a:pt x="19077" y="10800"/>
                </a:moveTo>
                <a:cubicBezTo>
                  <a:pt x="19077" y="8579"/>
                  <a:pt x="18168" y="6460"/>
                  <a:pt x="16654" y="4946"/>
                </a:cubicBezTo>
                <a:cubicBezTo>
                  <a:pt x="17159" y="4340"/>
                  <a:pt x="17159" y="4340"/>
                  <a:pt x="17159" y="4340"/>
                </a:cubicBezTo>
                <a:cubicBezTo>
                  <a:pt x="18875" y="6056"/>
                  <a:pt x="19783" y="8378"/>
                  <a:pt x="19783" y="10800"/>
                </a:cubicBezTo>
                <a:cubicBezTo>
                  <a:pt x="19783" y="11204"/>
                  <a:pt x="19783" y="11708"/>
                  <a:pt x="19783" y="12112"/>
                </a:cubicBezTo>
                <a:cubicBezTo>
                  <a:pt x="18976" y="12011"/>
                  <a:pt x="18976" y="12011"/>
                  <a:pt x="18976" y="12011"/>
                </a:cubicBezTo>
                <a:cubicBezTo>
                  <a:pt x="18976" y="11607"/>
                  <a:pt x="19077" y="11204"/>
                  <a:pt x="19077" y="10800"/>
                </a:cubicBezTo>
                <a:moveTo>
                  <a:pt x="21600" y="10800"/>
                </a:moveTo>
                <a:cubicBezTo>
                  <a:pt x="21600" y="16755"/>
                  <a:pt x="16755" y="21600"/>
                  <a:pt x="10800" y="21600"/>
                </a:cubicBezTo>
                <a:cubicBezTo>
                  <a:pt x="4845" y="21600"/>
                  <a:pt x="0" y="16755"/>
                  <a:pt x="0" y="10800"/>
                </a:cubicBezTo>
                <a:cubicBezTo>
                  <a:pt x="0" y="4845"/>
                  <a:pt x="4845" y="0"/>
                  <a:pt x="10800" y="0"/>
                </a:cubicBezTo>
                <a:cubicBezTo>
                  <a:pt x="16755" y="0"/>
                  <a:pt x="21600" y="4845"/>
                  <a:pt x="21600" y="10800"/>
                </a:cubicBezTo>
                <a:moveTo>
                  <a:pt x="1312" y="10800"/>
                </a:moveTo>
                <a:cubicBezTo>
                  <a:pt x="1312" y="12112"/>
                  <a:pt x="1615" y="13323"/>
                  <a:pt x="2019" y="14434"/>
                </a:cubicBezTo>
                <a:cubicBezTo>
                  <a:pt x="2120" y="14333"/>
                  <a:pt x="2321" y="14131"/>
                  <a:pt x="2523" y="14030"/>
                </a:cubicBezTo>
                <a:cubicBezTo>
                  <a:pt x="3836" y="13323"/>
                  <a:pt x="3836" y="13323"/>
                  <a:pt x="3836" y="13323"/>
                </a:cubicBezTo>
                <a:cubicBezTo>
                  <a:pt x="4441" y="13021"/>
                  <a:pt x="5350" y="12819"/>
                  <a:pt x="6056" y="12819"/>
                </a:cubicBezTo>
                <a:cubicBezTo>
                  <a:pt x="15544" y="12819"/>
                  <a:pt x="15544" y="12819"/>
                  <a:pt x="15544" y="12819"/>
                </a:cubicBezTo>
                <a:cubicBezTo>
                  <a:pt x="16150" y="12819"/>
                  <a:pt x="17159" y="13021"/>
                  <a:pt x="17764" y="13323"/>
                </a:cubicBezTo>
                <a:cubicBezTo>
                  <a:pt x="19077" y="14030"/>
                  <a:pt x="19077" y="14030"/>
                  <a:pt x="19077" y="14030"/>
                </a:cubicBezTo>
                <a:cubicBezTo>
                  <a:pt x="19178" y="14131"/>
                  <a:pt x="19379" y="14232"/>
                  <a:pt x="19480" y="14434"/>
                </a:cubicBezTo>
                <a:cubicBezTo>
                  <a:pt x="19985" y="13323"/>
                  <a:pt x="20187" y="12112"/>
                  <a:pt x="20187" y="10800"/>
                </a:cubicBezTo>
                <a:cubicBezTo>
                  <a:pt x="20187" y="5551"/>
                  <a:pt x="15948" y="1312"/>
                  <a:pt x="10800" y="1312"/>
                </a:cubicBezTo>
                <a:cubicBezTo>
                  <a:pt x="5551" y="1312"/>
                  <a:pt x="1312" y="5551"/>
                  <a:pt x="1312" y="10800"/>
                </a:cubicBezTo>
                <a:moveTo>
                  <a:pt x="13424" y="14938"/>
                </a:moveTo>
                <a:cubicBezTo>
                  <a:pt x="13424" y="14636"/>
                  <a:pt x="13222" y="14333"/>
                  <a:pt x="12920" y="14333"/>
                </a:cubicBezTo>
                <a:cubicBezTo>
                  <a:pt x="8579" y="14333"/>
                  <a:pt x="8579" y="14333"/>
                  <a:pt x="8579" y="14333"/>
                </a:cubicBezTo>
                <a:cubicBezTo>
                  <a:pt x="8277" y="14333"/>
                  <a:pt x="8075" y="14636"/>
                  <a:pt x="8075" y="14938"/>
                </a:cubicBezTo>
                <a:cubicBezTo>
                  <a:pt x="8075" y="15039"/>
                  <a:pt x="8075" y="15039"/>
                  <a:pt x="8075" y="15039"/>
                </a:cubicBezTo>
                <a:cubicBezTo>
                  <a:pt x="8075" y="15342"/>
                  <a:pt x="8277" y="15544"/>
                  <a:pt x="8579" y="15544"/>
                </a:cubicBezTo>
                <a:cubicBezTo>
                  <a:pt x="12920" y="15544"/>
                  <a:pt x="12920" y="15544"/>
                  <a:pt x="12920" y="15544"/>
                </a:cubicBezTo>
                <a:cubicBezTo>
                  <a:pt x="13222" y="15544"/>
                  <a:pt x="13424" y="15342"/>
                  <a:pt x="13424" y="15039"/>
                </a:cubicBezTo>
                <a:lnTo>
                  <a:pt x="13424" y="14938"/>
                </a:lnTo>
                <a:close/>
                <a:moveTo>
                  <a:pt x="10800" y="12314"/>
                </a:moveTo>
                <a:cubicBezTo>
                  <a:pt x="11305" y="12314"/>
                  <a:pt x="11809" y="12011"/>
                  <a:pt x="12011" y="11607"/>
                </a:cubicBezTo>
                <a:cubicBezTo>
                  <a:pt x="13323" y="11305"/>
                  <a:pt x="15140" y="11002"/>
                  <a:pt x="15140" y="11002"/>
                </a:cubicBezTo>
                <a:cubicBezTo>
                  <a:pt x="15746" y="10901"/>
                  <a:pt x="15746" y="10699"/>
                  <a:pt x="15140" y="10598"/>
                </a:cubicBezTo>
                <a:cubicBezTo>
                  <a:pt x="15140" y="10598"/>
                  <a:pt x="13323" y="10194"/>
                  <a:pt x="12011" y="9993"/>
                </a:cubicBezTo>
                <a:cubicBezTo>
                  <a:pt x="11809" y="9589"/>
                  <a:pt x="11305" y="9286"/>
                  <a:pt x="10800" y="9286"/>
                </a:cubicBezTo>
                <a:cubicBezTo>
                  <a:pt x="9892" y="9286"/>
                  <a:pt x="9286" y="9892"/>
                  <a:pt x="9286" y="10800"/>
                </a:cubicBezTo>
                <a:cubicBezTo>
                  <a:pt x="9286" y="11607"/>
                  <a:pt x="9892" y="12314"/>
                  <a:pt x="10800" y="12314"/>
                </a:cubicBezTo>
                <a:moveTo>
                  <a:pt x="10800" y="4542"/>
                </a:moveTo>
                <a:cubicBezTo>
                  <a:pt x="11002" y="4542"/>
                  <a:pt x="11204" y="4340"/>
                  <a:pt x="11204" y="4138"/>
                </a:cubicBezTo>
                <a:cubicBezTo>
                  <a:pt x="11204" y="3432"/>
                  <a:pt x="11204" y="3432"/>
                  <a:pt x="11204" y="3432"/>
                </a:cubicBezTo>
                <a:cubicBezTo>
                  <a:pt x="11204" y="3230"/>
                  <a:pt x="11002" y="3028"/>
                  <a:pt x="10800" y="3028"/>
                </a:cubicBezTo>
                <a:cubicBezTo>
                  <a:pt x="10598" y="3028"/>
                  <a:pt x="10396" y="3230"/>
                  <a:pt x="10396" y="3432"/>
                </a:cubicBezTo>
                <a:cubicBezTo>
                  <a:pt x="10396" y="4138"/>
                  <a:pt x="10396" y="4138"/>
                  <a:pt x="10396" y="4138"/>
                </a:cubicBezTo>
                <a:cubicBezTo>
                  <a:pt x="10396" y="4340"/>
                  <a:pt x="10598" y="4542"/>
                  <a:pt x="10800" y="4542"/>
                </a:cubicBezTo>
                <a:moveTo>
                  <a:pt x="18067" y="10396"/>
                </a:moveTo>
                <a:cubicBezTo>
                  <a:pt x="17361" y="10396"/>
                  <a:pt x="17361" y="10396"/>
                  <a:pt x="17361" y="10396"/>
                </a:cubicBezTo>
                <a:cubicBezTo>
                  <a:pt x="17159" y="10396"/>
                  <a:pt x="16957" y="10598"/>
                  <a:pt x="16957" y="10800"/>
                </a:cubicBezTo>
                <a:cubicBezTo>
                  <a:pt x="16957" y="11002"/>
                  <a:pt x="17159" y="11204"/>
                  <a:pt x="17361" y="11204"/>
                </a:cubicBezTo>
                <a:cubicBezTo>
                  <a:pt x="18067" y="11204"/>
                  <a:pt x="18067" y="11204"/>
                  <a:pt x="18067" y="11204"/>
                </a:cubicBezTo>
                <a:cubicBezTo>
                  <a:pt x="18269" y="11204"/>
                  <a:pt x="18471" y="11002"/>
                  <a:pt x="18471" y="10800"/>
                </a:cubicBezTo>
                <a:cubicBezTo>
                  <a:pt x="18471" y="10598"/>
                  <a:pt x="18269" y="10396"/>
                  <a:pt x="18067" y="10396"/>
                </a:cubicBezTo>
                <a:moveTo>
                  <a:pt x="3432" y="11204"/>
                </a:moveTo>
                <a:cubicBezTo>
                  <a:pt x="4138" y="11204"/>
                  <a:pt x="4138" y="11204"/>
                  <a:pt x="4138" y="11204"/>
                </a:cubicBezTo>
                <a:cubicBezTo>
                  <a:pt x="4340" y="11204"/>
                  <a:pt x="4542" y="11002"/>
                  <a:pt x="4542" y="10800"/>
                </a:cubicBezTo>
                <a:cubicBezTo>
                  <a:pt x="4542" y="10598"/>
                  <a:pt x="4340" y="10396"/>
                  <a:pt x="4138" y="10396"/>
                </a:cubicBezTo>
                <a:cubicBezTo>
                  <a:pt x="3432" y="10396"/>
                  <a:pt x="3432" y="10396"/>
                  <a:pt x="3432" y="10396"/>
                </a:cubicBezTo>
                <a:cubicBezTo>
                  <a:pt x="3230" y="10396"/>
                  <a:pt x="3028" y="10598"/>
                  <a:pt x="3028" y="10800"/>
                </a:cubicBezTo>
                <a:cubicBezTo>
                  <a:pt x="3028" y="11002"/>
                  <a:pt x="3230" y="11204"/>
                  <a:pt x="3432" y="11204"/>
                </a:cubicBezTo>
                <a:moveTo>
                  <a:pt x="5854" y="6359"/>
                </a:moveTo>
                <a:cubicBezTo>
                  <a:pt x="5854" y="6460"/>
                  <a:pt x="5955" y="6460"/>
                  <a:pt x="6056" y="6460"/>
                </a:cubicBezTo>
                <a:cubicBezTo>
                  <a:pt x="6157" y="6460"/>
                  <a:pt x="6258" y="6460"/>
                  <a:pt x="6359" y="6359"/>
                </a:cubicBezTo>
                <a:cubicBezTo>
                  <a:pt x="6561" y="6258"/>
                  <a:pt x="6561" y="5955"/>
                  <a:pt x="6359" y="5854"/>
                </a:cubicBezTo>
                <a:cubicBezTo>
                  <a:pt x="5854" y="5350"/>
                  <a:pt x="5854" y="5350"/>
                  <a:pt x="5854" y="5350"/>
                </a:cubicBezTo>
                <a:cubicBezTo>
                  <a:pt x="5753" y="5148"/>
                  <a:pt x="5450" y="5148"/>
                  <a:pt x="5350" y="5350"/>
                </a:cubicBezTo>
                <a:cubicBezTo>
                  <a:pt x="5148" y="5450"/>
                  <a:pt x="5148" y="5753"/>
                  <a:pt x="5350" y="5854"/>
                </a:cubicBezTo>
                <a:lnTo>
                  <a:pt x="5854" y="6359"/>
                </a:lnTo>
                <a:close/>
                <a:moveTo>
                  <a:pt x="15443" y="6460"/>
                </a:moveTo>
                <a:cubicBezTo>
                  <a:pt x="15544" y="6460"/>
                  <a:pt x="15645" y="6460"/>
                  <a:pt x="15746" y="6359"/>
                </a:cubicBezTo>
                <a:cubicBezTo>
                  <a:pt x="16250" y="5854"/>
                  <a:pt x="16250" y="5854"/>
                  <a:pt x="16250" y="5854"/>
                </a:cubicBezTo>
                <a:cubicBezTo>
                  <a:pt x="16351" y="5753"/>
                  <a:pt x="16351" y="5450"/>
                  <a:pt x="16250" y="5350"/>
                </a:cubicBezTo>
                <a:cubicBezTo>
                  <a:pt x="16049" y="5148"/>
                  <a:pt x="15847" y="5148"/>
                  <a:pt x="15645" y="5350"/>
                </a:cubicBezTo>
                <a:cubicBezTo>
                  <a:pt x="15140" y="5854"/>
                  <a:pt x="15140" y="5854"/>
                  <a:pt x="15140" y="5854"/>
                </a:cubicBezTo>
                <a:cubicBezTo>
                  <a:pt x="15039" y="5955"/>
                  <a:pt x="15039" y="6258"/>
                  <a:pt x="15140" y="6359"/>
                </a:cubicBezTo>
                <a:cubicBezTo>
                  <a:pt x="15241" y="6460"/>
                  <a:pt x="15342" y="6460"/>
                  <a:pt x="15443" y="6460"/>
                </a:cubicBezTo>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39" name="Freeform 7"/>
          <p:cNvSpPr/>
          <p:nvPr/>
        </p:nvSpPr>
        <p:spPr>
          <a:xfrm>
            <a:off x="3883024" y="4473574"/>
            <a:ext cx="354016" cy="358778"/>
          </a:xfrm>
          <a:custGeom>
            <a:avLst/>
            <a:gdLst/>
            <a:ahLst/>
            <a:cxnLst>
              <a:cxn ang="0">
                <a:pos x="wd2" y="hd2"/>
              </a:cxn>
              <a:cxn ang="5400000">
                <a:pos x="wd2" y="hd2"/>
              </a:cxn>
              <a:cxn ang="10800000">
                <a:pos x="wd2" y="hd2"/>
              </a:cxn>
              <a:cxn ang="16200000">
                <a:pos x="wd2" y="hd2"/>
              </a:cxn>
            </a:cxnLst>
            <a:rect l="0" t="0" r="r" b="b"/>
            <a:pathLst>
              <a:path w="21600" h="21600" extrusionOk="0">
                <a:moveTo>
                  <a:pt x="21600" y="4959"/>
                </a:moveTo>
                <a:cubicBezTo>
                  <a:pt x="21600" y="7714"/>
                  <a:pt x="19373" y="10029"/>
                  <a:pt x="16478" y="10029"/>
                </a:cubicBezTo>
                <a:cubicBezTo>
                  <a:pt x="15476" y="10029"/>
                  <a:pt x="14586" y="9698"/>
                  <a:pt x="13806" y="9257"/>
                </a:cubicBezTo>
                <a:cubicBezTo>
                  <a:pt x="11468" y="10910"/>
                  <a:pt x="11468" y="10910"/>
                  <a:pt x="11468" y="10910"/>
                </a:cubicBezTo>
                <a:cubicBezTo>
                  <a:pt x="12581" y="8045"/>
                  <a:pt x="12581" y="8045"/>
                  <a:pt x="12581" y="8045"/>
                </a:cubicBezTo>
                <a:cubicBezTo>
                  <a:pt x="11802" y="7273"/>
                  <a:pt x="11468" y="6171"/>
                  <a:pt x="11468" y="4959"/>
                </a:cubicBezTo>
                <a:cubicBezTo>
                  <a:pt x="11468" y="2204"/>
                  <a:pt x="13695" y="0"/>
                  <a:pt x="16478" y="0"/>
                </a:cubicBezTo>
                <a:cubicBezTo>
                  <a:pt x="19373" y="0"/>
                  <a:pt x="21600" y="2204"/>
                  <a:pt x="21600" y="4959"/>
                </a:cubicBezTo>
                <a:close/>
                <a:moveTo>
                  <a:pt x="17369" y="20057"/>
                </a:moveTo>
                <a:cubicBezTo>
                  <a:pt x="1336" y="20057"/>
                  <a:pt x="1336" y="20057"/>
                  <a:pt x="1336" y="20057"/>
                </a:cubicBezTo>
                <a:cubicBezTo>
                  <a:pt x="1336" y="7494"/>
                  <a:pt x="1336" y="7494"/>
                  <a:pt x="1336" y="7494"/>
                </a:cubicBezTo>
                <a:cubicBezTo>
                  <a:pt x="11023" y="7494"/>
                  <a:pt x="11023" y="7494"/>
                  <a:pt x="11023" y="7494"/>
                </a:cubicBezTo>
                <a:cubicBezTo>
                  <a:pt x="10800" y="7053"/>
                  <a:pt x="10689" y="6612"/>
                  <a:pt x="10577" y="6061"/>
                </a:cubicBezTo>
                <a:cubicBezTo>
                  <a:pt x="1670" y="6061"/>
                  <a:pt x="1670" y="6061"/>
                  <a:pt x="1670" y="6061"/>
                </a:cubicBezTo>
                <a:cubicBezTo>
                  <a:pt x="779" y="6061"/>
                  <a:pt x="0" y="6833"/>
                  <a:pt x="0" y="7714"/>
                </a:cubicBezTo>
                <a:cubicBezTo>
                  <a:pt x="0" y="19947"/>
                  <a:pt x="0" y="19947"/>
                  <a:pt x="0" y="19947"/>
                </a:cubicBezTo>
                <a:cubicBezTo>
                  <a:pt x="0" y="20829"/>
                  <a:pt x="779" y="21600"/>
                  <a:pt x="1670" y="21600"/>
                </a:cubicBezTo>
                <a:cubicBezTo>
                  <a:pt x="17146" y="21600"/>
                  <a:pt x="17146" y="21600"/>
                  <a:pt x="17146" y="21600"/>
                </a:cubicBezTo>
                <a:cubicBezTo>
                  <a:pt x="18037" y="21600"/>
                  <a:pt x="18705" y="20829"/>
                  <a:pt x="18705" y="19947"/>
                </a:cubicBezTo>
                <a:cubicBezTo>
                  <a:pt x="18705" y="10469"/>
                  <a:pt x="18705" y="10469"/>
                  <a:pt x="18705" y="10469"/>
                </a:cubicBezTo>
                <a:cubicBezTo>
                  <a:pt x="18371" y="10690"/>
                  <a:pt x="17926" y="10800"/>
                  <a:pt x="17369" y="10910"/>
                </a:cubicBezTo>
                <a:lnTo>
                  <a:pt x="17369" y="20057"/>
                </a:lnTo>
                <a:close/>
                <a:moveTo>
                  <a:pt x="12136" y="10910"/>
                </a:moveTo>
                <a:cubicBezTo>
                  <a:pt x="12136" y="18735"/>
                  <a:pt x="12136" y="18735"/>
                  <a:pt x="12136" y="18735"/>
                </a:cubicBezTo>
                <a:cubicBezTo>
                  <a:pt x="14808" y="18735"/>
                  <a:pt x="14808" y="18735"/>
                  <a:pt x="14808" y="18735"/>
                </a:cubicBezTo>
                <a:cubicBezTo>
                  <a:pt x="14808" y="10910"/>
                  <a:pt x="14808" y="10910"/>
                  <a:pt x="14808" y="10910"/>
                </a:cubicBezTo>
                <a:lnTo>
                  <a:pt x="12136" y="10910"/>
                </a:lnTo>
                <a:close/>
                <a:moveTo>
                  <a:pt x="10689" y="18735"/>
                </a:moveTo>
                <a:cubicBezTo>
                  <a:pt x="10689" y="13004"/>
                  <a:pt x="10689" y="13004"/>
                  <a:pt x="10689" y="13004"/>
                </a:cubicBezTo>
                <a:cubicBezTo>
                  <a:pt x="8016" y="13004"/>
                  <a:pt x="8016" y="13004"/>
                  <a:pt x="8016" y="13004"/>
                </a:cubicBezTo>
                <a:cubicBezTo>
                  <a:pt x="8016" y="18735"/>
                  <a:pt x="8016" y="18735"/>
                  <a:pt x="8016" y="18735"/>
                </a:cubicBezTo>
                <a:lnTo>
                  <a:pt x="10689" y="18735"/>
                </a:lnTo>
                <a:close/>
                <a:moveTo>
                  <a:pt x="6680" y="18735"/>
                </a:moveTo>
                <a:cubicBezTo>
                  <a:pt x="6680" y="14988"/>
                  <a:pt x="6680" y="14988"/>
                  <a:pt x="6680" y="14988"/>
                </a:cubicBezTo>
                <a:cubicBezTo>
                  <a:pt x="4008" y="14988"/>
                  <a:pt x="4008" y="14988"/>
                  <a:pt x="4008" y="14988"/>
                </a:cubicBezTo>
                <a:cubicBezTo>
                  <a:pt x="4008" y="18735"/>
                  <a:pt x="4008" y="18735"/>
                  <a:pt x="4008" y="18735"/>
                </a:cubicBezTo>
                <a:lnTo>
                  <a:pt x="6680" y="18735"/>
                </a:ln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40" name="Freeform 10"/>
          <p:cNvSpPr/>
          <p:nvPr/>
        </p:nvSpPr>
        <p:spPr>
          <a:xfrm>
            <a:off x="5889623" y="2627313"/>
            <a:ext cx="361952" cy="313416"/>
          </a:xfrm>
          <a:custGeom>
            <a:avLst/>
            <a:gdLst/>
            <a:ahLst/>
            <a:cxnLst>
              <a:cxn ang="0">
                <a:pos x="wd2" y="hd2"/>
              </a:cxn>
              <a:cxn ang="5400000">
                <a:pos x="wd2" y="hd2"/>
              </a:cxn>
              <a:cxn ang="10800000">
                <a:pos x="wd2" y="hd2"/>
              </a:cxn>
              <a:cxn ang="16200000">
                <a:pos x="wd2" y="hd2"/>
              </a:cxn>
            </a:cxnLst>
            <a:rect l="0" t="0" r="r" b="b"/>
            <a:pathLst>
              <a:path w="21600" h="21537" extrusionOk="0">
                <a:moveTo>
                  <a:pt x="12764" y="9042"/>
                </a:moveTo>
                <a:cubicBezTo>
                  <a:pt x="15055" y="6405"/>
                  <a:pt x="15055" y="6405"/>
                  <a:pt x="15055" y="6405"/>
                </a:cubicBezTo>
                <a:cubicBezTo>
                  <a:pt x="14509" y="5651"/>
                  <a:pt x="14509" y="5651"/>
                  <a:pt x="14509" y="5651"/>
                </a:cubicBezTo>
                <a:cubicBezTo>
                  <a:pt x="16909" y="4898"/>
                  <a:pt x="16909" y="4898"/>
                  <a:pt x="16909" y="4898"/>
                </a:cubicBezTo>
                <a:cubicBezTo>
                  <a:pt x="16255" y="7660"/>
                  <a:pt x="16255" y="7660"/>
                  <a:pt x="16255" y="7660"/>
                </a:cubicBezTo>
                <a:cubicBezTo>
                  <a:pt x="15709" y="7033"/>
                  <a:pt x="15709" y="7033"/>
                  <a:pt x="15709" y="7033"/>
                </a:cubicBezTo>
                <a:cubicBezTo>
                  <a:pt x="12764" y="10423"/>
                  <a:pt x="12764" y="10423"/>
                  <a:pt x="12764" y="10423"/>
                </a:cubicBezTo>
                <a:cubicBezTo>
                  <a:pt x="11345" y="8791"/>
                  <a:pt x="11345" y="8791"/>
                  <a:pt x="11345" y="8791"/>
                </a:cubicBezTo>
                <a:cubicBezTo>
                  <a:pt x="9491" y="11051"/>
                  <a:pt x="9491" y="11051"/>
                  <a:pt x="9491" y="11051"/>
                </a:cubicBezTo>
                <a:cubicBezTo>
                  <a:pt x="9382" y="11051"/>
                  <a:pt x="9273" y="11177"/>
                  <a:pt x="9164" y="11177"/>
                </a:cubicBezTo>
                <a:cubicBezTo>
                  <a:pt x="9055" y="11177"/>
                  <a:pt x="8945" y="11051"/>
                  <a:pt x="8836" y="11051"/>
                </a:cubicBezTo>
                <a:cubicBezTo>
                  <a:pt x="8727" y="10800"/>
                  <a:pt x="8727" y="10549"/>
                  <a:pt x="8836" y="10298"/>
                </a:cubicBezTo>
                <a:cubicBezTo>
                  <a:pt x="11345" y="7409"/>
                  <a:pt x="11345" y="7409"/>
                  <a:pt x="11345" y="7409"/>
                </a:cubicBezTo>
                <a:lnTo>
                  <a:pt x="12764" y="9042"/>
                </a:lnTo>
                <a:close/>
                <a:moveTo>
                  <a:pt x="20727" y="19214"/>
                </a:moveTo>
                <a:cubicBezTo>
                  <a:pt x="16364" y="14191"/>
                  <a:pt x="15273" y="12809"/>
                  <a:pt x="15273" y="12809"/>
                </a:cubicBezTo>
                <a:cubicBezTo>
                  <a:pt x="15055" y="12684"/>
                  <a:pt x="14727" y="12684"/>
                  <a:pt x="14618" y="12809"/>
                </a:cubicBezTo>
                <a:cubicBezTo>
                  <a:pt x="14509" y="12935"/>
                  <a:pt x="14509" y="12935"/>
                  <a:pt x="14509" y="12935"/>
                </a:cubicBezTo>
                <a:cubicBezTo>
                  <a:pt x="14400" y="12684"/>
                  <a:pt x="14400" y="12684"/>
                  <a:pt x="14400" y="12684"/>
                </a:cubicBezTo>
                <a:cubicBezTo>
                  <a:pt x="15055" y="11428"/>
                  <a:pt x="15273" y="9921"/>
                  <a:pt x="14945" y="8540"/>
                </a:cubicBezTo>
                <a:cubicBezTo>
                  <a:pt x="14182" y="9544"/>
                  <a:pt x="14182" y="9544"/>
                  <a:pt x="14182" y="9544"/>
                </a:cubicBezTo>
                <a:cubicBezTo>
                  <a:pt x="14291" y="10674"/>
                  <a:pt x="13964" y="11805"/>
                  <a:pt x="13200" y="12684"/>
                </a:cubicBezTo>
                <a:cubicBezTo>
                  <a:pt x="11891" y="14191"/>
                  <a:pt x="9709" y="14191"/>
                  <a:pt x="8291" y="12684"/>
                </a:cubicBezTo>
                <a:cubicBezTo>
                  <a:pt x="6982" y="11177"/>
                  <a:pt x="6982" y="8665"/>
                  <a:pt x="8400" y="7158"/>
                </a:cubicBezTo>
                <a:cubicBezTo>
                  <a:pt x="9709" y="5526"/>
                  <a:pt x="11891" y="5651"/>
                  <a:pt x="13200" y="7158"/>
                </a:cubicBezTo>
                <a:cubicBezTo>
                  <a:pt x="13309" y="7284"/>
                  <a:pt x="13418" y="7409"/>
                  <a:pt x="13527" y="7535"/>
                </a:cubicBezTo>
                <a:cubicBezTo>
                  <a:pt x="14182" y="6781"/>
                  <a:pt x="14182" y="6781"/>
                  <a:pt x="14182" y="6781"/>
                </a:cubicBezTo>
                <a:cubicBezTo>
                  <a:pt x="14073" y="6656"/>
                  <a:pt x="13964" y="6530"/>
                  <a:pt x="13855" y="6405"/>
                </a:cubicBezTo>
                <a:cubicBezTo>
                  <a:pt x="12109" y="4395"/>
                  <a:pt x="9382" y="4395"/>
                  <a:pt x="7745" y="6405"/>
                </a:cubicBezTo>
                <a:cubicBezTo>
                  <a:pt x="6000" y="8288"/>
                  <a:pt x="6000" y="11553"/>
                  <a:pt x="7745" y="13437"/>
                </a:cubicBezTo>
                <a:cubicBezTo>
                  <a:pt x="9164" y="15195"/>
                  <a:pt x="11455" y="15321"/>
                  <a:pt x="13200" y="14065"/>
                </a:cubicBezTo>
                <a:cubicBezTo>
                  <a:pt x="13309" y="14316"/>
                  <a:pt x="13309" y="14316"/>
                  <a:pt x="13309" y="14316"/>
                </a:cubicBezTo>
                <a:cubicBezTo>
                  <a:pt x="13309" y="14316"/>
                  <a:pt x="13309" y="14316"/>
                  <a:pt x="13309" y="14316"/>
                </a:cubicBezTo>
                <a:cubicBezTo>
                  <a:pt x="13091" y="14567"/>
                  <a:pt x="13091" y="14819"/>
                  <a:pt x="13309" y="15070"/>
                </a:cubicBezTo>
                <a:cubicBezTo>
                  <a:pt x="17564" y="19967"/>
                  <a:pt x="18764" y="21349"/>
                  <a:pt x="18764" y="21349"/>
                </a:cubicBezTo>
                <a:cubicBezTo>
                  <a:pt x="18982" y="21600"/>
                  <a:pt x="19200" y="21600"/>
                  <a:pt x="19418" y="21349"/>
                </a:cubicBezTo>
                <a:cubicBezTo>
                  <a:pt x="19418" y="21349"/>
                  <a:pt x="19418" y="21349"/>
                  <a:pt x="19418" y="21349"/>
                </a:cubicBezTo>
                <a:cubicBezTo>
                  <a:pt x="19527" y="21349"/>
                  <a:pt x="19527" y="21349"/>
                  <a:pt x="19527" y="21349"/>
                </a:cubicBezTo>
                <a:cubicBezTo>
                  <a:pt x="19636" y="21474"/>
                  <a:pt x="19745" y="21474"/>
                  <a:pt x="19855" y="21349"/>
                </a:cubicBezTo>
                <a:cubicBezTo>
                  <a:pt x="20727" y="20470"/>
                  <a:pt x="20727" y="20470"/>
                  <a:pt x="20727" y="20470"/>
                </a:cubicBezTo>
                <a:cubicBezTo>
                  <a:pt x="20836" y="20344"/>
                  <a:pt x="20836" y="20093"/>
                  <a:pt x="20727" y="19967"/>
                </a:cubicBezTo>
                <a:cubicBezTo>
                  <a:pt x="20618" y="19967"/>
                  <a:pt x="20618" y="19967"/>
                  <a:pt x="20618" y="19967"/>
                </a:cubicBezTo>
                <a:cubicBezTo>
                  <a:pt x="20727" y="19842"/>
                  <a:pt x="20727" y="19842"/>
                  <a:pt x="20727" y="19842"/>
                </a:cubicBezTo>
                <a:cubicBezTo>
                  <a:pt x="20836" y="19716"/>
                  <a:pt x="20836" y="19340"/>
                  <a:pt x="20727" y="19214"/>
                </a:cubicBezTo>
                <a:close/>
                <a:moveTo>
                  <a:pt x="21600" y="1758"/>
                </a:moveTo>
                <a:cubicBezTo>
                  <a:pt x="21600" y="16577"/>
                  <a:pt x="21600" y="16577"/>
                  <a:pt x="21600" y="16577"/>
                </a:cubicBezTo>
                <a:cubicBezTo>
                  <a:pt x="21600" y="17330"/>
                  <a:pt x="21273" y="17833"/>
                  <a:pt x="20727" y="18209"/>
                </a:cubicBezTo>
                <a:cubicBezTo>
                  <a:pt x="18545" y="15698"/>
                  <a:pt x="18545" y="15698"/>
                  <a:pt x="18545" y="15698"/>
                </a:cubicBezTo>
                <a:cubicBezTo>
                  <a:pt x="20291" y="15698"/>
                  <a:pt x="20291" y="15698"/>
                  <a:pt x="20291" y="15698"/>
                </a:cubicBezTo>
                <a:cubicBezTo>
                  <a:pt x="20291" y="2512"/>
                  <a:pt x="20291" y="2512"/>
                  <a:pt x="20291" y="2512"/>
                </a:cubicBezTo>
                <a:cubicBezTo>
                  <a:pt x="1309" y="2512"/>
                  <a:pt x="1309" y="2512"/>
                  <a:pt x="1309" y="2512"/>
                </a:cubicBezTo>
                <a:cubicBezTo>
                  <a:pt x="1309" y="15698"/>
                  <a:pt x="1309" y="15698"/>
                  <a:pt x="1309" y="15698"/>
                </a:cubicBezTo>
                <a:cubicBezTo>
                  <a:pt x="12982" y="15698"/>
                  <a:pt x="12982" y="15698"/>
                  <a:pt x="12982" y="15698"/>
                </a:cubicBezTo>
                <a:cubicBezTo>
                  <a:pt x="15273" y="18335"/>
                  <a:pt x="15273" y="18335"/>
                  <a:pt x="15273" y="18335"/>
                </a:cubicBezTo>
                <a:cubicBezTo>
                  <a:pt x="1527" y="18335"/>
                  <a:pt x="1527" y="18335"/>
                  <a:pt x="1527" y="18335"/>
                </a:cubicBezTo>
                <a:cubicBezTo>
                  <a:pt x="764" y="18335"/>
                  <a:pt x="0" y="17581"/>
                  <a:pt x="0" y="16577"/>
                </a:cubicBezTo>
                <a:cubicBezTo>
                  <a:pt x="0" y="1758"/>
                  <a:pt x="0" y="1758"/>
                  <a:pt x="0" y="1758"/>
                </a:cubicBezTo>
                <a:cubicBezTo>
                  <a:pt x="0" y="879"/>
                  <a:pt x="764" y="0"/>
                  <a:pt x="1527" y="0"/>
                </a:cubicBezTo>
                <a:cubicBezTo>
                  <a:pt x="20073" y="0"/>
                  <a:pt x="20073" y="0"/>
                  <a:pt x="20073" y="0"/>
                </a:cubicBezTo>
                <a:cubicBezTo>
                  <a:pt x="20945" y="0"/>
                  <a:pt x="21600" y="879"/>
                  <a:pt x="21600" y="1758"/>
                </a:cubicBezTo>
                <a:close/>
                <a:moveTo>
                  <a:pt x="1855" y="1507"/>
                </a:moveTo>
                <a:cubicBezTo>
                  <a:pt x="1855" y="1758"/>
                  <a:pt x="2073" y="2009"/>
                  <a:pt x="2400" y="2009"/>
                </a:cubicBezTo>
                <a:cubicBezTo>
                  <a:pt x="2618" y="2009"/>
                  <a:pt x="2836" y="1758"/>
                  <a:pt x="2836" y="1507"/>
                </a:cubicBezTo>
                <a:cubicBezTo>
                  <a:pt x="2836" y="1256"/>
                  <a:pt x="2618" y="1005"/>
                  <a:pt x="2400" y="1005"/>
                </a:cubicBezTo>
                <a:cubicBezTo>
                  <a:pt x="2073" y="1005"/>
                  <a:pt x="1855" y="1256"/>
                  <a:pt x="1855" y="1507"/>
                </a:cubicBezTo>
                <a:close/>
                <a:moveTo>
                  <a:pt x="3600" y="1507"/>
                </a:moveTo>
                <a:cubicBezTo>
                  <a:pt x="3600" y="1758"/>
                  <a:pt x="3818" y="2009"/>
                  <a:pt x="4036" y="2009"/>
                </a:cubicBezTo>
                <a:cubicBezTo>
                  <a:pt x="4255" y="2009"/>
                  <a:pt x="4473" y="1758"/>
                  <a:pt x="4473" y="1507"/>
                </a:cubicBezTo>
                <a:cubicBezTo>
                  <a:pt x="4473" y="1256"/>
                  <a:pt x="4255" y="1005"/>
                  <a:pt x="4036" y="1005"/>
                </a:cubicBezTo>
                <a:cubicBezTo>
                  <a:pt x="3818" y="1005"/>
                  <a:pt x="3600" y="1256"/>
                  <a:pt x="3600" y="1507"/>
                </a:cubicBezTo>
                <a:close/>
                <a:moveTo>
                  <a:pt x="5236" y="1507"/>
                </a:moveTo>
                <a:cubicBezTo>
                  <a:pt x="5236" y="1758"/>
                  <a:pt x="5455" y="2009"/>
                  <a:pt x="5673" y="2009"/>
                </a:cubicBezTo>
                <a:cubicBezTo>
                  <a:pt x="6000" y="2009"/>
                  <a:pt x="6218" y="1758"/>
                  <a:pt x="6218" y="1507"/>
                </a:cubicBezTo>
                <a:cubicBezTo>
                  <a:pt x="6218" y="1256"/>
                  <a:pt x="6000" y="1005"/>
                  <a:pt x="5673" y="1005"/>
                </a:cubicBezTo>
                <a:cubicBezTo>
                  <a:pt x="5455" y="1005"/>
                  <a:pt x="5236" y="1256"/>
                  <a:pt x="5236" y="1507"/>
                </a:cubicBez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41" name="Freeform 21"/>
          <p:cNvSpPr/>
          <p:nvPr/>
        </p:nvSpPr>
        <p:spPr>
          <a:xfrm>
            <a:off x="9945688" y="2651124"/>
            <a:ext cx="358777" cy="266702"/>
          </a:xfrm>
          <a:custGeom>
            <a:avLst/>
            <a:gdLst/>
            <a:ahLst/>
            <a:cxnLst>
              <a:cxn ang="0">
                <a:pos x="wd2" y="hd2"/>
              </a:cxn>
              <a:cxn ang="5400000">
                <a:pos x="wd2" y="hd2"/>
              </a:cxn>
              <a:cxn ang="10800000">
                <a:pos x="wd2" y="hd2"/>
              </a:cxn>
              <a:cxn ang="16200000">
                <a:pos x="wd2" y="hd2"/>
              </a:cxn>
            </a:cxnLst>
            <a:rect l="0" t="0" r="r" b="b"/>
            <a:pathLst>
              <a:path w="21600" h="21600" extrusionOk="0">
                <a:moveTo>
                  <a:pt x="20065" y="0"/>
                </a:moveTo>
                <a:cubicBezTo>
                  <a:pt x="1535" y="0"/>
                  <a:pt x="1535" y="0"/>
                  <a:pt x="1535" y="0"/>
                </a:cubicBezTo>
                <a:cubicBezTo>
                  <a:pt x="658" y="0"/>
                  <a:pt x="0" y="1036"/>
                  <a:pt x="0" y="2071"/>
                </a:cubicBezTo>
                <a:cubicBezTo>
                  <a:pt x="0" y="19529"/>
                  <a:pt x="0" y="19529"/>
                  <a:pt x="0" y="19529"/>
                </a:cubicBezTo>
                <a:cubicBezTo>
                  <a:pt x="0" y="20712"/>
                  <a:pt x="658" y="21600"/>
                  <a:pt x="1535" y="21600"/>
                </a:cubicBezTo>
                <a:cubicBezTo>
                  <a:pt x="20065" y="21600"/>
                  <a:pt x="20065" y="21600"/>
                  <a:pt x="20065" y="21600"/>
                </a:cubicBezTo>
                <a:cubicBezTo>
                  <a:pt x="20942" y="21600"/>
                  <a:pt x="21600" y="20712"/>
                  <a:pt x="21600" y="19529"/>
                </a:cubicBezTo>
                <a:cubicBezTo>
                  <a:pt x="21600" y="2071"/>
                  <a:pt x="21600" y="2071"/>
                  <a:pt x="21600" y="2071"/>
                </a:cubicBezTo>
                <a:cubicBezTo>
                  <a:pt x="21600" y="1036"/>
                  <a:pt x="20942" y="0"/>
                  <a:pt x="20065" y="0"/>
                </a:cubicBezTo>
                <a:close/>
                <a:moveTo>
                  <a:pt x="5702" y="1184"/>
                </a:moveTo>
                <a:cubicBezTo>
                  <a:pt x="5921" y="1184"/>
                  <a:pt x="6140" y="1479"/>
                  <a:pt x="6140" y="1775"/>
                </a:cubicBezTo>
                <a:cubicBezTo>
                  <a:pt x="6140" y="2219"/>
                  <a:pt x="5921" y="2515"/>
                  <a:pt x="5702" y="2515"/>
                </a:cubicBezTo>
                <a:cubicBezTo>
                  <a:pt x="5373" y="2515"/>
                  <a:pt x="5153" y="2219"/>
                  <a:pt x="5153" y="1775"/>
                </a:cubicBezTo>
                <a:cubicBezTo>
                  <a:pt x="5153" y="1479"/>
                  <a:pt x="5373" y="1184"/>
                  <a:pt x="5702" y="1184"/>
                </a:cubicBezTo>
                <a:close/>
                <a:moveTo>
                  <a:pt x="4057" y="1184"/>
                </a:moveTo>
                <a:cubicBezTo>
                  <a:pt x="4276" y="1184"/>
                  <a:pt x="4495" y="1479"/>
                  <a:pt x="4495" y="1775"/>
                </a:cubicBezTo>
                <a:cubicBezTo>
                  <a:pt x="4495" y="2219"/>
                  <a:pt x="4276" y="2515"/>
                  <a:pt x="4057" y="2515"/>
                </a:cubicBezTo>
                <a:cubicBezTo>
                  <a:pt x="3728" y="2515"/>
                  <a:pt x="3509" y="2219"/>
                  <a:pt x="3509" y="1775"/>
                </a:cubicBezTo>
                <a:cubicBezTo>
                  <a:pt x="3509" y="1479"/>
                  <a:pt x="3728" y="1184"/>
                  <a:pt x="4057" y="1184"/>
                </a:cubicBezTo>
                <a:close/>
                <a:moveTo>
                  <a:pt x="2303" y="1184"/>
                </a:moveTo>
                <a:cubicBezTo>
                  <a:pt x="2631" y="1184"/>
                  <a:pt x="2851" y="1479"/>
                  <a:pt x="2851" y="1775"/>
                </a:cubicBezTo>
                <a:cubicBezTo>
                  <a:pt x="2851" y="2219"/>
                  <a:pt x="2631" y="2515"/>
                  <a:pt x="2303" y="2515"/>
                </a:cubicBezTo>
                <a:cubicBezTo>
                  <a:pt x="2083" y="2515"/>
                  <a:pt x="1864" y="2219"/>
                  <a:pt x="1864" y="1775"/>
                </a:cubicBezTo>
                <a:cubicBezTo>
                  <a:pt x="1864" y="1479"/>
                  <a:pt x="2083" y="1184"/>
                  <a:pt x="2303" y="1184"/>
                </a:cubicBezTo>
                <a:close/>
                <a:moveTo>
                  <a:pt x="20284" y="18493"/>
                </a:moveTo>
                <a:cubicBezTo>
                  <a:pt x="1316" y="18493"/>
                  <a:pt x="1316" y="18493"/>
                  <a:pt x="1316" y="18493"/>
                </a:cubicBezTo>
                <a:cubicBezTo>
                  <a:pt x="1316" y="2959"/>
                  <a:pt x="1316" y="2959"/>
                  <a:pt x="1316" y="2959"/>
                </a:cubicBezTo>
                <a:cubicBezTo>
                  <a:pt x="20284" y="2959"/>
                  <a:pt x="20284" y="2959"/>
                  <a:pt x="20284" y="2959"/>
                </a:cubicBezTo>
                <a:lnTo>
                  <a:pt x="20284" y="18493"/>
                </a:lnTo>
                <a:close/>
                <a:moveTo>
                  <a:pt x="9210" y="6953"/>
                </a:moveTo>
                <a:cubicBezTo>
                  <a:pt x="9210" y="5770"/>
                  <a:pt x="9868" y="4882"/>
                  <a:pt x="10855" y="4882"/>
                </a:cubicBezTo>
                <a:cubicBezTo>
                  <a:pt x="11622" y="4882"/>
                  <a:pt x="12390" y="5770"/>
                  <a:pt x="12390" y="6953"/>
                </a:cubicBezTo>
                <a:cubicBezTo>
                  <a:pt x="12390" y="8137"/>
                  <a:pt x="11622" y="9025"/>
                  <a:pt x="10855" y="9025"/>
                </a:cubicBezTo>
                <a:cubicBezTo>
                  <a:pt x="9868" y="9025"/>
                  <a:pt x="9210" y="8137"/>
                  <a:pt x="9210" y="6953"/>
                </a:cubicBezTo>
                <a:close/>
                <a:moveTo>
                  <a:pt x="8223" y="13463"/>
                </a:moveTo>
                <a:cubicBezTo>
                  <a:pt x="8114" y="12871"/>
                  <a:pt x="8004" y="10060"/>
                  <a:pt x="8004" y="10060"/>
                </a:cubicBezTo>
                <a:cubicBezTo>
                  <a:pt x="8004" y="10060"/>
                  <a:pt x="8552" y="9764"/>
                  <a:pt x="9539" y="9616"/>
                </a:cubicBezTo>
                <a:cubicBezTo>
                  <a:pt x="9758" y="9616"/>
                  <a:pt x="10197" y="9321"/>
                  <a:pt x="10855" y="9321"/>
                </a:cubicBezTo>
                <a:cubicBezTo>
                  <a:pt x="11403" y="9321"/>
                  <a:pt x="11842" y="9616"/>
                  <a:pt x="11951" y="9616"/>
                </a:cubicBezTo>
                <a:cubicBezTo>
                  <a:pt x="13048" y="9764"/>
                  <a:pt x="13596" y="10060"/>
                  <a:pt x="13596" y="10060"/>
                </a:cubicBezTo>
                <a:cubicBezTo>
                  <a:pt x="13596" y="10060"/>
                  <a:pt x="13486" y="12871"/>
                  <a:pt x="13267" y="13463"/>
                </a:cubicBezTo>
                <a:cubicBezTo>
                  <a:pt x="13157" y="14055"/>
                  <a:pt x="12609" y="14351"/>
                  <a:pt x="12609" y="14942"/>
                </a:cubicBezTo>
                <a:cubicBezTo>
                  <a:pt x="12609" y="16570"/>
                  <a:pt x="12609" y="16570"/>
                  <a:pt x="12609" y="16570"/>
                </a:cubicBezTo>
                <a:cubicBezTo>
                  <a:pt x="12609" y="16570"/>
                  <a:pt x="11732" y="16866"/>
                  <a:pt x="10855" y="16866"/>
                </a:cubicBezTo>
                <a:cubicBezTo>
                  <a:pt x="9868" y="16866"/>
                  <a:pt x="8991" y="16570"/>
                  <a:pt x="8991" y="16570"/>
                </a:cubicBezTo>
                <a:cubicBezTo>
                  <a:pt x="8991" y="14942"/>
                  <a:pt x="8991" y="14942"/>
                  <a:pt x="8991" y="14942"/>
                </a:cubicBezTo>
                <a:cubicBezTo>
                  <a:pt x="8991" y="14351"/>
                  <a:pt x="8443" y="14055"/>
                  <a:pt x="8223" y="13463"/>
                </a:cubicBez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43" name="Chevron 25"/>
          <p:cNvSpPr/>
          <p:nvPr/>
        </p:nvSpPr>
        <p:spPr>
          <a:xfrm>
            <a:off x="881380" y="3498215"/>
            <a:ext cx="1993900" cy="406400"/>
          </a:xfrm>
          <a:prstGeom prst="chevron">
            <a:avLst>
              <a:gd name="adj" fmla="val 32323"/>
            </a:avLst>
          </a:prstGeom>
          <a:solidFill>
            <a:srgbClr val="006CD9"/>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44" name="Chevron 25"/>
          <p:cNvSpPr/>
          <p:nvPr/>
        </p:nvSpPr>
        <p:spPr>
          <a:xfrm>
            <a:off x="2799715" y="3498215"/>
            <a:ext cx="200025" cy="406400"/>
          </a:xfrm>
          <a:prstGeom prst="chevron">
            <a:avLst>
              <a:gd name="adj" fmla="val 63988"/>
            </a:avLst>
          </a:prstGeom>
          <a:solidFill>
            <a:srgbClr val="53C800"/>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46" name="Chevron 25"/>
          <p:cNvSpPr/>
          <p:nvPr/>
        </p:nvSpPr>
        <p:spPr>
          <a:xfrm>
            <a:off x="2926715" y="3498215"/>
            <a:ext cx="1993900" cy="406400"/>
          </a:xfrm>
          <a:prstGeom prst="chevron">
            <a:avLst>
              <a:gd name="adj" fmla="val 32323"/>
            </a:avLst>
          </a:prstGeom>
          <a:solidFill>
            <a:srgbClr val="0185FF"/>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47" name="Chevron 25"/>
          <p:cNvSpPr/>
          <p:nvPr/>
        </p:nvSpPr>
        <p:spPr>
          <a:xfrm>
            <a:off x="4845050" y="3498215"/>
            <a:ext cx="200025" cy="406400"/>
          </a:xfrm>
          <a:prstGeom prst="chevron">
            <a:avLst>
              <a:gd name="adj" fmla="val 63988"/>
            </a:avLst>
          </a:prstGeom>
          <a:solidFill>
            <a:srgbClr val="53C800"/>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49" name="Chevron 25"/>
          <p:cNvSpPr/>
          <p:nvPr/>
        </p:nvSpPr>
        <p:spPr>
          <a:xfrm>
            <a:off x="4972050" y="3498215"/>
            <a:ext cx="1993900" cy="406400"/>
          </a:xfrm>
          <a:prstGeom prst="chevron">
            <a:avLst>
              <a:gd name="adj" fmla="val 32323"/>
            </a:avLst>
          </a:prstGeom>
          <a:solidFill>
            <a:srgbClr val="3BA5FF"/>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50" name="Chevron 25"/>
          <p:cNvSpPr/>
          <p:nvPr/>
        </p:nvSpPr>
        <p:spPr>
          <a:xfrm>
            <a:off x="6890385" y="3498215"/>
            <a:ext cx="200025" cy="406400"/>
          </a:xfrm>
          <a:prstGeom prst="chevron">
            <a:avLst>
              <a:gd name="adj" fmla="val 63988"/>
            </a:avLst>
          </a:prstGeom>
          <a:solidFill>
            <a:srgbClr val="53C800"/>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52" name="Chevron 25"/>
          <p:cNvSpPr/>
          <p:nvPr/>
        </p:nvSpPr>
        <p:spPr>
          <a:xfrm>
            <a:off x="7017385" y="3498215"/>
            <a:ext cx="1993900" cy="406400"/>
          </a:xfrm>
          <a:prstGeom prst="chevron">
            <a:avLst>
              <a:gd name="adj" fmla="val 32323"/>
            </a:avLst>
          </a:prstGeom>
          <a:solidFill>
            <a:srgbClr val="0185FF"/>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53" name="Chevron 25"/>
          <p:cNvSpPr/>
          <p:nvPr/>
        </p:nvSpPr>
        <p:spPr>
          <a:xfrm>
            <a:off x="8935720" y="3498215"/>
            <a:ext cx="200025" cy="406400"/>
          </a:xfrm>
          <a:prstGeom prst="chevron">
            <a:avLst>
              <a:gd name="adj" fmla="val 63988"/>
            </a:avLst>
          </a:prstGeom>
          <a:solidFill>
            <a:srgbClr val="53C800"/>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55" name="Chevron 25"/>
          <p:cNvSpPr/>
          <p:nvPr/>
        </p:nvSpPr>
        <p:spPr>
          <a:xfrm>
            <a:off x="9062720" y="3498215"/>
            <a:ext cx="1993900" cy="406400"/>
          </a:xfrm>
          <a:prstGeom prst="chevron">
            <a:avLst>
              <a:gd name="adj" fmla="val 32323"/>
            </a:avLst>
          </a:prstGeom>
          <a:solidFill>
            <a:srgbClr val="006CD9"/>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
        <p:nvSpPr>
          <p:cNvPr id="56" name="Chevron 25"/>
          <p:cNvSpPr/>
          <p:nvPr/>
        </p:nvSpPr>
        <p:spPr>
          <a:xfrm>
            <a:off x="10981055" y="3498215"/>
            <a:ext cx="200025" cy="406400"/>
          </a:xfrm>
          <a:prstGeom prst="chevron">
            <a:avLst>
              <a:gd name="adj" fmla="val 63988"/>
            </a:avLst>
          </a:prstGeom>
          <a:solidFill>
            <a:srgbClr val="53C800"/>
          </a:solidFill>
          <a:ln w="12700">
            <a:miter lim="400000"/>
          </a:ln>
        </p:spPr>
        <p:txBody>
          <a:bodyPr lIns="45718" tIns="45718" rIns="45718" bIns="45718" anchor="ctr"/>
          <a:lstStyle/>
          <a:p>
            <a:pPr algn="ctr">
              <a:defRPr sz="3200">
                <a:latin typeface="思源黑体 HW Regular"/>
                <a:ea typeface="思源黑体 HW Regular"/>
                <a:cs typeface="思源黑体 HW Regular"/>
                <a:sym typeface="思源黑体 HW Regular"/>
              </a:defRPr>
            </a:pPr>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 name="图片 2" descr="图片 2"/>
          <p:cNvPicPr>
            <a:picLocks noChangeAspect="1"/>
          </p:cNvPicPr>
          <p:nvPr/>
        </p:nvPicPr>
        <p:blipFill>
          <a:blip r:embed="rId2"/>
          <a:stretch>
            <a:fillRect/>
          </a:stretch>
        </p:blipFill>
        <p:spPr>
          <a:xfrm>
            <a:off x="0" y="1421332"/>
            <a:ext cx="12192000" cy="2828771"/>
          </a:xfrm>
          <a:prstGeom prst="rect">
            <a:avLst/>
          </a:prstGeom>
          <a:ln w="12700">
            <a:miter lim="400000"/>
            <a:headEnd/>
            <a:tailEnd/>
          </a:ln>
        </p:spPr>
      </p:pic>
      <p:sp>
        <p:nvSpPr>
          <p:cNvPr id="718" name="矩形 34"/>
          <p:cNvSpPr/>
          <p:nvPr/>
        </p:nvSpPr>
        <p:spPr>
          <a:xfrm>
            <a:off x="2285524" y="3419473"/>
            <a:ext cx="7620952" cy="2470787"/>
          </a:xfrm>
          <a:prstGeom prst="rect">
            <a:avLst/>
          </a:prstGeom>
          <a:gradFill>
            <a:gsLst>
              <a:gs pos="32000">
                <a:srgbClr val="ECECEC"/>
              </a:gs>
              <a:gs pos="100000">
                <a:srgbClr val="ECECEC">
                  <a:alpha val="0"/>
                </a:srgbClr>
              </a:gs>
            </a:gsLst>
            <a:lin ang="5400000"/>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19" name="矩形 13"/>
          <p:cNvSpPr txBox="1"/>
          <p:nvPr/>
        </p:nvSpPr>
        <p:spPr>
          <a:xfrm>
            <a:off x="3072763" y="4037837"/>
            <a:ext cx="6046473" cy="1259839"/>
          </a:xfrm>
          <a:prstGeom prst="rect">
            <a:avLst/>
          </a:prstGeom>
          <a:ln w="12700">
            <a:miter lim="400000"/>
          </a:ln>
        </p:spPr>
        <p:txBody>
          <a:bodyPr lIns="45718" tIns="45718" rIns="45718" bIns="45718">
            <a:spAutoFit/>
          </a:bodyPr>
          <a:lstStyle/>
          <a:p>
            <a:pPr algn="ct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a:t>
            </a:r>
          </a:p>
          <a:p>
            <a:pPr algn="ctr">
              <a:lnSpc>
                <a:spcPct val="150000"/>
              </a:lnSpc>
              <a:defRPr sz="2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endParaRPr sz="2800">
              <a:solidFill>
                <a:srgbClr val="0E0E0E"/>
              </a:solidFill>
            </a:endParaRPr>
          </a:p>
          <a:p>
            <a:pPr algn="ct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a:t>
            </a:r>
          </a:p>
        </p:txBody>
      </p:sp>
      <p:sp>
        <p:nvSpPr>
          <p:cNvPr id="720" name="文本框 36"/>
          <p:cNvSpPr txBox="1"/>
          <p:nvPr/>
        </p:nvSpPr>
        <p:spPr>
          <a:xfrm>
            <a:off x="1900071" y="3417939"/>
            <a:ext cx="3336609" cy="1529081"/>
          </a:xfrm>
          <a:prstGeom prst="rect">
            <a:avLst/>
          </a:prstGeom>
          <a:ln w="12700">
            <a:miter lim="400000"/>
          </a:ln>
        </p:spPr>
        <p:txBody>
          <a:bodyPr lIns="34290" tIns="34290" rIns="34290" bIns="34290">
            <a:spAutoFit/>
          </a:bodyPr>
          <a:lstStyle>
            <a:lvl1pPr>
              <a:defRPr sz="9600">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a:t>
            </a:r>
          </a:p>
        </p:txBody>
      </p:sp>
      <p:sp>
        <p:nvSpPr>
          <p:cNvPr id="721" name="文本框 37"/>
          <p:cNvSpPr txBox="1"/>
          <p:nvPr/>
        </p:nvSpPr>
        <p:spPr>
          <a:xfrm>
            <a:off x="8979692" y="5042341"/>
            <a:ext cx="3336610" cy="1529081"/>
          </a:xfrm>
          <a:prstGeom prst="rect">
            <a:avLst/>
          </a:prstGeom>
          <a:ln w="12700">
            <a:miter lim="400000"/>
          </a:ln>
        </p:spPr>
        <p:txBody>
          <a:bodyPr lIns="34290" tIns="34290" rIns="34290" bIns="34290">
            <a:spAutoFit/>
          </a:bodyPr>
          <a:lstStyle>
            <a:lvl1pPr>
              <a:defRPr sz="9600">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a:t>
            </a:r>
          </a:p>
        </p:txBody>
      </p:sp>
      <p:sp>
        <p:nvSpPr>
          <p:cNvPr id="722"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4" name="图片 99" descr="D:/Users/Sangfor/Desktop/图片1-8.jpg图片1-8"/>
          <p:cNvPicPr>
            <a:picLocks noChangeAspect="1"/>
          </p:cNvPicPr>
          <p:nvPr/>
        </p:nvPicPr>
        <p:blipFill>
          <a:blip r:embed="rId3"/>
          <a:srcRect t="52" b="52"/>
          <a:stretch>
            <a:fillRect/>
          </a:stretch>
        </p:blipFill>
        <p:spPr>
          <a:xfrm>
            <a:off x="-12701" y="1597"/>
            <a:ext cx="12204702" cy="6860810"/>
          </a:xfrm>
          <a:prstGeom prst="rect">
            <a:avLst/>
          </a:prstGeom>
          <a:ln w="12700">
            <a:miter lim="400000"/>
            <a:headEnd/>
            <a:tailEnd/>
          </a:ln>
        </p:spPr>
      </p:pic>
      <p:sp>
        <p:nvSpPr>
          <p:cNvPr id="725" name="矩形 2"/>
          <p:cNvSpPr/>
          <p:nvPr/>
        </p:nvSpPr>
        <p:spPr>
          <a:xfrm>
            <a:off x="-12700" y="4907143"/>
            <a:ext cx="12204700" cy="1524002"/>
          </a:xfrm>
          <a:prstGeom prst="rect">
            <a:avLst/>
          </a:prstGeom>
          <a:solidFill>
            <a:srgbClr val="FFFFFF">
              <a:alpha val="71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26" name="矩形 100"/>
          <p:cNvSpPr txBox="1"/>
          <p:nvPr/>
        </p:nvSpPr>
        <p:spPr>
          <a:xfrm>
            <a:off x="3124199" y="5115648"/>
            <a:ext cx="8831159" cy="1050289"/>
          </a:xfrm>
          <a:prstGeom prst="rect">
            <a:avLst/>
          </a:prstGeom>
          <a:ln w="12700">
            <a:miter lim="400000"/>
          </a:ln>
        </p:spPr>
        <p:txBody>
          <a:bodyPr lIns="45718" tIns="45718" rIns="45718" bIns="45718">
            <a:spAutoFit/>
          </a:bodyPr>
          <a:lstStyle/>
          <a:p>
            <a:pPr>
              <a:lnSpc>
                <a:spcPct val="150000"/>
              </a:lnSpc>
              <a:defRPr sz="1600">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要的文字请输入您需要的文字请输入您需要的文字请输入您需要的文字请输入您需要的文字您需要的文字请输入您需要的文字</a:t>
            </a:r>
          </a:p>
        </p:txBody>
      </p:sp>
      <p:sp>
        <p:nvSpPr>
          <p:cNvPr id="727" name="椭圆 97"/>
          <p:cNvSpPr/>
          <p:nvPr/>
        </p:nvSpPr>
        <p:spPr>
          <a:xfrm>
            <a:off x="560912" y="3862644"/>
            <a:ext cx="2052324" cy="2052323"/>
          </a:xfrm>
          <a:prstGeom prst="ellips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28" name="任意多边形 108"/>
          <p:cNvSpPr/>
          <p:nvPr/>
        </p:nvSpPr>
        <p:spPr>
          <a:xfrm rot="1800000">
            <a:off x="1381199" y="4331672"/>
            <a:ext cx="1193748" cy="1468711"/>
          </a:xfrm>
          <a:custGeom>
            <a:avLst/>
            <a:gdLst/>
            <a:ahLst/>
            <a:cxnLst>
              <a:cxn ang="0">
                <a:pos x="wd2" y="hd2"/>
              </a:cxn>
              <a:cxn ang="5400000">
                <a:pos x="wd2" y="hd2"/>
              </a:cxn>
              <a:cxn ang="10800000">
                <a:pos x="wd2" y="hd2"/>
              </a:cxn>
              <a:cxn ang="16200000">
                <a:pos x="wd2" y="hd2"/>
              </a:cxn>
            </a:cxnLst>
            <a:rect l="0" t="0" r="r" b="b"/>
            <a:pathLst>
              <a:path w="21600" h="21600" extrusionOk="0">
                <a:moveTo>
                  <a:pt x="4429" y="0"/>
                </a:moveTo>
                <a:lnTo>
                  <a:pt x="15096" y="0"/>
                </a:lnTo>
                <a:lnTo>
                  <a:pt x="16162" y="787"/>
                </a:lnTo>
                <a:cubicBezTo>
                  <a:pt x="19522" y="3518"/>
                  <a:pt x="21600" y="7291"/>
                  <a:pt x="21600" y="11458"/>
                </a:cubicBezTo>
                <a:cubicBezTo>
                  <a:pt x="21600" y="15105"/>
                  <a:pt x="20009" y="18449"/>
                  <a:pt x="17360" y="21058"/>
                </a:cubicBezTo>
                <a:lnTo>
                  <a:pt x="16754" y="21600"/>
                </a:lnTo>
                <a:lnTo>
                  <a:pt x="4429" y="21600"/>
                </a:lnTo>
                <a:cubicBezTo>
                  <a:pt x="1983" y="21600"/>
                  <a:pt x="0" y="19988"/>
                  <a:pt x="0" y="18000"/>
                </a:cubicBezTo>
                <a:lnTo>
                  <a:pt x="0" y="3600"/>
                </a:lnTo>
                <a:cubicBezTo>
                  <a:pt x="0" y="1612"/>
                  <a:pt x="1983" y="0"/>
                  <a:pt x="4429" y="0"/>
                </a:cubicBezTo>
                <a:close/>
              </a:path>
            </a:pathLst>
          </a:custGeom>
          <a:solidFill>
            <a:srgbClr val="0054A2"/>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29" name="椭圆 101"/>
          <p:cNvSpPr/>
          <p:nvPr/>
        </p:nvSpPr>
        <p:spPr>
          <a:xfrm>
            <a:off x="861740" y="4109689"/>
            <a:ext cx="1468713" cy="1468713"/>
          </a:xfrm>
          <a:prstGeom prst="ellipse">
            <a:avLst/>
          </a:prstGeom>
          <a:solidFill>
            <a:srgbClr val="3BA5FF"/>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730" name="图片 14" descr="图片 14"/>
          <p:cNvPicPr>
            <a:picLocks noChangeAspect="1"/>
          </p:cNvPicPr>
          <p:nvPr/>
        </p:nvPicPr>
        <p:blipFill>
          <a:blip r:embed="rId4"/>
          <a:stretch>
            <a:fillRect/>
          </a:stretch>
        </p:blipFill>
        <p:spPr>
          <a:xfrm>
            <a:off x="1295403" y="4457700"/>
            <a:ext cx="609892" cy="772689"/>
          </a:xfrm>
          <a:prstGeom prst="rect">
            <a:avLst/>
          </a:prstGeom>
          <a:ln w="12700">
            <a:miter lim="400000"/>
            <a:headEnd/>
            <a:tailEnd/>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矩形 18"/>
          <p:cNvSpPr/>
          <p:nvPr/>
        </p:nvSpPr>
        <p:spPr>
          <a:xfrm>
            <a:off x="0" y="0"/>
            <a:ext cx="12192000" cy="6858000"/>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33" name="任意多边形 15"/>
          <p:cNvSpPr/>
          <p:nvPr/>
        </p:nvSpPr>
        <p:spPr>
          <a:xfrm>
            <a:off x="-7496" y="0"/>
            <a:ext cx="12199496" cy="6858001"/>
          </a:xfrm>
          <a:custGeom>
            <a:avLst/>
            <a:gdLst/>
            <a:ahLst/>
            <a:cxnLst>
              <a:cxn ang="0">
                <a:pos x="wd2" y="hd2"/>
              </a:cxn>
              <a:cxn ang="5400000">
                <a:pos x="wd2" y="hd2"/>
              </a:cxn>
              <a:cxn ang="10800000">
                <a:pos x="wd2" y="hd2"/>
              </a:cxn>
              <a:cxn ang="16200000">
                <a:pos x="wd2" y="hd2"/>
              </a:cxn>
            </a:cxnLst>
            <a:rect l="0" t="0" r="r" b="b"/>
            <a:pathLst>
              <a:path w="21600" h="21600" extrusionOk="0">
                <a:moveTo>
                  <a:pt x="1538" y="0"/>
                </a:moveTo>
                <a:lnTo>
                  <a:pt x="21600" y="0"/>
                </a:lnTo>
                <a:cubicBezTo>
                  <a:pt x="21591" y="3717"/>
                  <a:pt x="21556" y="6632"/>
                  <a:pt x="21547" y="10350"/>
                </a:cubicBezTo>
                <a:lnTo>
                  <a:pt x="18304" y="21600"/>
                </a:lnTo>
                <a:lnTo>
                  <a:pt x="13" y="21600"/>
                </a:lnTo>
                <a:cubicBezTo>
                  <a:pt x="9" y="16253"/>
                  <a:pt x="4" y="10907"/>
                  <a:pt x="0" y="5560"/>
                </a:cubicBezTo>
                <a:lnTo>
                  <a:pt x="1538" y="0"/>
                </a:lnTo>
                <a:close/>
              </a:path>
            </a:pathLst>
          </a:custGeom>
          <a:gradFill>
            <a:gsLst>
              <a:gs pos="0">
                <a:srgbClr val="FFFFFF"/>
              </a:gs>
              <a:gs pos="69000">
                <a:srgbClr val="E8E8E9"/>
              </a:gs>
            </a:gsLst>
            <a:lin ang="10800000"/>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34" name="矩形 4"/>
          <p:cNvSpPr txBox="1"/>
          <p:nvPr/>
        </p:nvSpPr>
        <p:spPr>
          <a:xfrm>
            <a:off x="1294763" y="2531110"/>
            <a:ext cx="6127117" cy="920750"/>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p>
        </p:txBody>
      </p:sp>
      <p:sp>
        <p:nvSpPr>
          <p:cNvPr id="735" name="文本框 8"/>
          <p:cNvSpPr txBox="1"/>
          <p:nvPr/>
        </p:nvSpPr>
        <p:spPr>
          <a:xfrm>
            <a:off x="1283333" y="1403667"/>
            <a:ext cx="7929248" cy="538481"/>
          </a:xfrm>
          <a:prstGeom prst="rect">
            <a:avLst/>
          </a:prstGeom>
          <a:ln w="12700">
            <a:miter lim="400000"/>
          </a:ln>
        </p:spPr>
        <p:txBody>
          <a:bodyPr lIns="34290" tIns="34290" rIns="34290" bIns="34290">
            <a:spAutoFit/>
          </a:bodyPr>
          <a:lstStyle>
            <a:lvl1pPr>
              <a:defRPr sz="2600" b="1">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a:t>
            </a:r>
          </a:p>
        </p:txBody>
      </p:sp>
      <p:sp>
        <p:nvSpPr>
          <p:cNvPr id="736" name="文本框 8"/>
          <p:cNvSpPr txBox="1"/>
          <p:nvPr/>
        </p:nvSpPr>
        <p:spPr>
          <a:xfrm>
            <a:off x="1283333" y="1871978"/>
            <a:ext cx="7929248" cy="347981"/>
          </a:xfrm>
          <a:prstGeom prst="rect">
            <a:avLst/>
          </a:prstGeom>
          <a:ln w="12700">
            <a:miter lim="400000"/>
          </a:ln>
        </p:spPr>
        <p:txBody>
          <a:bodyPr lIns="34290" tIns="34290" rIns="34290" bIns="34290">
            <a:spAutoFit/>
          </a:bodyPr>
          <a:lstStyle>
            <a:lvl1pPr>
              <a:defRPr sz="16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737" name="平行四边形 20"/>
          <p:cNvSpPr/>
          <p:nvPr/>
        </p:nvSpPr>
        <p:spPr>
          <a:xfrm>
            <a:off x="9514423" y="3733551"/>
            <a:ext cx="2310985" cy="312445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4332" y="0"/>
                </a:lnTo>
                <a:lnTo>
                  <a:pt x="21600" y="52"/>
                </a:lnTo>
                <a:lnTo>
                  <a:pt x="7478" y="21600"/>
                </a:lnTo>
                <a:lnTo>
                  <a:pt x="0" y="21600"/>
                </a:lnTo>
                <a:close/>
              </a:path>
            </a:pathLst>
          </a:custGeom>
          <a:gradFill>
            <a:gsLst>
              <a:gs pos="0">
                <a:srgbClr val="53C800"/>
              </a:gs>
              <a:gs pos="100000">
                <a:srgbClr val="006CD9"/>
              </a:gs>
            </a:gsLst>
            <a:lin ang="8400000"/>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 name="矩形 4"/>
          <p:cNvSpPr txBox="1"/>
          <p:nvPr/>
        </p:nvSpPr>
        <p:spPr>
          <a:xfrm>
            <a:off x="1294763" y="3632200"/>
            <a:ext cx="6127117" cy="1197610"/>
          </a:xfrm>
          <a:prstGeom prst="rect">
            <a:avLst/>
          </a:prstGeom>
          <a:ln w="12700">
            <a:miter lim="400000"/>
          </a:ln>
        </p:spPr>
        <p:txBody>
          <a:bodyPr lIns="45718" tIns="45718" rIns="45718" bIns="45718">
            <a:spAutoFit/>
          </a:bodyPr>
          <a:lstStyle/>
          <a:p>
            <a:pPr>
              <a:lnSpc>
                <a:spcPct val="150000"/>
              </a:lnSpc>
              <a:defRPr sz="12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请输入您需要的文字请输入您需要的文字请输入您需要的文字请输入您需要的文字请输入您需要的文字请输入您需要的文字您需要的文字请输入您需要的文字请输入您需要的文字</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sym typeface="+mn-ea"/>
              </a:rPr>
              <a:t>请输入您需要的文字请输入您需要的文字请输入您需要的文字</a:t>
            </a:r>
            <a:endParaRPr>
              <a:solidFill>
                <a:srgbClr val="0E0E0E"/>
              </a:solidFill>
            </a:endParaRP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 name="矩形 27"/>
          <p:cNvSpPr/>
          <p:nvPr/>
        </p:nvSpPr>
        <p:spPr>
          <a:xfrm>
            <a:off x="-16417" y="1572777"/>
            <a:ext cx="12192003" cy="4199375"/>
          </a:xfrm>
          <a:prstGeom prst="rect">
            <a:avLst/>
          </a:pr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740" name="直接连接符 53"/>
          <p:cNvSpPr/>
          <p:nvPr/>
        </p:nvSpPr>
        <p:spPr>
          <a:xfrm flipH="1" flipV="1">
            <a:off x="1036320" y="2642870"/>
            <a:ext cx="4509770" cy="635"/>
          </a:xfrm>
          <a:prstGeom prst="line">
            <a:avLst/>
          </a:prstGeom>
          <a:ln w="6350">
            <a:solidFill>
              <a:srgbClr val="D9D9D9"/>
            </a:solidFill>
            <a:miter/>
          </a:ln>
        </p:spPr>
        <p:txBody>
          <a:bodyPr lIns="45718" tIns="45718" rIns="45718" bIns="45718"/>
          <a:lstStyle/>
          <a:p>
            <a:endParaRPr/>
          </a:p>
        </p:txBody>
      </p:sp>
      <p:sp>
        <p:nvSpPr>
          <p:cNvPr id="749" name="直接连接符 54"/>
          <p:cNvSpPr/>
          <p:nvPr/>
        </p:nvSpPr>
        <p:spPr>
          <a:xfrm flipH="1" flipV="1">
            <a:off x="1092247" y="3616907"/>
            <a:ext cx="4038353" cy="2"/>
          </a:xfrm>
          <a:prstGeom prst="line">
            <a:avLst/>
          </a:prstGeom>
          <a:ln w="6350">
            <a:solidFill>
              <a:srgbClr val="D9D9D9"/>
            </a:solidFill>
            <a:miter/>
          </a:ln>
        </p:spPr>
        <p:txBody>
          <a:bodyPr lIns="45718" tIns="45718" rIns="45718" bIns="45718"/>
          <a:lstStyle/>
          <a:p>
            <a:endParaRPr/>
          </a:p>
        </p:txBody>
      </p:sp>
      <p:sp>
        <p:nvSpPr>
          <p:cNvPr id="750" name="直接连接符 55"/>
          <p:cNvSpPr/>
          <p:nvPr/>
        </p:nvSpPr>
        <p:spPr>
          <a:xfrm flipH="1" flipV="1">
            <a:off x="1130964" y="4429128"/>
            <a:ext cx="3415637" cy="2"/>
          </a:xfrm>
          <a:prstGeom prst="line">
            <a:avLst/>
          </a:prstGeom>
          <a:ln w="6350">
            <a:solidFill>
              <a:srgbClr val="D9D9D9"/>
            </a:solidFill>
            <a:miter/>
          </a:ln>
        </p:spPr>
        <p:txBody>
          <a:bodyPr lIns="45718" tIns="45718" rIns="45718" bIns="45718"/>
          <a:lstStyle/>
          <a:p>
            <a:endParaRPr/>
          </a:p>
        </p:txBody>
      </p:sp>
      <p:sp>
        <p:nvSpPr>
          <p:cNvPr id="752" name="文本框 8"/>
          <p:cNvSpPr txBox="1"/>
          <p:nvPr/>
        </p:nvSpPr>
        <p:spPr>
          <a:xfrm>
            <a:off x="1014257" y="2348308"/>
            <a:ext cx="1934728" cy="271781"/>
          </a:xfrm>
          <a:prstGeom prst="rect">
            <a:avLst/>
          </a:prstGeom>
          <a:ln w="12700">
            <a:miter lim="400000"/>
          </a:ln>
        </p:spPr>
        <p:txBody>
          <a:bodyPr lIns="34290" tIns="34290" rIns="34290" bIns="34290">
            <a:spAutoFit/>
          </a:bodyPr>
          <a:lstStyle>
            <a:lvl1pP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a:t>
            </a:r>
          </a:p>
        </p:txBody>
      </p:sp>
      <p:sp>
        <p:nvSpPr>
          <p:cNvPr id="753" name="文本框 8"/>
          <p:cNvSpPr txBox="1"/>
          <p:nvPr/>
        </p:nvSpPr>
        <p:spPr>
          <a:xfrm>
            <a:off x="1070396" y="3307677"/>
            <a:ext cx="1934729" cy="271781"/>
          </a:xfrm>
          <a:prstGeom prst="rect">
            <a:avLst/>
          </a:prstGeom>
          <a:ln w="12700">
            <a:miter lim="400000"/>
          </a:ln>
        </p:spPr>
        <p:txBody>
          <a:bodyPr lIns="34290" tIns="34290" rIns="34290" bIns="34290">
            <a:spAutoFit/>
          </a:bodyPr>
          <a:lstStyle>
            <a:lvl1pP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a:t>
            </a:r>
          </a:p>
        </p:txBody>
      </p:sp>
      <p:sp>
        <p:nvSpPr>
          <p:cNvPr id="754" name="文本框 8"/>
          <p:cNvSpPr txBox="1"/>
          <p:nvPr/>
        </p:nvSpPr>
        <p:spPr>
          <a:xfrm>
            <a:off x="1109111" y="4118873"/>
            <a:ext cx="1934729" cy="271781"/>
          </a:xfrm>
          <a:prstGeom prst="rect">
            <a:avLst/>
          </a:prstGeom>
          <a:ln w="12700">
            <a:miter lim="400000"/>
          </a:ln>
        </p:spPr>
        <p:txBody>
          <a:bodyPr lIns="34290" tIns="34290" rIns="34290" bIns="34290">
            <a:spAutoFit/>
          </a:bodyPr>
          <a:lstStyle>
            <a:lvl1pP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a:t>
            </a:r>
          </a:p>
        </p:txBody>
      </p:sp>
      <p:sp>
        <p:nvSpPr>
          <p:cNvPr id="780"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2" name="剪去对角的矩形 8"/>
          <p:cNvSpPr/>
          <p:nvPr>
            <p:custDataLst>
              <p:tags r:id="rId1"/>
            </p:custDataLst>
          </p:nvPr>
        </p:nvSpPr>
        <p:spPr>
          <a:xfrm>
            <a:off x="8275320" y="4225290"/>
            <a:ext cx="2099310" cy="248285"/>
          </a:xfrm>
          <a:custGeom>
            <a:avLst/>
            <a:gdLst>
              <a:gd name="connsiteX0" fmla="*/ 0 w 3306"/>
              <a:gd name="connsiteY0" fmla="*/ 0 h 391"/>
              <a:gd name="connsiteX1" fmla="*/ 3275 w 3306"/>
              <a:gd name="connsiteY1" fmla="*/ 0 h 391"/>
              <a:gd name="connsiteX2" fmla="*/ 3306 w 3306"/>
              <a:gd name="connsiteY2" fmla="*/ 65 h 391"/>
              <a:gd name="connsiteX3" fmla="*/ 3306 w 3306"/>
              <a:gd name="connsiteY3" fmla="*/ 389 h 391"/>
              <a:gd name="connsiteX4" fmla="*/ 92 w 3306"/>
              <a:gd name="connsiteY4" fmla="*/ 391 h 391"/>
              <a:gd name="connsiteX5" fmla="*/ 0 w 3306"/>
              <a:gd name="connsiteY5" fmla="*/ 324 h 391"/>
              <a:gd name="connsiteX6" fmla="*/ 0 w 3306"/>
              <a:gd name="connsiteY6" fmla="*/ 0 h 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r" b="b"/>
            <a:pathLst>
              <a:path w="3306" h="391" extrusionOk="0">
                <a:moveTo>
                  <a:pt x="0" y="0"/>
                </a:moveTo>
                <a:lnTo>
                  <a:pt x="3275" y="0"/>
                </a:lnTo>
                <a:lnTo>
                  <a:pt x="3306" y="65"/>
                </a:lnTo>
                <a:lnTo>
                  <a:pt x="3306" y="389"/>
                </a:lnTo>
                <a:lnTo>
                  <a:pt x="92" y="391"/>
                </a:lnTo>
                <a:lnTo>
                  <a:pt x="0" y="324"/>
                </a:lnTo>
                <a:lnTo>
                  <a:pt x="0" y="0"/>
                </a:lnTo>
                <a:close/>
              </a:path>
            </a:pathLst>
          </a:custGeom>
          <a:gradFill>
            <a:gsLst>
              <a:gs pos="100000">
                <a:srgbClr val="53C800">
                  <a:alpha val="0"/>
                </a:srgbClr>
              </a:gs>
              <a:gs pos="0">
                <a:srgbClr val="53C800">
                  <a:alpha val="5900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2" name="剪去对角的矩形 8"/>
          <p:cNvSpPr/>
          <p:nvPr>
            <p:custDataLst>
              <p:tags r:id="rId2"/>
            </p:custDataLst>
          </p:nvPr>
        </p:nvSpPr>
        <p:spPr>
          <a:xfrm>
            <a:off x="7537450" y="3152775"/>
            <a:ext cx="2099310" cy="248285"/>
          </a:xfrm>
          <a:custGeom>
            <a:avLst/>
            <a:gdLst>
              <a:gd name="connsiteX0" fmla="*/ 0 w 3306"/>
              <a:gd name="connsiteY0" fmla="*/ 0 h 391"/>
              <a:gd name="connsiteX1" fmla="*/ 3275 w 3306"/>
              <a:gd name="connsiteY1" fmla="*/ 0 h 391"/>
              <a:gd name="connsiteX2" fmla="*/ 3306 w 3306"/>
              <a:gd name="connsiteY2" fmla="*/ 65 h 391"/>
              <a:gd name="connsiteX3" fmla="*/ 3306 w 3306"/>
              <a:gd name="connsiteY3" fmla="*/ 389 h 391"/>
              <a:gd name="connsiteX4" fmla="*/ 92 w 3306"/>
              <a:gd name="connsiteY4" fmla="*/ 391 h 391"/>
              <a:gd name="connsiteX5" fmla="*/ 0 w 3306"/>
              <a:gd name="connsiteY5" fmla="*/ 324 h 391"/>
              <a:gd name="connsiteX6" fmla="*/ 0 w 3306"/>
              <a:gd name="connsiteY6" fmla="*/ 0 h 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r" b="b"/>
            <a:pathLst>
              <a:path w="3306" h="391" extrusionOk="0">
                <a:moveTo>
                  <a:pt x="0" y="0"/>
                </a:moveTo>
                <a:lnTo>
                  <a:pt x="3275" y="0"/>
                </a:lnTo>
                <a:lnTo>
                  <a:pt x="3306" y="65"/>
                </a:lnTo>
                <a:lnTo>
                  <a:pt x="3306" y="389"/>
                </a:lnTo>
                <a:lnTo>
                  <a:pt x="92" y="391"/>
                </a:lnTo>
                <a:lnTo>
                  <a:pt x="0" y="324"/>
                </a:lnTo>
                <a:lnTo>
                  <a:pt x="0" y="0"/>
                </a:lnTo>
                <a:close/>
              </a:path>
            </a:pathLst>
          </a:custGeom>
          <a:gradFill>
            <a:gsLst>
              <a:gs pos="100000">
                <a:srgbClr val="53C800">
                  <a:alpha val="0"/>
                </a:srgbClr>
              </a:gs>
              <a:gs pos="0">
                <a:srgbClr val="53C800">
                  <a:alpha val="5900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3" name="剪去对角的矩形 8"/>
          <p:cNvSpPr/>
          <p:nvPr>
            <p:custDataLst>
              <p:tags r:id="rId3"/>
            </p:custDataLst>
          </p:nvPr>
        </p:nvSpPr>
        <p:spPr>
          <a:xfrm>
            <a:off x="6744970" y="1964690"/>
            <a:ext cx="2099310" cy="248285"/>
          </a:xfrm>
          <a:custGeom>
            <a:avLst/>
            <a:gdLst>
              <a:gd name="connsiteX0" fmla="*/ 0 w 3306"/>
              <a:gd name="connsiteY0" fmla="*/ 0 h 391"/>
              <a:gd name="connsiteX1" fmla="*/ 3275 w 3306"/>
              <a:gd name="connsiteY1" fmla="*/ 0 h 391"/>
              <a:gd name="connsiteX2" fmla="*/ 3306 w 3306"/>
              <a:gd name="connsiteY2" fmla="*/ 65 h 391"/>
              <a:gd name="connsiteX3" fmla="*/ 3306 w 3306"/>
              <a:gd name="connsiteY3" fmla="*/ 389 h 391"/>
              <a:gd name="connsiteX4" fmla="*/ 92 w 3306"/>
              <a:gd name="connsiteY4" fmla="*/ 391 h 391"/>
              <a:gd name="connsiteX5" fmla="*/ 0 w 3306"/>
              <a:gd name="connsiteY5" fmla="*/ 324 h 391"/>
              <a:gd name="connsiteX6" fmla="*/ 0 w 3306"/>
              <a:gd name="connsiteY6" fmla="*/ 0 h 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0" t="0" r="r" b="b"/>
            <a:pathLst>
              <a:path w="3306" h="391" extrusionOk="0">
                <a:moveTo>
                  <a:pt x="0" y="0"/>
                </a:moveTo>
                <a:lnTo>
                  <a:pt x="3275" y="0"/>
                </a:lnTo>
                <a:lnTo>
                  <a:pt x="3306" y="65"/>
                </a:lnTo>
                <a:lnTo>
                  <a:pt x="3306" y="389"/>
                </a:lnTo>
                <a:lnTo>
                  <a:pt x="92" y="391"/>
                </a:lnTo>
                <a:lnTo>
                  <a:pt x="0" y="324"/>
                </a:lnTo>
                <a:lnTo>
                  <a:pt x="0" y="0"/>
                </a:lnTo>
                <a:close/>
              </a:path>
            </a:pathLst>
          </a:custGeom>
          <a:gradFill>
            <a:gsLst>
              <a:gs pos="100000">
                <a:srgbClr val="53C800">
                  <a:alpha val="0"/>
                </a:srgbClr>
              </a:gs>
              <a:gs pos="0">
                <a:srgbClr val="53C800">
                  <a:alpha val="5900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4" name="矩形 38"/>
          <p:cNvSpPr txBox="1"/>
          <p:nvPr>
            <p:custDataLst>
              <p:tags r:id="rId4"/>
            </p:custDataLst>
          </p:nvPr>
        </p:nvSpPr>
        <p:spPr>
          <a:xfrm>
            <a:off x="8328025" y="4171950"/>
            <a:ext cx="1955165" cy="843915"/>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4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sp>
        <p:nvSpPr>
          <p:cNvPr id="35" name="矩形 38"/>
          <p:cNvSpPr txBox="1"/>
          <p:nvPr>
            <p:custDataLst>
              <p:tags r:id="rId5"/>
            </p:custDataLst>
          </p:nvPr>
        </p:nvSpPr>
        <p:spPr>
          <a:xfrm>
            <a:off x="7571740" y="3103880"/>
            <a:ext cx="1955165" cy="843915"/>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4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sp>
        <p:nvSpPr>
          <p:cNvPr id="38" name="矩形 38"/>
          <p:cNvSpPr txBox="1"/>
          <p:nvPr>
            <p:custDataLst>
              <p:tags r:id="rId6"/>
            </p:custDataLst>
          </p:nvPr>
        </p:nvSpPr>
        <p:spPr>
          <a:xfrm>
            <a:off x="6790690" y="1903095"/>
            <a:ext cx="1955165" cy="828675"/>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3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grpSp>
        <p:nvGrpSpPr>
          <p:cNvPr id="41" name="组合 40"/>
          <p:cNvGrpSpPr/>
          <p:nvPr>
            <p:custDataLst>
              <p:tags r:id="rId7"/>
            </p:custDataLst>
          </p:nvPr>
        </p:nvGrpSpPr>
        <p:grpSpPr>
          <a:xfrm>
            <a:off x="3646170" y="2253615"/>
            <a:ext cx="3789680" cy="3107690"/>
            <a:chOff x="6672" y="3543"/>
            <a:chExt cx="5968" cy="4894"/>
          </a:xfrm>
        </p:grpSpPr>
        <p:grpSp>
          <p:nvGrpSpPr>
            <p:cNvPr id="45" name="组合 9"/>
            <p:cNvGrpSpPr/>
            <p:nvPr>
              <p:custDataLst>
                <p:tags r:id="rId14"/>
              </p:custDataLst>
            </p:nvPr>
          </p:nvGrpSpPr>
          <p:grpSpPr>
            <a:xfrm>
              <a:off x="6672" y="3543"/>
              <a:ext cx="5968" cy="4894"/>
              <a:chOff x="0" y="-2"/>
              <a:chExt cx="3789845" cy="3107723"/>
            </a:xfrm>
          </p:grpSpPr>
          <p:grpSp>
            <p:nvGrpSpPr>
              <p:cNvPr id="48" name="组合 47"/>
              <p:cNvGrpSpPr/>
              <p:nvPr/>
            </p:nvGrpSpPr>
            <p:grpSpPr>
              <a:xfrm>
                <a:off x="-1" y="-3"/>
                <a:ext cx="1895568" cy="3107725"/>
                <a:chOff x="0" y="-1"/>
                <a:chExt cx="1895566" cy="3107723"/>
              </a:xfrm>
            </p:grpSpPr>
            <p:sp>
              <p:nvSpPr>
                <p:cNvPr id="49" name="任意多边形 56"/>
                <p:cNvSpPr/>
                <p:nvPr/>
              </p:nvSpPr>
              <p:spPr>
                <a:xfrm>
                  <a:off x="1332950" y="-2"/>
                  <a:ext cx="562188" cy="922768"/>
                </a:xfrm>
                <a:custGeom>
                  <a:avLst/>
                  <a:gdLst/>
                  <a:ahLst/>
                  <a:cxnLst>
                    <a:cxn ang="0">
                      <a:pos x="wd2" y="hd2"/>
                    </a:cxn>
                    <a:cxn ang="5400000">
                      <a:pos x="wd2" y="hd2"/>
                    </a:cxn>
                    <a:cxn ang="10800000">
                      <a:pos x="wd2" y="hd2"/>
                    </a:cxn>
                    <a:cxn ang="16200000">
                      <a:pos x="wd2" y="hd2"/>
                    </a:cxn>
                  </a:cxnLst>
                  <a:rect l="0" t="0" r="r" b="b"/>
                  <a:pathLst>
                    <a:path w="21600" h="21600" extrusionOk="0">
                      <a:moveTo>
                        <a:pt x="21593" y="0"/>
                      </a:moveTo>
                      <a:lnTo>
                        <a:pt x="21600" y="21600"/>
                      </a:lnTo>
                      <a:lnTo>
                        <a:pt x="0" y="18266"/>
                      </a:lnTo>
                      <a:lnTo>
                        <a:pt x="21593" y="0"/>
                      </a:lnTo>
                      <a:close/>
                    </a:path>
                  </a:pathLst>
                </a:custGeom>
                <a:solidFill>
                  <a:srgbClr val="65B5FF"/>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50" name="任意多边形 51"/>
                <p:cNvSpPr/>
                <p:nvPr/>
              </p:nvSpPr>
              <p:spPr>
                <a:xfrm>
                  <a:off x="674228" y="854934"/>
                  <a:ext cx="1221122" cy="1149399"/>
                </a:xfrm>
                <a:custGeom>
                  <a:avLst/>
                  <a:gdLst/>
                  <a:ahLst/>
                  <a:cxnLst>
                    <a:cxn ang="0">
                      <a:pos x="wd2" y="hd2"/>
                    </a:cxn>
                    <a:cxn ang="5400000">
                      <a:pos x="wd2" y="hd2"/>
                    </a:cxn>
                    <a:cxn ang="10800000">
                      <a:pos x="wd2" y="hd2"/>
                    </a:cxn>
                    <a:cxn ang="16200000">
                      <a:pos x="wd2" y="hd2"/>
                    </a:cxn>
                  </a:cxnLst>
                  <a:rect l="0" t="0" r="r" b="b"/>
                  <a:pathLst>
                    <a:path w="21600" h="21600" extrusionOk="0">
                      <a:moveTo>
                        <a:pt x="10702" y="0"/>
                      </a:moveTo>
                      <a:lnTo>
                        <a:pt x="21597" y="2932"/>
                      </a:lnTo>
                      <a:lnTo>
                        <a:pt x="21600" y="21600"/>
                      </a:lnTo>
                      <a:lnTo>
                        <a:pt x="0" y="15786"/>
                      </a:lnTo>
                      <a:lnTo>
                        <a:pt x="10702" y="0"/>
                      </a:lnTo>
                      <a:close/>
                    </a:path>
                  </a:pathLst>
                </a:custGeom>
                <a:solidFill>
                  <a:srgbClr val="1990FF"/>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51" name="任意多边形 48"/>
                <p:cNvSpPr/>
                <p:nvPr/>
              </p:nvSpPr>
              <p:spPr>
                <a:xfrm>
                  <a:off x="-1" y="1769571"/>
                  <a:ext cx="1895568" cy="1338152"/>
                </a:xfrm>
                <a:custGeom>
                  <a:avLst/>
                  <a:gdLst/>
                  <a:ahLst/>
                  <a:cxnLst>
                    <a:cxn ang="0">
                      <a:pos x="wd2" y="hd2"/>
                    </a:cxn>
                    <a:cxn ang="5400000">
                      <a:pos x="wd2" y="hd2"/>
                    </a:cxn>
                    <a:cxn ang="10800000">
                      <a:pos x="wd2" y="hd2"/>
                    </a:cxn>
                    <a:cxn ang="16200000">
                      <a:pos x="wd2" y="hd2"/>
                    </a:cxn>
                  </a:cxnLst>
                  <a:rect l="0" t="0" r="r" b="b"/>
                  <a:pathLst>
                    <a:path w="21600" h="21600" extrusionOk="0">
                      <a:moveTo>
                        <a:pt x="7071" y="0"/>
                      </a:moveTo>
                      <a:lnTo>
                        <a:pt x="21598" y="5213"/>
                      </a:lnTo>
                      <a:lnTo>
                        <a:pt x="21600" y="21600"/>
                      </a:lnTo>
                      <a:lnTo>
                        <a:pt x="0" y="13907"/>
                      </a:lnTo>
                      <a:lnTo>
                        <a:pt x="7071" y="0"/>
                      </a:lnTo>
                      <a:close/>
                    </a:path>
                  </a:pathLst>
                </a:cu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grpSp>
          <p:sp>
            <p:nvSpPr>
              <p:cNvPr id="52" name="任意多边形 84"/>
              <p:cNvSpPr/>
              <p:nvPr>
                <p:custDataLst>
                  <p:tags r:id="rId18"/>
                </p:custDataLst>
              </p:nvPr>
            </p:nvSpPr>
            <p:spPr>
              <a:xfrm flipH="1">
                <a:off x="1894709" y="-2"/>
                <a:ext cx="562189" cy="922767"/>
              </a:xfrm>
              <a:custGeom>
                <a:avLst/>
                <a:gdLst/>
                <a:ahLst/>
                <a:cxnLst>
                  <a:cxn ang="0">
                    <a:pos x="wd2" y="hd2"/>
                  </a:cxn>
                  <a:cxn ang="5400000">
                    <a:pos x="wd2" y="hd2"/>
                  </a:cxn>
                  <a:cxn ang="10800000">
                    <a:pos x="wd2" y="hd2"/>
                  </a:cxn>
                  <a:cxn ang="16200000">
                    <a:pos x="wd2" y="hd2"/>
                  </a:cxn>
                </a:cxnLst>
                <a:rect l="0" t="0" r="r" b="b"/>
                <a:pathLst>
                  <a:path w="21600" h="21600" extrusionOk="0">
                    <a:moveTo>
                      <a:pt x="21593" y="0"/>
                    </a:moveTo>
                    <a:lnTo>
                      <a:pt x="21600" y="21600"/>
                    </a:lnTo>
                    <a:lnTo>
                      <a:pt x="0" y="18266"/>
                    </a:lnTo>
                    <a:lnTo>
                      <a:pt x="21593" y="0"/>
                    </a:lnTo>
                    <a:close/>
                  </a:path>
                </a:pathLst>
              </a:custGeom>
              <a:solidFill>
                <a:srgbClr val="067ABA"/>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53" name="任意多边形 85"/>
              <p:cNvSpPr/>
              <p:nvPr>
                <p:custDataLst>
                  <p:tags r:id="rId19"/>
                </p:custDataLst>
              </p:nvPr>
            </p:nvSpPr>
            <p:spPr>
              <a:xfrm flipH="1">
                <a:off x="1894497" y="854933"/>
                <a:ext cx="1221122" cy="1149399"/>
              </a:xfrm>
              <a:custGeom>
                <a:avLst/>
                <a:gdLst/>
                <a:ahLst/>
                <a:cxnLst>
                  <a:cxn ang="0">
                    <a:pos x="wd2" y="hd2"/>
                  </a:cxn>
                  <a:cxn ang="5400000">
                    <a:pos x="wd2" y="hd2"/>
                  </a:cxn>
                  <a:cxn ang="10800000">
                    <a:pos x="wd2" y="hd2"/>
                  </a:cxn>
                  <a:cxn ang="16200000">
                    <a:pos x="wd2" y="hd2"/>
                  </a:cxn>
                </a:cxnLst>
                <a:rect l="0" t="0" r="r" b="b"/>
                <a:pathLst>
                  <a:path w="21600" h="21600" extrusionOk="0">
                    <a:moveTo>
                      <a:pt x="10702" y="0"/>
                    </a:moveTo>
                    <a:lnTo>
                      <a:pt x="21597" y="2932"/>
                    </a:lnTo>
                    <a:lnTo>
                      <a:pt x="21600" y="21600"/>
                    </a:lnTo>
                    <a:lnTo>
                      <a:pt x="0" y="15786"/>
                    </a:lnTo>
                    <a:lnTo>
                      <a:pt x="10702" y="0"/>
                    </a:lnTo>
                    <a:close/>
                  </a:path>
                </a:pathLst>
              </a:custGeom>
              <a:solidFill>
                <a:srgbClr val="03559F"/>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54" name="任意多边形 86"/>
              <p:cNvSpPr/>
              <p:nvPr>
                <p:custDataLst>
                  <p:tags r:id="rId20"/>
                </p:custDataLst>
              </p:nvPr>
            </p:nvSpPr>
            <p:spPr>
              <a:xfrm flipH="1">
                <a:off x="1894280" y="1769570"/>
                <a:ext cx="1895566" cy="1338151"/>
              </a:xfrm>
              <a:custGeom>
                <a:avLst/>
                <a:gdLst/>
                <a:ahLst/>
                <a:cxnLst>
                  <a:cxn ang="0">
                    <a:pos x="wd2" y="hd2"/>
                  </a:cxn>
                  <a:cxn ang="5400000">
                    <a:pos x="wd2" y="hd2"/>
                  </a:cxn>
                  <a:cxn ang="10800000">
                    <a:pos x="wd2" y="hd2"/>
                  </a:cxn>
                  <a:cxn ang="16200000">
                    <a:pos x="wd2" y="hd2"/>
                  </a:cxn>
                </a:cxnLst>
                <a:rect l="0" t="0" r="r" b="b"/>
                <a:pathLst>
                  <a:path w="21600" h="21600" extrusionOk="0">
                    <a:moveTo>
                      <a:pt x="7071" y="0"/>
                    </a:moveTo>
                    <a:lnTo>
                      <a:pt x="21598" y="5213"/>
                    </a:lnTo>
                    <a:lnTo>
                      <a:pt x="21600" y="21600"/>
                    </a:lnTo>
                    <a:lnTo>
                      <a:pt x="0" y="13907"/>
                    </a:lnTo>
                    <a:lnTo>
                      <a:pt x="7071" y="0"/>
                    </a:lnTo>
                    <a:close/>
                  </a:path>
                </a:pathLst>
              </a:custGeom>
              <a:solidFill>
                <a:srgbClr val="002568"/>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grpSp>
        <p:sp>
          <p:nvSpPr>
            <p:cNvPr id="55" name="文本框 8"/>
            <p:cNvSpPr txBox="1"/>
            <p:nvPr>
              <p:custDataLst>
                <p:tags r:id="rId15"/>
              </p:custDataLst>
            </p:nvPr>
          </p:nvSpPr>
          <p:spPr>
            <a:xfrm>
              <a:off x="9935" y="5447"/>
              <a:ext cx="681" cy="548"/>
            </a:xfrm>
            <a:prstGeom prst="rect">
              <a:avLst/>
            </a:prstGeom>
            <a:ln w="12700">
              <a:miter lim="400000"/>
            </a:ln>
          </p:spPr>
          <p:txBody>
            <a:bodyPr lIns="34290" tIns="34290" rIns="34290" bIns="34290">
              <a:spAutoFit/>
            </a:bodyPr>
            <a:lstStyle>
              <a:lvl1pPr>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02</a:t>
              </a:r>
            </a:p>
          </p:txBody>
        </p:sp>
        <p:sp>
          <p:nvSpPr>
            <p:cNvPr id="56" name="文本框 8"/>
            <p:cNvSpPr txBox="1"/>
            <p:nvPr>
              <p:custDataLst>
                <p:tags r:id="rId16"/>
              </p:custDataLst>
            </p:nvPr>
          </p:nvSpPr>
          <p:spPr>
            <a:xfrm>
              <a:off x="9628" y="4179"/>
              <a:ext cx="681" cy="548"/>
            </a:xfrm>
            <a:prstGeom prst="rect">
              <a:avLst/>
            </a:prstGeom>
            <a:ln w="12700">
              <a:miter lim="400000"/>
            </a:ln>
          </p:spPr>
          <p:txBody>
            <a:bodyPr lIns="34290" tIns="34290" rIns="34290" bIns="34290">
              <a:spAutoFit/>
            </a:bodyPr>
            <a:lstStyle>
              <a:lvl1pPr>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01</a:t>
              </a:r>
            </a:p>
          </p:txBody>
        </p:sp>
        <p:sp>
          <p:nvSpPr>
            <p:cNvPr id="57" name="文本框 8"/>
            <p:cNvSpPr txBox="1"/>
            <p:nvPr>
              <p:custDataLst>
                <p:tags r:id="rId17"/>
              </p:custDataLst>
            </p:nvPr>
          </p:nvSpPr>
          <p:spPr>
            <a:xfrm>
              <a:off x="10417" y="7056"/>
              <a:ext cx="681" cy="548"/>
            </a:xfrm>
            <a:prstGeom prst="rect">
              <a:avLst/>
            </a:prstGeom>
            <a:ln w="12700">
              <a:miter lim="400000"/>
            </a:ln>
          </p:spPr>
          <p:txBody>
            <a:bodyPr lIns="34290" tIns="34290" rIns="34290" bIns="34290">
              <a:spAutoFit/>
            </a:bodyPr>
            <a:lstStyle>
              <a:lvl1pPr>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03</a:t>
              </a:r>
            </a:p>
          </p:txBody>
        </p:sp>
        <p:grpSp>
          <p:nvGrpSpPr>
            <p:cNvPr id="58" name="Group 37"/>
            <p:cNvGrpSpPr/>
            <p:nvPr/>
          </p:nvGrpSpPr>
          <p:grpSpPr>
            <a:xfrm>
              <a:off x="8080" y="7039"/>
              <a:ext cx="509" cy="489"/>
              <a:chOff x="0" y="-1"/>
              <a:chExt cx="323138" cy="310325"/>
            </a:xfrm>
          </p:grpSpPr>
          <p:sp>
            <p:nvSpPr>
              <p:cNvPr id="59" name="Freeform 10"/>
              <p:cNvSpPr/>
              <p:nvPr/>
            </p:nvSpPr>
            <p:spPr>
              <a:xfrm>
                <a:off x="-1" y="162278"/>
                <a:ext cx="135236" cy="148046"/>
              </a:xfrm>
              <a:custGeom>
                <a:avLst/>
                <a:gdLst/>
                <a:ahLst/>
                <a:cxnLst>
                  <a:cxn ang="0">
                    <a:pos x="wd2" y="hd2"/>
                  </a:cxn>
                  <a:cxn ang="5400000">
                    <a:pos x="wd2" y="hd2"/>
                  </a:cxn>
                  <a:cxn ang="10800000">
                    <a:pos x="wd2" y="hd2"/>
                  </a:cxn>
                  <a:cxn ang="16200000">
                    <a:pos x="wd2" y="hd2"/>
                  </a:cxn>
                </a:cxnLst>
                <a:rect l="0" t="0" r="r" b="b"/>
                <a:pathLst>
                  <a:path w="21600" h="21600" extrusionOk="0">
                    <a:moveTo>
                      <a:pt x="16740" y="13255"/>
                    </a:moveTo>
                    <a:cubicBezTo>
                      <a:pt x="18360" y="11782"/>
                      <a:pt x="19440" y="9818"/>
                      <a:pt x="19440" y="7855"/>
                    </a:cubicBezTo>
                    <a:cubicBezTo>
                      <a:pt x="19440" y="3436"/>
                      <a:pt x="15660" y="0"/>
                      <a:pt x="10800" y="0"/>
                    </a:cubicBezTo>
                    <a:cubicBezTo>
                      <a:pt x="5940" y="0"/>
                      <a:pt x="2160" y="3436"/>
                      <a:pt x="2160" y="7855"/>
                    </a:cubicBezTo>
                    <a:cubicBezTo>
                      <a:pt x="2160" y="9818"/>
                      <a:pt x="3240" y="11782"/>
                      <a:pt x="4860" y="13255"/>
                    </a:cubicBezTo>
                    <a:cubicBezTo>
                      <a:pt x="2160" y="15218"/>
                      <a:pt x="0" y="18164"/>
                      <a:pt x="0" y="21600"/>
                    </a:cubicBezTo>
                    <a:cubicBezTo>
                      <a:pt x="4320" y="21600"/>
                      <a:pt x="4320" y="21600"/>
                      <a:pt x="4320" y="21600"/>
                    </a:cubicBezTo>
                    <a:cubicBezTo>
                      <a:pt x="4320" y="18164"/>
                      <a:pt x="7020" y="15709"/>
                      <a:pt x="10800" y="15709"/>
                    </a:cubicBezTo>
                    <a:cubicBezTo>
                      <a:pt x="14580" y="15709"/>
                      <a:pt x="17280" y="18164"/>
                      <a:pt x="17280" y="21600"/>
                    </a:cubicBezTo>
                    <a:cubicBezTo>
                      <a:pt x="21600" y="21600"/>
                      <a:pt x="21600" y="21600"/>
                      <a:pt x="21600" y="21600"/>
                    </a:cubicBezTo>
                    <a:cubicBezTo>
                      <a:pt x="21600" y="18164"/>
                      <a:pt x="19980" y="15218"/>
                      <a:pt x="16740" y="13255"/>
                    </a:cubicBezTo>
                    <a:close/>
                    <a:moveTo>
                      <a:pt x="6480" y="7855"/>
                    </a:moveTo>
                    <a:cubicBezTo>
                      <a:pt x="6480" y="5891"/>
                      <a:pt x="8640" y="3927"/>
                      <a:pt x="10800" y="3927"/>
                    </a:cubicBezTo>
                    <a:cubicBezTo>
                      <a:pt x="13500" y="3927"/>
                      <a:pt x="15120" y="5891"/>
                      <a:pt x="15120" y="7855"/>
                    </a:cubicBezTo>
                    <a:cubicBezTo>
                      <a:pt x="15120" y="9818"/>
                      <a:pt x="13500" y="11782"/>
                      <a:pt x="10800" y="11782"/>
                    </a:cubicBezTo>
                    <a:cubicBezTo>
                      <a:pt x="8640" y="11782"/>
                      <a:pt x="6480" y="9818"/>
                      <a:pt x="6480" y="7855"/>
                    </a:cubicBez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60" name="Freeform 11"/>
              <p:cNvSpPr/>
              <p:nvPr/>
            </p:nvSpPr>
            <p:spPr>
              <a:xfrm>
                <a:off x="-1" y="-2"/>
                <a:ext cx="323139" cy="310326"/>
              </a:xfrm>
              <a:custGeom>
                <a:avLst/>
                <a:gdLst/>
                <a:ahLst/>
                <a:cxnLst>
                  <a:cxn ang="0">
                    <a:pos x="wd2" y="hd2"/>
                  </a:cxn>
                  <a:cxn ang="5400000">
                    <a:pos x="wd2" y="hd2"/>
                  </a:cxn>
                  <a:cxn ang="10800000">
                    <a:pos x="wd2" y="hd2"/>
                  </a:cxn>
                  <a:cxn ang="16200000">
                    <a:pos x="wd2" y="hd2"/>
                  </a:cxn>
                </a:cxnLst>
                <a:rect l="0" t="0" r="r" b="b"/>
                <a:pathLst>
                  <a:path w="21600" h="21600" extrusionOk="0">
                    <a:moveTo>
                      <a:pt x="21600" y="10330"/>
                    </a:moveTo>
                    <a:cubicBezTo>
                      <a:pt x="21600" y="1878"/>
                      <a:pt x="21600" y="1878"/>
                      <a:pt x="21600" y="1878"/>
                    </a:cubicBezTo>
                    <a:cubicBezTo>
                      <a:pt x="13500" y="1878"/>
                      <a:pt x="13500" y="1878"/>
                      <a:pt x="13500" y="1878"/>
                    </a:cubicBezTo>
                    <a:cubicBezTo>
                      <a:pt x="13500" y="0"/>
                      <a:pt x="13500" y="0"/>
                      <a:pt x="13500" y="0"/>
                    </a:cubicBezTo>
                    <a:cubicBezTo>
                      <a:pt x="0" y="0"/>
                      <a:pt x="0" y="0"/>
                      <a:pt x="0" y="0"/>
                    </a:cubicBezTo>
                    <a:cubicBezTo>
                      <a:pt x="0" y="7513"/>
                      <a:pt x="0" y="7513"/>
                      <a:pt x="0" y="7513"/>
                    </a:cubicBezTo>
                    <a:cubicBezTo>
                      <a:pt x="1800" y="7513"/>
                      <a:pt x="1800" y="7513"/>
                      <a:pt x="1800" y="7513"/>
                    </a:cubicBezTo>
                    <a:cubicBezTo>
                      <a:pt x="1800" y="10096"/>
                      <a:pt x="1800" y="10096"/>
                      <a:pt x="1800" y="10096"/>
                    </a:cubicBezTo>
                    <a:cubicBezTo>
                      <a:pt x="5625" y="7513"/>
                      <a:pt x="5625" y="7513"/>
                      <a:pt x="5625" y="7513"/>
                    </a:cubicBezTo>
                    <a:cubicBezTo>
                      <a:pt x="9000" y="7513"/>
                      <a:pt x="9000" y="7513"/>
                      <a:pt x="9000" y="7513"/>
                    </a:cubicBezTo>
                    <a:cubicBezTo>
                      <a:pt x="9000" y="10330"/>
                      <a:pt x="9000" y="10330"/>
                      <a:pt x="9000" y="10330"/>
                    </a:cubicBezTo>
                    <a:cubicBezTo>
                      <a:pt x="15750" y="10330"/>
                      <a:pt x="15750" y="10330"/>
                      <a:pt x="15750" y="10330"/>
                    </a:cubicBezTo>
                    <a:cubicBezTo>
                      <a:pt x="16875" y="11270"/>
                      <a:pt x="16875" y="11270"/>
                      <a:pt x="16875" y="11270"/>
                    </a:cubicBezTo>
                    <a:cubicBezTo>
                      <a:pt x="14850" y="11504"/>
                      <a:pt x="13500" y="13148"/>
                      <a:pt x="13500" y="15026"/>
                    </a:cubicBezTo>
                    <a:cubicBezTo>
                      <a:pt x="13500" y="15965"/>
                      <a:pt x="13950" y="16904"/>
                      <a:pt x="14625" y="17609"/>
                    </a:cubicBezTo>
                    <a:cubicBezTo>
                      <a:pt x="13500" y="18548"/>
                      <a:pt x="12600" y="19957"/>
                      <a:pt x="12600" y="21600"/>
                    </a:cubicBezTo>
                    <a:cubicBezTo>
                      <a:pt x="14400" y="21600"/>
                      <a:pt x="14400" y="21600"/>
                      <a:pt x="14400" y="21600"/>
                    </a:cubicBezTo>
                    <a:cubicBezTo>
                      <a:pt x="14400" y="19957"/>
                      <a:pt x="15525" y="18783"/>
                      <a:pt x="17100" y="18783"/>
                    </a:cubicBezTo>
                    <a:cubicBezTo>
                      <a:pt x="18675" y="18783"/>
                      <a:pt x="19800" y="19957"/>
                      <a:pt x="19800" y="21600"/>
                    </a:cubicBezTo>
                    <a:cubicBezTo>
                      <a:pt x="21600" y="21600"/>
                      <a:pt x="21600" y="21600"/>
                      <a:pt x="21600" y="21600"/>
                    </a:cubicBezTo>
                    <a:cubicBezTo>
                      <a:pt x="21600" y="19957"/>
                      <a:pt x="20925" y="18548"/>
                      <a:pt x="19575" y="17609"/>
                    </a:cubicBezTo>
                    <a:cubicBezTo>
                      <a:pt x="20250" y="16904"/>
                      <a:pt x="20700" y="15965"/>
                      <a:pt x="20700" y="15026"/>
                    </a:cubicBezTo>
                    <a:cubicBezTo>
                      <a:pt x="20700" y="14087"/>
                      <a:pt x="20475" y="13148"/>
                      <a:pt x="19800" y="12443"/>
                    </a:cubicBezTo>
                    <a:cubicBezTo>
                      <a:pt x="19800" y="10330"/>
                      <a:pt x="19800" y="10330"/>
                      <a:pt x="19800" y="10330"/>
                    </a:cubicBezTo>
                    <a:lnTo>
                      <a:pt x="21600" y="10330"/>
                    </a:lnTo>
                    <a:close/>
                    <a:moveTo>
                      <a:pt x="5175" y="5635"/>
                    </a:moveTo>
                    <a:cubicBezTo>
                      <a:pt x="3600" y="6574"/>
                      <a:pt x="3600" y="6574"/>
                      <a:pt x="3600" y="6574"/>
                    </a:cubicBezTo>
                    <a:cubicBezTo>
                      <a:pt x="3600" y="5635"/>
                      <a:pt x="3600" y="5635"/>
                      <a:pt x="3600" y="5635"/>
                    </a:cubicBezTo>
                    <a:cubicBezTo>
                      <a:pt x="1800" y="5635"/>
                      <a:pt x="1800" y="5635"/>
                      <a:pt x="1800" y="5635"/>
                    </a:cubicBezTo>
                    <a:cubicBezTo>
                      <a:pt x="1800" y="1878"/>
                      <a:pt x="1800" y="1878"/>
                      <a:pt x="1800" y="1878"/>
                    </a:cubicBezTo>
                    <a:cubicBezTo>
                      <a:pt x="11700" y="1878"/>
                      <a:pt x="11700" y="1878"/>
                      <a:pt x="11700" y="1878"/>
                    </a:cubicBezTo>
                    <a:cubicBezTo>
                      <a:pt x="11700" y="5635"/>
                      <a:pt x="11700" y="5635"/>
                      <a:pt x="11700" y="5635"/>
                    </a:cubicBezTo>
                    <a:lnTo>
                      <a:pt x="5175" y="5635"/>
                    </a:lnTo>
                    <a:close/>
                    <a:moveTo>
                      <a:pt x="10800" y="8452"/>
                    </a:moveTo>
                    <a:cubicBezTo>
                      <a:pt x="10800" y="7513"/>
                      <a:pt x="10800" y="7513"/>
                      <a:pt x="10800" y="7513"/>
                    </a:cubicBezTo>
                    <a:cubicBezTo>
                      <a:pt x="13500" y="7513"/>
                      <a:pt x="13500" y="7513"/>
                      <a:pt x="13500" y="7513"/>
                    </a:cubicBezTo>
                    <a:cubicBezTo>
                      <a:pt x="13500" y="3757"/>
                      <a:pt x="13500" y="3757"/>
                      <a:pt x="13500" y="3757"/>
                    </a:cubicBezTo>
                    <a:cubicBezTo>
                      <a:pt x="19800" y="3757"/>
                      <a:pt x="19800" y="3757"/>
                      <a:pt x="19800" y="3757"/>
                    </a:cubicBezTo>
                    <a:cubicBezTo>
                      <a:pt x="19800" y="8452"/>
                      <a:pt x="19800" y="8452"/>
                      <a:pt x="19800" y="8452"/>
                    </a:cubicBezTo>
                    <a:cubicBezTo>
                      <a:pt x="18000" y="8452"/>
                      <a:pt x="18000" y="8452"/>
                      <a:pt x="18000" y="8452"/>
                    </a:cubicBezTo>
                    <a:cubicBezTo>
                      <a:pt x="18000" y="9861"/>
                      <a:pt x="18000" y="9861"/>
                      <a:pt x="18000" y="9861"/>
                    </a:cubicBezTo>
                    <a:cubicBezTo>
                      <a:pt x="16650" y="8452"/>
                      <a:pt x="16650" y="8452"/>
                      <a:pt x="16650" y="8452"/>
                    </a:cubicBezTo>
                    <a:lnTo>
                      <a:pt x="10800" y="8452"/>
                    </a:lnTo>
                    <a:close/>
                    <a:moveTo>
                      <a:pt x="15300" y="15026"/>
                    </a:moveTo>
                    <a:cubicBezTo>
                      <a:pt x="15300" y="14087"/>
                      <a:pt x="16200" y="13148"/>
                      <a:pt x="17100" y="13148"/>
                    </a:cubicBezTo>
                    <a:cubicBezTo>
                      <a:pt x="18225" y="13148"/>
                      <a:pt x="18900" y="14087"/>
                      <a:pt x="18900" y="15026"/>
                    </a:cubicBezTo>
                    <a:cubicBezTo>
                      <a:pt x="18900" y="15965"/>
                      <a:pt x="18225" y="16904"/>
                      <a:pt x="17100" y="16904"/>
                    </a:cubicBezTo>
                    <a:cubicBezTo>
                      <a:pt x="16200" y="16904"/>
                      <a:pt x="15300" y="15965"/>
                      <a:pt x="15300" y="15026"/>
                    </a:cubicBez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grpSp>
          <p:nvGrpSpPr>
            <p:cNvPr id="61" name="Group 65"/>
            <p:cNvGrpSpPr/>
            <p:nvPr/>
          </p:nvGrpSpPr>
          <p:grpSpPr>
            <a:xfrm>
              <a:off x="8637" y="5542"/>
              <a:ext cx="475" cy="450"/>
              <a:chOff x="0" y="0"/>
              <a:chExt cx="301904" cy="285954"/>
            </a:xfrm>
          </p:grpSpPr>
          <p:sp>
            <p:nvSpPr>
              <p:cNvPr id="62" name="Freeform 31"/>
              <p:cNvSpPr/>
              <p:nvPr/>
            </p:nvSpPr>
            <p:spPr>
              <a:xfrm>
                <a:off x="52058" y="4966"/>
                <a:ext cx="195163" cy="280988"/>
              </a:xfrm>
              <a:custGeom>
                <a:avLst/>
                <a:gdLst/>
                <a:ahLst/>
                <a:cxnLst>
                  <a:cxn ang="0">
                    <a:pos x="wd2" y="hd2"/>
                  </a:cxn>
                  <a:cxn ang="5400000">
                    <a:pos x="wd2" y="hd2"/>
                  </a:cxn>
                  <a:cxn ang="10800000">
                    <a:pos x="wd2" y="hd2"/>
                  </a:cxn>
                  <a:cxn ang="16200000">
                    <a:pos x="wd2" y="hd2"/>
                  </a:cxn>
                </a:cxnLst>
                <a:rect l="0" t="0" r="r" b="b"/>
                <a:pathLst>
                  <a:path w="21144" h="21225" extrusionOk="0">
                    <a:moveTo>
                      <a:pt x="9176" y="33"/>
                    </a:moveTo>
                    <a:cubicBezTo>
                      <a:pt x="4506" y="440"/>
                      <a:pt x="712" y="3089"/>
                      <a:pt x="128" y="6350"/>
                    </a:cubicBezTo>
                    <a:cubicBezTo>
                      <a:pt x="-456" y="8999"/>
                      <a:pt x="1003" y="11444"/>
                      <a:pt x="3630" y="13074"/>
                    </a:cubicBezTo>
                    <a:cubicBezTo>
                      <a:pt x="5090" y="13889"/>
                      <a:pt x="5966" y="14908"/>
                      <a:pt x="5966" y="16131"/>
                    </a:cubicBezTo>
                    <a:cubicBezTo>
                      <a:pt x="5966" y="17150"/>
                      <a:pt x="5966" y="17150"/>
                      <a:pt x="5966" y="17150"/>
                    </a:cubicBezTo>
                    <a:cubicBezTo>
                      <a:pt x="5966" y="20410"/>
                      <a:pt x="5966" y="20410"/>
                      <a:pt x="5966" y="20410"/>
                    </a:cubicBezTo>
                    <a:cubicBezTo>
                      <a:pt x="8593" y="20410"/>
                      <a:pt x="8593" y="20410"/>
                      <a:pt x="8593" y="20410"/>
                    </a:cubicBezTo>
                    <a:cubicBezTo>
                      <a:pt x="8885" y="21021"/>
                      <a:pt x="9760" y="21225"/>
                      <a:pt x="10636" y="21225"/>
                    </a:cubicBezTo>
                    <a:cubicBezTo>
                      <a:pt x="11512" y="21225"/>
                      <a:pt x="12095" y="21021"/>
                      <a:pt x="12679" y="20410"/>
                    </a:cubicBezTo>
                    <a:cubicBezTo>
                      <a:pt x="15306" y="20410"/>
                      <a:pt x="15306" y="20410"/>
                      <a:pt x="15306" y="20410"/>
                    </a:cubicBezTo>
                    <a:cubicBezTo>
                      <a:pt x="15306" y="17150"/>
                      <a:pt x="15306" y="17150"/>
                      <a:pt x="15306" y="17150"/>
                    </a:cubicBezTo>
                    <a:cubicBezTo>
                      <a:pt x="15306" y="16131"/>
                      <a:pt x="15306" y="16131"/>
                      <a:pt x="15306" y="16131"/>
                    </a:cubicBezTo>
                    <a:cubicBezTo>
                      <a:pt x="15306" y="14908"/>
                      <a:pt x="15890" y="13889"/>
                      <a:pt x="17349" y="12870"/>
                    </a:cubicBezTo>
                    <a:cubicBezTo>
                      <a:pt x="19685" y="11444"/>
                      <a:pt x="21144" y="9406"/>
                      <a:pt x="21144" y="7368"/>
                    </a:cubicBezTo>
                    <a:cubicBezTo>
                      <a:pt x="21144" y="3089"/>
                      <a:pt x="15598" y="-375"/>
                      <a:pt x="9176" y="33"/>
                    </a:cubicBezTo>
                    <a:close/>
                    <a:moveTo>
                      <a:pt x="12971" y="18780"/>
                    </a:moveTo>
                    <a:cubicBezTo>
                      <a:pt x="8301" y="18780"/>
                      <a:pt x="8301" y="18780"/>
                      <a:pt x="8301" y="18780"/>
                    </a:cubicBezTo>
                    <a:cubicBezTo>
                      <a:pt x="8301" y="17150"/>
                      <a:pt x="8301" y="17150"/>
                      <a:pt x="8301" y="17150"/>
                    </a:cubicBezTo>
                    <a:cubicBezTo>
                      <a:pt x="12971" y="17150"/>
                      <a:pt x="12971" y="17150"/>
                      <a:pt x="12971" y="17150"/>
                    </a:cubicBezTo>
                    <a:lnTo>
                      <a:pt x="12971" y="18780"/>
                    </a:lnTo>
                    <a:close/>
                    <a:moveTo>
                      <a:pt x="15890" y="11648"/>
                    </a:moveTo>
                    <a:cubicBezTo>
                      <a:pt x="14139" y="12667"/>
                      <a:pt x="13263" y="14093"/>
                      <a:pt x="12971" y="15519"/>
                    </a:cubicBezTo>
                    <a:cubicBezTo>
                      <a:pt x="8009" y="15519"/>
                      <a:pt x="8009" y="15519"/>
                      <a:pt x="8009" y="15519"/>
                    </a:cubicBezTo>
                    <a:cubicBezTo>
                      <a:pt x="8009" y="14093"/>
                      <a:pt x="6841" y="12667"/>
                      <a:pt x="5382" y="11851"/>
                    </a:cubicBezTo>
                    <a:cubicBezTo>
                      <a:pt x="3047" y="10425"/>
                      <a:pt x="2171" y="8591"/>
                      <a:pt x="2463" y="6553"/>
                    </a:cubicBezTo>
                    <a:cubicBezTo>
                      <a:pt x="2755" y="4108"/>
                      <a:pt x="5966" y="2070"/>
                      <a:pt x="9468" y="1663"/>
                    </a:cubicBezTo>
                    <a:cubicBezTo>
                      <a:pt x="14430" y="1255"/>
                      <a:pt x="18809" y="4108"/>
                      <a:pt x="18809" y="7368"/>
                    </a:cubicBezTo>
                    <a:cubicBezTo>
                      <a:pt x="18809" y="8999"/>
                      <a:pt x="17641" y="10629"/>
                      <a:pt x="15890" y="11648"/>
                    </a:cubicBez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63" name="Rectangle 32"/>
              <p:cNvSpPr/>
              <p:nvPr/>
            </p:nvSpPr>
            <p:spPr>
              <a:xfrm>
                <a:off x="268865" y="102532"/>
                <a:ext cx="33040" cy="21648"/>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64" name="Rectangle 33"/>
              <p:cNvSpPr/>
              <p:nvPr/>
            </p:nvSpPr>
            <p:spPr>
              <a:xfrm>
                <a:off x="-1" y="102532"/>
                <a:ext cx="31901" cy="21648"/>
              </a:xfrm>
              <a:prstGeom prst="rect">
                <a:avLst/>
              </a:pr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65" name="Freeform 34"/>
              <p:cNvSpPr/>
              <p:nvPr/>
            </p:nvSpPr>
            <p:spPr>
              <a:xfrm>
                <a:off x="225573" y="189115"/>
                <a:ext cx="37598" cy="39876"/>
              </a:xfrm>
              <a:custGeom>
                <a:avLst/>
                <a:gdLst/>
                <a:ahLst/>
                <a:cxnLst>
                  <a:cxn ang="0">
                    <a:pos x="wd2" y="hd2"/>
                  </a:cxn>
                  <a:cxn ang="5400000">
                    <a:pos x="wd2" y="hd2"/>
                  </a:cxn>
                  <a:cxn ang="10800000">
                    <a:pos x="wd2" y="hd2"/>
                  </a:cxn>
                  <a:cxn ang="16200000">
                    <a:pos x="wd2" y="hd2"/>
                  </a:cxn>
                </a:cxnLst>
                <a:rect l="0" t="0" r="r" b="b"/>
                <a:pathLst>
                  <a:path w="21600" h="21600" extrusionOk="0">
                    <a:moveTo>
                      <a:pt x="0" y="8640"/>
                    </a:moveTo>
                    <a:lnTo>
                      <a:pt x="12436" y="21600"/>
                    </a:lnTo>
                    <a:lnTo>
                      <a:pt x="21600" y="12960"/>
                    </a:lnTo>
                    <a:lnTo>
                      <a:pt x="9818" y="0"/>
                    </a:lnTo>
                    <a:lnTo>
                      <a:pt x="0" y="8640"/>
                    </a:ln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66" name="Freeform 35"/>
              <p:cNvSpPr/>
              <p:nvPr/>
            </p:nvSpPr>
            <p:spPr>
              <a:xfrm>
                <a:off x="34177" y="-1"/>
                <a:ext cx="38737" cy="37598"/>
              </a:xfrm>
              <a:custGeom>
                <a:avLst/>
                <a:gdLst/>
                <a:ahLst/>
                <a:cxnLst>
                  <a:cxn ang="0">
                    <a:pos x="wd2" y="hd2"/>
                  </a:cxn>
                  <a:cxn ang="5400000">
                    <a:pos x="wd2" y="hd2"/>
                  </a:cxn>
                  <a:cxn ang="10800000">
                    <a:pos x="wd2" y="hd2"/>
                  </a:cxn>
                  <a:cxn ang="16200000">
                    <a:pos x="wd2" y="hd2"/>
                  </a:cxn>
                </a:cxnLst>
                <a:rect l="0" t="0" r="r" b="b"/>
                <a:pathLst>
                  <a:path w="21600" h="21600" extrusionOk="0">
                    <a:moveTo>
                      <a:pt x="21600" y="12436"/>
                    </a:moveTo>
                    <a:lnTo>
                      <a:pt x="9529" y="0"/>
                    </a:lnTo>
                    <a:lnTo>
                      <a:pt x="0" y="7200"/>
                    </a:lnTo>
                    <a:lnTo>
                      <a:pt x="13976" y="21600"/>
                    </a:lnTo>
                    <a:lnTo>
                      <a:pt x="21600" y="12436"/>
                    </a:ln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67" name="Freeform 36"/>
              <p:cNvSpPr/>
              <p:nvPr/>
            </p:nvSpPr>
            <p:spPr>
              <a:xfrm>
                <a:off x="34177" y="189115"/>
                <a:ext cx="38737" cy="39876"/>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lnTo>
                      <a:pt x="9529" y="21600"/>
                    </a:lnTo>
                    <a:lnTo>
                      <a:pt x="21600" y="8640"/>
                    </a:lnTo>
                    <a:lnTo>
                      <a:pt x="13976" y="0"/>
                    </a:lnTo>
                    <a:lnTo>
                      <a:pt x="0" y="12960"/>
                    </a:ln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68" name="Freeform 37"/>
              <p:cNvSpPr/>
              <p:nvPr/>
            </p:nvSpPr>
            <p:spPr>
              <a:xfrm>
                <a:off x="225573" y="-1"/>
                <a:ext cx="37598" cy="37598"/>
              </a:xfrm>
              <a:custGeom>
                <a:avLst/>
                <a:gdLst/>
                <a:ahLst/>
                <a:cxnLst>
                  <a:cxn ang="0">
                    <a:pos x="wd2" y="hd2"/>
                  </a:cxn>
                  <a:cxn ang="5400000">
                    <a:pos x="wd2" y="hd2"/>
                  </a:cxn>
                  <a:cxn ang="10800000">
                    <a:pos x="wd2" y="hd2"/>
                  </a:cxn>
                  <a:cxn ang="16200000">
                    <a:pos x="wd2" y="hd2"/>
                  </a:cxn>
                </a:cxnLst>
                <a:rect l="0" t="0" r="r" b="b"/>
                <a:pathLst>
                  <a:path w="21600" h="21600" extrusionOk="0">
                    <a:moveTo>
                      <a:pt x="0" y="12436"/>
                    </a:moveTo>
                    <a:lnTo>
                      <a:pt x="9818" y="21600"/>
                    </a:lnTo>
                    <a:lnTo>
                      <a:pt x="21600" y="7200"/>
                    </a:lnTo>
                    <a:lnTo>
                      <a:pt x="12436" y="0"/>
                    </a:lnTo>
                    <a:lnTo>
                      <a:pt x="0" y="12436"/>
                    </a:ln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grpSp>
          <p:nvGrpSpPr>
            <p:cNvPr id="69" name="Group 82"/>
            <p:cNvGrpSpPr/>
            <p:nvPr/>
          </p:nvGrpSpPr>
          <p:grpSpPr>
            <a:xfrm>
              <a:off x="9106" y="4242"/>
              <a:ext cx="440" cy="303"/>
              <a:chOff x="0" y="0"/>
              <a:chExt cx="279179" cy="192567"/>
            </a:xfrm>
          </p:grpSpPr>
          <p:sp>
            <p:nvSpPr>
              <p:cNvPr id="70" name="Freeform 56"/>
              <p:cNvSpPr/>
              <p:nvPr/>
            </p:nvSpPr>
            <p:spPr>
              <a:xfrm>
                <a:off x="-2" y="-1"/>
                <a:ext cx="279181" cy="192568"/>
              </a:xfrm>
              <a:custGeom>
                <a:avLst/>
                <a:gdLst/>
                <a:ahLst/>
                <a:cxnLst>
                  <a:cxn ang="0">
                    <a:pos x="wd2" y="hd2"/>
                  </a:cxn>
                  <a:cxn ang="5400000">
                    <a:pos x="wd2" y="hd2"/>
                  </a:cxn>
                  <a:cxn ang="10800000">
                    <a:pos x="wd2" y="hd2"/>
                  </a:cxn>
                  <a:cxn ang="16200000">
                    <a:pos x="wd2" y="hd2"/>
                  </a:cxn>
                </a:cxnLst>
                <a:rect l="0" t="0" r="r" b="b"/>
                <a:pathLst>
                  <a:path w="21600" h="21600" extrusionOk="0">
                    <a:moveTo>
                      <a:pt x="20250" y="11536"/>
                    </a:moveTo>
                    <a:cubicBezTo>
                      <a:pt x="20081" y="8100"/>
                      <a:pt x="18225" y="5155"/>
                      <a:pt x="15863" y="4909"/>
                    </a:cubicBezTo>
                    <a:cubicBezTo>
                      <a:pt x="15019" y="2209"/>
                      <a:pt x="12994" y="0"/>
                      <a:pt x="10800" y="0"/>
                    </a:cubicBezTo>
                    <a:cubicBezTo>
                      <a:pt x="8100" y="0"/>
                      <a:pt x="5737" y="3191"/>
                      <a:pt x="5400" y="7118"/>
                    </a:cubicBezTo>
                    <a:cubicBezTo>
                      <a:pt x="4387" y="7364"/>
                      <a:pt x="3375" y="8591"/>
                      <a:pt x="2869" y="10064"/>
                    </a:cubicBezTo>
                    <a:cubicBezTo>
                      <a:pt x="1181" y="10800"/>
                      <a:pt x="0" y="13255"/>
                      <a:pt x="0" y="15709"/>
                    </a:cubicBezTo>
                    <a:cubicBezTo>
                      <a:pt x="0" y="19145"/>
                      <a:pt x="1856" y="21600"/>
                      <a:pt x="4050" y="21600"/>
                    </a:cubicBezTo>
                    <a:cubicBezTo>
                      <a:pt x="17550" y="21600"/>
                      <a:pt x="17550" y="21600"/>
                      <a:pt x="17550" y="21600"/>
                    </a:cubicBezTo>
                    <a:cubicBezTo>
                      <a:pt x="19744" y="21600"/>
                      <a:pt x="21600" y="19145"/>
                      <a:pt x="21600" y="15709"/>
                    </a:cubicBezTo>
                    <a:cubicBezTo>
                      <a:pt x="21600" y="14236"/>
                      <a:pt x="21094" y="12518"/>
                      <a:pt x="20250" y="11536"/>
                    </a:cubicBezTo>
                    <a:close/>
                    <a:moveTo>
                      <a:pt x="17550" y="19636"/>
                    </a:moveTo>
                    <a:cubicBezTo>
                      <a:pt x="4050" y="19636"/>
                      <a:pt x="4050" y="19636"/>
                      <a:pt x="4050" y="19636"/>
                    </a:cubicBezTo>
                    <a:cubicBezTo>
                      <a:pt x="2531" y="19636"/>
                      <a:pt x="1350" y="17918"/>
                      <a:pt x="1350" y="15709"/>
                    </a:cubicBezTo>
                    <a:cubicBezTo>
                      <a:pt x="1350" y="13991"/>
                      <a:pt x="2362" y="12273"/>
                      <a:pt x="3544" y="12027"/>
                    </a:cubicBezTo>
                    <a:cubicBezTo>
                      <a:pt x="4050" y="11782"/>
                      <a:pt x="4050" y="11782"/>
                      <a:pt x="4050" y="11782"/>
                    </a:cubicBezTo>
                    <a:cubicBezTo>
                      <a:pt x="4050" y="11291"/>
                      <a:pt x="4050" y="11291"/>
                      <a:pt x="4050" y="11291"/>
                    </a:cubicBezTo>
                    <a:cubicBezTo>
                      <a:pt x="4387" y="9818"/>
                      <a:pt x="5231" y="8836"/>
                      <a:pt x="6075" y="8836"/>
                    </a:cubicBezTo>
                    <a:cubicBezTo>
                      <a:pt x="6750" y="8836"/>
                      <a:pt x="6750" y="8836"/>
                      <a:pt x="6750" y="8836"/>
                    </a:cubicBezTo>
                    <a:cubicBezTo>
                      <a:pt x="6750" y="7855"/>
                      <a:pt x="6750" y="7855"/>
                      <a:pt x="6750" y="7855"/>
                    </a:cubicBezTo>
                    <a:cubicBezTo>
                      <a:pt x="6750" y="4664"/>
                      <a:pt x="8606" y="1964"/>
                      <a:pt x="10800" y="1964"/>
                    </a:cubicBezTo>
                    <a:cubicBezTo>
                      <a:pt x="12656" y="1964"/>
                      <a:pt x="14175" y="3682"/>
                      <a:pt x="14681" y="6382"/>
                    </a:cubicBezTo>
                    <a:cubicBezTo>
                      <a:pt x="14850" y="7118"/>
                      <a:pt x="14850" y="7118"/>
                      <a:pt x="14850" y="7118"/>
                    </a:cubicBezTo>
                    <a:cubicBezTo>
                      <a:pt x="15525" y="6873"/>
                      <a:pt x="15525" y="6873"/>
                      <a:pt x="15525" y="6873"/>
                    </a:cubicBezTo>
                    <a:cubicBezTo>
                      <a:pt x="17381" y="6873"/>
                      <a:pt x="18900" y="9082"/>
                      <a:pt x="18900" y="11782"/>
                    </a:cubicBezTo>
                    <a:cubicBezTo>
                      <a:pt x="18900" y="12273"/>
                      <a:pt x="18900" y="12273"/>
                      <a:pt x="18900" y="12273"/>
                    </a:cubicBezTo>
                    <a:cubicBezTo>
                      <a:pt x="19238" y="12764"/>
                      <a:pt x="19238" y="12764"/>
                      <a:pt x="19238" y="12764"/>
                    </a:cubicBezTo>
                    <a:cubicBezTo>
                      <a:pt x="19913" y="13500"/>
                      <a:pt x="20250" y="14482"/>
                      <a:pt x="20250" y="15709"/>
                    </a:cubicBezTo>
                    <a:cubicBezTo>
                      <a:pt x="20250" y="17918"/>
                      <a:pt x="19069" y="19636"/>
                      <a:pt x="17550" y="19636"/>
                    </a:cubicBez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71" name="Freeform 57"/>
              <p:cNvSpPr/>
              <p:nvPr/>
            </p:nvSpPr>
            <p:spPr>
              <a:xfrm>
                <a:off x="98587" y="67260"/>
                <a:ext cx="82925" cy="90296"/>
              </a:xfrm>
              <a:custGeom>
                <a:avLst/>
                <a:gdLst/>
                <a:ahLst/>
                <a:cxnLst>
                  <a:cxn ang="0">
                    <a:pos x="wd2" y="hd2"/>
                  </a:cxn>
                  <a:cxn ang="5400000">
                    <a:pos x="wd2" y="hd2"/>
                  </a:cxn>
                  <a:cxn ang="10800000">
                    <a:pos x="wd2" y="hd2"/>
                  </a:cxn>
                  <a:cxn ang="16200000">
                    <a:pos x="wd2" y="hd2"/>
                  </a:cxn>
                </a:cxnLst>
                <a:rect l="0" t="0" r="r" b="b"/>
                <a:pathLst>
                  <a:path w="21600" h="21600" extrusionOk="0">
                    <a:moveTo>
                      <a:pt x="0" y="9918"/>
                    </a:moveTo>
                    <a:lnTo>
                      <a:pt x="3360" y="12563"/>
                    </a:lnTo>
                    <a:lnTo>
                      <a:pt x="8400" y="7935"/>
                    </a:lnTo>
                    <a:lnTo>
                      <a:pt x="8400" y="21600"/>
                    </a:lnTo>
                    <a:lnTo>
                      <a:pt x="12960" y="21600"/>
                    </a:lnTo>
                    <a:lnTo>
                      <a:pt x="12960" y="7935"/>
                    </a:lnTo>
                    <a:lnTo>
                      <a:pt x="18000" y="12563"/>
                    </a:lnTo>
                    <a:lnTo>
                      <a:pt x="21600" y="9918"/>
                    </a:lnTo>
                    <a:lnTo>
                      <a:pt x="10800" y="0"/>
                    </a:lnTo>
                    <a:lnTo>
                      <a:pt x="0" y="9918"/>
                    </a:lnTo>
                    <a:close/>
                  </a:path>
                </a:pathLst>
              </a:custGeom>
              <a:solidFill>
                <a:srgbClr val="FFFFFF"/>
              </a:solid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grpSp>
      <p:sp>
        <p:nvSpPr>
          <p:cNvPr id="72" name="Oval 14"/>
          <p:cNvSpPr/>
          <p:nvPr>
            <p:custDataLst>
              <p:tags r:id="rId8"/>
            </p:custDataLst>
          </p:nvPr>
        </p:nvSpPr>
        <p:spPr>
          <a:xfrm>
            <a:off x="6240145" y="2042795"/>
            <a:ext cx="419735" cy="419735"/>
          </a:xfrm>
          <a:prstGeom prst="ellipse">
            <a:avLst/>
          </a:prstGeom>
          <a:solidFill>
            <a:srgbClr val="65B5FF"/>
          </a:solidFill>
          <a:ln w="12700">
            <a:noFill/>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73" name="Freeform 20"/>
          <p:cNvSpPr/>
          <p:nvPr>
            <p:custDataLst>
              <p:tags r:id="rId9"/>
            </p:custDataLst>
          </p:nvPr>
        </p:nvSpPr>
        <p:spPr>
          <a:xfrm>
            <a:off x="6355080" y="2157095"/>
            <a:ext cx="189865" cy="191135"/>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74" name="Oval 14"/>
          <p:cNvSpPr/>
          <p:nvPr>
            <p:custDataLst>
              <p:tags r:id="rId10"/>
            </p:custDataLst>
          </p:nvPr>
        </p:nvSpPr>
        <p:spPr>
          <a:xfrm>
            <a:off x="7032625" y="3242945"/>
            <a:ext cx="419735" cy="419735"/>
          </a:xfrm>
          <a:prstGeom prst="ellipse">
            <a:avLst/>
          </a:prstGeom>
          <a:solidFill>
            <a:srgbClr val="1990FF"/>
          </a:solidFill>
          <a:ln w="12700">
            <a:noFill/>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75" name="Freeform 20"/>
          <p:cNvSpPr/>
          <p:nvPr>
            <p:custDataLst>
              <p:tags r:id="rId11"/>
            </p:custDataLst>
          </p:nvPr>
        </p:nvSpPr>
        <p:spPr>
          <a:xfrm>
            <a:off x="7147560" y="3357245"/>
            <a:ext cx="189865" cy="191135"/>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76" name="Oval 14"/>
          <p:cNvSpPr/>
          <p:nvPr>
            <p:custDataLst>
              <p:tags r:id="rId12"/>
            </p:custDataLst>
          </p:nvPr>
        </p:nvSpPr>
        <p:spPr>
          <a:xfrm>
            <a:off x="7771765" y="4276090"/>
            <a:ext cx="419735" cy="419735"/>
          </a:xfrm>
          <a:prstGeom prst="ellipse">
            <a:avLst/>
          </a:prstGeom>
          <a:solidFill>
            <a:srgbClr val="006CD9"/>
          </a:solidFill>
          <a:ln w="12700">
            <a:noFill/>
            <a:miter lim="400000"/>
          </a:ln>
        </p:spPr>
        <p:txBody>
          <a:bodyPr lIns="45718" tIns="45718" rIns="45718" bIns="45718" anchor="ctr"/>
          <a:lstStyle/>
          <a:p>
            <a:pPr algn="ctr">
              <a:defRPr sz="3200">
                <a:solidFill>
                  <a:srgbClr val="FFFFFF"/>
                </a:solidFill>
                <a:latin typeface="思源黑体 HW Regular"/>
                <a:ea typeface="思源黑体 HW Regular"/>
                <a:cs typeface="思源黑体 HW Regular"/>
                <a:sym typeface="思源黑体 HW Regular"/>
              </a:defRPr>
            </a:pPr>
            <a:endParaRPr/>
          </a:p>
        </p:txBody>
      </p:sp>
      <p:sp>
        <p:nvSpPr>
          <p:cNvPr id="77" name="Freeform 20"/>
          <p:cNvSpPr/>
          <p:nvPr>
            <p:custDataLst>
              <p:tags r:id="rId13"/>
            </p:custDataLst>
          </p:nvPr>
        </p:nvSpPr>
        <p:spPr>
          <a:xfrm>
            <a:off x="7886700" y="4390390"/>
            <a:ext cx="189865" cy="191135"/>
          </a:xfrm>
          <a:custGeom>
            <a:avLst/>
            <a:gdLst/>
            <a:ahLst/>
            <a:cxnLst>
              <a:cxn ang="0">
                <a:pos x="wd2" y="hd2"/>
              </a:cxn>
              <a:cxn ang="5400000">
                <a:pos x="wd2" y="hd2"/>
              </a:cxn>
              <a:cxn ang="10800000">
                <a:pos x="wd2" y="hd2"/>
              </a:cxn>
              <a:cxn ang="16200000">
                <a:pos x="wd2" y="hd2"/>
              </a:cxn>
            </a:cxnLst>
            <a:rect l="0" t="0" r="r" b="b"/>
            <a:pathLst>
              <a:path w="21600" h="21600" extrusionOk="0">
                <a:moveTo>
                  <a:pt x="5155" y="14359"/>
                </a:moveTo>
                <a:cubicBezTo>
                  <a:pt x="7241" y="16445"/>
                  <a:pt x="7241" y="16445"/>
                  <a:pt x="7241" y="16445"/>
                </a:cubicBezTo>
                <a:cubicBezTo>
                  <a:pt x="7118" y="16568"/>
                  <a:pt x="6995" y="16814"/>
                  <a:pt x="6750" y="17059"/>
                </a:cubicBezTo>
                <a:cubicBezTo>
                  <a:pt x="6136" y="17673"/>
                  <a:pt x="2577" y="19023"/>
                  <a:pt x="2577" y="19023"/>
                </a:cubicBezTo>
                <a:cubicBezTo>
                  <a:pt x="2577" y="19023"/>
                  <a:pt x="3805" y="15464"/>
                  <a:pt x="4541" y="14727"/>
                </a:cubicBezTo>
                <a:cubicBezTo>
                  <a:pt x="4664" y="14605"/>
                  <a:pt x="4909" y="14359"/>
                  <a:pt x="5155" y="14359"/>
                </a:cubicBezTo>
                <a:close/>
                <a:moveTo>
                  <a:pt x="5032" y="12027"/>
                </a:moveTo>
                <a:cubicBezTo>
                  <a:pt x="5891" y="11168"/>
                  <a:pt x="5891" y="11168"/>
                  <a:pt x="5891" y="11168"/>
                </a:cubicBezTo>
                <a:cubicBezTo>
                  <a:pt x="7855" y="7732"/>
                  <a:pt x="7855" y="7732"/>
                  <a:pt x="7855" y="7732"/>
                </a:cubicBezTo>
                <a:cubicBezTo>
                  <a:pt x="7855" y="7732"/>
                  <a:pt x="4173" y="7732"/>
                  <a:pt x="3682" y="8345"/>
                </a:cubicBezTo>
                <a:cubicBezTo>
                  <a:pt x="3068" y="8836"/>
                  <a:pt x="0" y="11905"/>
                  <a:pt x="0" y="11905"/>
                </a:cubicBezTo>
                <a:cubicBezTo>
                  <a:pt x="0" y="11905"/>
                  <a:pt x="1841" y="11045"/>
                  <a:pt x="3068" y="11414"/>
                </a:cubicBezTo>
                <a:cubicBezTo>
                  <a:pt x="3805" y="11659"/>
                  <a:pt x="5032" y="12027"/>
                  <a:pt x="5032" y="12027"/>
                </a:cubicBezTo>
                <a:close/>
                <a:moveTo>
                  <a:pt x="5032" y="13132"/>
                </a:moveTo>
                <a:cubicBezTo>
                  <a:pt x="8345" y="16445"/>
                  <a:pt x="8345" y="16445"/>
                  <a:pt x="8345" y="16445"/>
                </a:cubicBezTo>
                <a:cubicBezTo>
                  <a:pt x="9450" y="15464"/>
                  <a:pt x="9450" y="15464"/>
                  <a:pt x="9450" y="15464"/>
                </a:cubicBezTo>
                <a:cubicBezTo>
                  <a:pt x="6136" y="12150"/>
                  <a:pt x="6136" y="12150"/>
                  <a:pt x="6136" y="12150"/>
                </a:cubicBezTo>
                <a:lnTo>
                  <a:pt x="5032" y="13132"/>
                </a:lnTo>
                <a:close/>
                <a:moveTo>
                  <a:pt x="21600" y="0"/>
                </a:moveTo>
                <a:cubicBezTo>
                  <a:pt x="21600" y="0"/>
                  <a:pt x="21355" y="4050"/>
                  <a:pt x="20005" y="6873"/>
                </a:cubicBezTo>
                <a:cubicBezTo>
                  <a:pt x="19636" y="7609"/>
                  <a:pt x="19268" y="8100"/>
                  <a:pt x="18777" y="8591"/>
                </a:cubicBezTo>
                <a:cubicBezTo>
                  <a:pt x="18041" y="9327"/>
                  <a:pt x="17059" y="10186"/>
                  <a:pt x="15832" y="11045"/>
                </a:cubicBezTo>
                <a:cubicBezTo>
                  <a:pt x="13255" y="13009"/>
                  <a:pt x="10309" y="14973"/>
                  <a:pt x="10309" y="14973"/>
                </a:cubicBezTo>
                <a:cubicBezTo>
                  <a:pt x="6627" y="11291"/>
                  <a:pt x="6627" y="11291"/>
                  <a:pt x="6627" y="11291"/>
                </a:cubicBezTo>
                <a:cubicBezTo>
                  <a:pt x="6627" y="11291"/>
                  <a:pt x="8468" y="8345"/>
                  <a:pt x="10432" y="5645"/>
                </a:cubicBezTo>
                <a:cubicBezTo>
                  <a:pt x="11291" y="4541"/>
                  <a:pt x="12150" y="3436"/>
                  <a:pt x="12886" y="2700"/>
                </a:cubicBezTo>
                <a:cubicBezTo>
                  <a:pt x="13377" y="2209"/>
                  <a:pt x="13991" y="1841"/>
                  <a:pt x="14605" y="1595"/>
                </a:cubicBezTo>
                <a:cubicBezTo>
                  <a:pt x="17550" y="123"/>
                  <a:pt x="21600" y="0"/>
                  <a:pt x="21600" y="0"/>
                </a:cubicBezTo>
                <a:close/>
                <a:moveTo>
                  <a:pt x="18655" y="7118"/>
                </a:moveTo>
                <a:cubicBezTo>
                  <a:pt x="14482" y="2945"/>
                  <a:pt x="14482" y="2945"/>
                  <a:pt x="14482" y="2945"/>
                </a:cubicBezTo>
                <a:cubicBezTo>
                  <a:pt x="14114" y="3068"/>
                  <a:pt x="13868" y="3314"/>
                  <a:pt x="13745" y="3559"/>
                </a:cubicBezTo>
                <a:cubicBezTo>
                  <a:pt x="13255" y="4050"/>
                  <a:pt x="12641" y="4664"/>
                  <a:pt x="11905" y="5523"/>
                </a:cubicBezTo>
                <a:cubicBezTo>
                  <a:pt x="15955" y="9573"/>
                  <a:pt x="15955" y="9573"/>
                  <a:pt x="15955" y="9573"/>
                </a:cubicBezTo>
                <a:cubicBezTo>
                  <a:pt x="16814" y="8959"/>
                  <a:pt x="17550" y="8345"/>
                  <a:pt x="18041" y="7855"/>
                </a:cubicBezTo>
                <a:cubicBezTo>
                  <a:pt x="18286" y="7609"/>
                  <a:pt x="18409" y="7364"/>
                  <a:pt x="18655" y="7118"/>
                </a:cubicBezTo>
                <a:close/>
                <a:moveTo>
                  <a:pt x="14359" y="7118"/>
                </a:moveTo>
                <a:cubicBezTo>
                  <a:pt x="14850" y="7609"/>
                  <a:pt x="15586" y="7609"/>
                  <a:pt x="16077" y="7118"/>
                </a:cubicBezTo>
                <a:cubicBezTo>
                  <a:pt x="16445" y="6750"/>
                  <a:pt x="16445" y="6014"/>
                  <a:pt x="16077" y="5523"/>
                </a:cubicBezTo>
                <a:cubicBezTo>
                  <a:pt x="15586" y="5032"/>
                  <a:pt x="14850" y="5032"/>
                  <a:pt x="14359" y="5523"/>
                </a:cubicBezTo>
                <a:cubicBezTo>
                  <a:pt x="13991" y="6014"/>
                  <a:pt x="13991" y="6750"/>
                  <a:pt x="14359" y="7118"/>
                </a:cubicBezTo>
                <a:close/>
                <a:moveTo>
                  <a:pt x="10432" y="15709"/>
                </a:moveTo>
                <a:cubicBezTo>
                  <a:pt x="9450" y="16568"/>
                  <a:pt x="9450" y="16568"/>
                  <a:pt x="9450" y="16568"/>
                </a:cubicBezTo>
                <a:cubicBezTo>
                  <a:pt x="9450" y="16568"/>
                  <a:pt x="9941" y="17795"/>
                  <a:pt x="10186" y="18532"/>
                </a:cubicBezTo>
                <a:cubicBezTo>
                  <a:pt x="10555" y="19759"/>
                  <a:pt x="9573" y="21600"/>
                  <a:pt x="9573" y="21600"/>
                </a:cubicBezTo>
                <a:cubicBezTo>
                  <a:pt x="9573" y="21600"/>
                  <a:pt x="12764" y="18409"/>
                  <a:pt x="13255" y="17918"/>
                </a:cubicBezTo>
                <a:cubicBezTo>
                  <a:pt x="13745" y="17305"/>
                  <a:pt x="13745" y="13745"/>
                  <a:pt x="13745" y="13745"/>
                </a:cubicBezTo>
                <a:lnTo>
                  <a:pt x="10432" y="15709"/>
                </a:lnTo>
                <a:close/>
              </a:path>
            </a:pathLst>
          </a:custGeom>
          <a:solidFill>
            <a:schemeClr val="bg1"/>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p:nvPr/>
        </p:nvCxnSpPr>
        <p:spPr>
          <a:xfrm>
            <a:off x="738505" y="4036060"/>
            <a:ext cx="0" cy="2425065"/>
          </a:xfrm>
          <a:prstGeom prst="line">
            <a:avLst/>
          </a:prstGeom>
          <a:noFill/>
          <a:ln w="19050" cap="flat">
            <a:solidFill>
              <a:schemeClr val="bg1">
                <a:lumMod val="75000"/>
              </a:schemeClr>
            </a:solidFill>
            <a:prstDash val="solid"/>
            <a:round/>
          </a:ln>
        </p:spPr>
        <p:style>
          <a:lnRef idx="0">
            <a:srgbClr val="FFFFFF"/>
          </a:lnRef>
          <a:fillRef idx="0">
            <a:srgbClr val="FFFFFF"/>
          </a:fillRef>
          <a:effectRef idx="0">
            <a:srgbClr val="FFFFFF"/>
          </a:effectRef>
          <a:fontRef idx="none"/>
        </p:style>
      </p:cxnSp>
      <p:cxnSp>
        <p:nvCxnSpPr>
          <p:cNvPr id="12" name="直接连接符 11"/>
          <p:cNvCxnSpPr/>
          <p:nvPr/>
        </p:nvCxnSpPr>
        <p:spPr>
          <a:xfrm>
            <a:off x="3596640" y="3281045"/>
            <a:ext cx="0" cy="3025140"/>
          </a:xfrm>
          <a:prstGeom prst="line">
            <a:avLst/>
          </a:prstGeom>
          <a:noFill/>
          <a:ln w="19050" cap="flat">
            <a:solidFill>
              <a:schemeClr val="bg1">
                <a:lumMod val="75000"/>
              </a:schemeClr>
            </a:solidFill>
            <a:prstDash val="solid"/>
            <a:round/>
          </a:ln>
        </p:spPr>
        <p:style>
          <a:lnRef idx="0">
            <a:srgbClr val="FFFFFF"/>
          </a:lnRef>
          <a:fillRef idx="0">
            <a:srgbClr val="FFFFFF"/>
          </a:fillRef>
          <a:effectRef idx="0">
            <a:srgbClr val="FFFFFF"/>
          </a:effectRef>
          <a:fontRef idx="none"/>
        </p:style>
      </p:cxnSp>
      <p:cxnSp>
        <p:nvCxnSpPr>
          <p:cNvPr id="14" name="直接连接符 13"/>
          <p:cNvCxnSpPr/>
          <p:nvPr/>
        </p:nvCxnSpPr>
        <p:spPr>
          <a:xfrm>
            <a:off x="6455410" y="2440940"/>
            <a:ext cx="0" cy="3567430"/>
          </a:xfrm>
          <a:prstGeom prst="line">
            <a:avLst/>
          </a:prstGeom>
          <a:noFill/>
          <a:ln w="19050" cap="flat">
            <a:solidFill>
              <a:schemeClr val="bg1">
                <a:lumMod val="75000"/>
              </a:schemeClr>
            </a:solidFill>
            <a:prstDash val="solid"/>
            <a:round/>
          </a:ln>
        </p:spPr>
        <p:style>
          <a:lnRef idx="0">
            <a:srgbClr val="FFFFFF"/>
          </a:lnRef>
          <a:fillRef idx="0">
            <a:srgbClr val="FFFFFF"/>
          </a:fillRef>
          <a:effectRef idx="0">
            <a:srgbClr val="FFFFFF"/>
          </a:effectRef>
          <a:fontRef idx="none"/>
        </p:style>
      </p:cxnSp>
      <p:cxnSp>
        <p:nvCxnSpPr>
          <p:cNvPr id="16" name="直接连接符 15"/>
          <p:cNvCxnSpPr/>
          <p:nvPr/>
        </p:nvCxnSpPr>
        <p:spPr>
          <a:xfrm>
            <a:off x="9251315" y="1628775"/>
            <a:ext cx="0" cy="3444875"/>
          </a:xfrm>
          <a:prstGeom prst="line">
            <a:avLst/>
          </a:prstGeom>
          <a:noFill/>
          <a:ln w="19050" cap="flat">
            <a:solidFill>
              <a:schemeClr val="bg1">
                <a:lumMod val="75000"/>
              </a:schemeClr>
            </a:solidFill>
            <a:prstDash val="solid"/>
            <a:round/>
          </a:ln>
        </p:spPr>
        <p:style>
          <a:lnRef idx="0">
            <a:srgbClr val="FFFFFF"/>
          </a:lnRef>
          <a:fillRef idx="0">
            <a:srgbClr val="FFFFFF"/>
          </a:fillRef>
          <a:effectRef idx="0">
            <a:srgbClr val="FFFFFF"/>
          </a:effectRef>
          <a:fontRef idx="none"/>
        </p:style>
      </p:cxnSp>
      <p:sp>
        <p:nvSpPr>
          <p:cNvPr id="841"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11" name="爱设计-26"/>
          <p:cNvSpPr>
            <a:spLocks noChangeAspect="1"/>
          </p:cNvSpPr>
          <p:nvPr>
            <p:custDataLst>
              <p:tags r:id="rId1"/>
            </p:custDataLst>
          </p:nvPr>
        </p:nvSpPr>
        <p:spPr>
          <a:xfrm>
            <a:off x="675814" y="3910207"/>
            <a:ext cx="126001" cy="126000"/>
          </a:xfrm>
          <a:prstGeom prst="ellipse">
            <a:avLst/>
          </a:prstGeom>
          <a:solidFill>
            <a:schemeClr val="bg1"/>
          </a:solidFill>
          <a:ln>
            <a:solidFill>
              <a:srgbClr val="53C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OPPOSans L" panose="00020600040101010101" pitchFamily="18" charset="-122"/>
              <a:ea typeface="OPPOSans L" panose="00020600040101010101" pitchFamily="18" charset="-122"/>
            </a:endParaRPr>
          </a:p>
        </p:txBody>
      </p:sp>
      <p:sp>
        <p:nvSpPr>
          <p:cNvPr id="13" name="爱设计-26"/>
          <p:cNvSpPr>
            <a:spLocks noChangeAspect="1"/>
          </p:cNvSpPr>
          <p:nvPr>
            <p:custDataLst>
              <p:tags r:id="rId2"/>
            </p:custDataLst>
          </p:nvPr>
        </p:nvSpPr>
        <p:spPr>
          <a:xfrm>
            <a:off x="3533949" y="3155192"/>
            <a:ext cx="126001" cy="126000"/>
          </a:xfrm>
          <a:prstGeom prst="ellipse">
            <a:avLst/>
          </a:prstGeom>
          <a:solidFill>
            <a:schemeClr val="bg1"/>
          </a:solidFill>
          <a:ln>
            <a:solidFill>
              <a:srgbClr val="53C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OPPOSans L" panose="00020600040101010101" pitchFamily="18" charset="-122"/>
              <a:ea typeface="OPPOSans L" panose="00020600040101010101" pitchFamily="18" charset="-122"/>
            </a:endParaRPr>
          </a:p>
        </p:txBody>
      </p:sp>
      <p:sp>
        <p:nvSpPr>
          <p:cNvPr id="15" name="爱设计-26"/>
          <p:cNvSpPr>
            <a:spLocks noChangeAspect="1"/>
          </p:cNvSpPr>
          <p:nvPr>
            <p:custDataLst>
              <p:tags r:id="rId3"/>
            </p:custDataLst>
          </p:nvPr>
        </p:nvSpPr>
        <p:spPr>
          <a:xfrm>
            <a:off x="6392719" y="2315087"/>
            <a:ext cx="126001" cy="126000"/>
          </a:xfrm>
          <a:prstGeom prst="ellipse">
            <a:avLst/>
          </a:prstGeom>
          <a:solidFill>
            <a:schemeClr val="bg1"/>
          </a:solidFill>
          <a:ln>
            <a:solidFill>
              <a:srgbClr val="53C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OPPOSans L" panose="00020600040101010101" pitchFamily="18" charset="-122"/>
              <a:ea typeface="OPPOSans L" panose="00020600040101010101" pitchFamily="18" charset="-122"/>
            </a:endParaRPr>
          </a:p>
        </p:txBody>
      </p:sp>
      <p:sp>
        <p:nvSpPr>
          <p:cNvPr id="17" name="爱设计-26"/>
          <p:cNvSpPr>
            <a:spLocks noChangeAspect="1"/>
          </p:cNvSpPr>
          <p:nvPr>
            <p:custDataLst>
              <p:tags r:id="rId4"/>
            </p:custDataLst>
          </p:nvPr>
        </p:nvSpPr>
        <p:spPr>
          <a:xfrm>
            <a:off x="9188624" y="1502922"/>
            <a:ext cx="126001" cy="126000"/>
          </a:xfrm>
          <a:prstGeom prst="ellipse">
            <a:avLst/>
          </a:prstGeom>
          <a:solidFill>
            <a:schemeClr val="bg1"/>
          </a:solidFill>
          <a:ln>
            <a:solidFill>
              <a:srgbClr val="53C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OPPOSans L" panose="00020600040101010101" pitchFamily="18" charset="-122"/>
              <a:ea typeface="OPPOSans L" panose="00020600040101010101" pitchFamily="18" charset="-122"/>
            </a:endParaRPr>
          </a:p>
        </p:txBody>
      </p:sp>
      <p:grpSp>
        <p:nvGrpSpPr>
          <p:cNvPr id="25" name="组合 24"/>
          <p:cNvGrpSpPr/>
          <p:nvPr/>
        </p:nvGrpSpPr>
        <p:grpSpPr>
          <a:xfrm>
            <a:off x="910590" y="3757295"/>
            <a:ext cx="2266950" cy="2065655"/>
            <a:chOff x="1434" y="5917"/>
            <a:chExt cx="3570" cy="3253"/>
          </a:xfrm>
        </p:grpSpPr>
        <p:sp>
          <p:nvSpPr>
            <p:cNvPr id="424" name="剪去对角的矩形 8"/>
            <p:cNvSpPr/>
            <p:nvPr>
              <p:custDataLst>
                <p:tags r:id="rId13"/>
              </p:custDataLst>
            </p:nvPr>
          </p:nvSpPr>
          <p:spPr>
            <a:xfrm>
              <a:off x="1434" y="6030"/>
              <a:ext cx="3306" cy="4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396" y="0"/>
                  </a:lnTo>
                  <a:lnTo>
                    <a:pt x="21600" y="3600"/>
                  </a:lnTo>
                  <a:lnTo>
                    <a:pt x="21600" y="21600"/>
                  </a:lnTo>
                  <a:lnTo>
                    <a:pt x="204" y="21600"/>
                  </a:lnTo>
                  <a:lnTo>
                    <a:pt x="0" y="18000"/>
                  </a:lnTo>
                  <a:lnTo>
                    <a:pt x="0" y="0"/>
                  </a:lnTo>
                  <a:close/>
                </a:path>
              </a:pathLst>
            </a:custGeom>
            <a:gradFill>
              <a:gsLst>
                <a:gs pos="100000">
                  <a:srgbClr val="53C800">
                    <a:alpha val="0"/>
                  </a:srgbClr>
                </a:gs>
                <a:gs pos="0">
                  <a:srgbClr val="53C800">
                    <a:alpha val="5900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 name="矩形 38"/>
            <p:cNvSpPr txBox="1"/>
            <p:nvPr>
              <p:custDataLst>
                <p:tags r:id="rId14"/>
              </p:custDataLst>
            </p:nvPr>
          </p:nvSpPr>
          <p:spPr>
            <a:xfrm>
              <a:off x="1549" y="5917"/>
              <a:ext cx="3455" cy="3253"/>
            </a:xfrm>
            <a:prstGeom prst="rect">
              <a:avLst/>
            </a:prstGeom>
            <a:noFill/>
            <a:ln w="12700" cap="flat">
              <a:noFill/>
              <a:miter lim="400000"/>
            </a:ln>
            <a:effectLst/>
          </p:spPr>
          <p:txBody>
            <a:bodyPr wrap="square" lIns="45718" tIns="45718" rIns="45718" bIns="45718" numCol="1" anchor="t">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nSpc>
                  <a:spcPct val="8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请输入您需要的文字请输入您需要的文字请输入您需要的文字请</a:t>
              </a:r>
              <a:r>
                <a:rPr sz="1200">
                  <a:solidFill>
                    <a:srgbClr val="0E0E0E"/>
                  </a:solidFill>
                  <a:sym typeface="+mn-ea"/>
                </a:rPr>
                <a:t>输入您需要的文字</a:t>
              </a:r>
            </a:p>
            <a:p>
              <a:pPr>
                <a:lnSpc>
                  <a:spcPct val="9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sym typeface="+mn-ea"/>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sym typeface="+mn-ea"/>
                </a:rPr>
                <a:t>请输入您需要的文字请输入您需要的文字</a:t>
              </a:r>
            </a:p>
          </p:txBody>
        </p:sp>
      </p:grpSp>
      <p:grpSp>
        <p:nvGrpSpPr>
          <p:cNvPr id="24" name="组合 23"/>
          <p:cNvGrpSpPr/>
          <p:nvPr/>
        </p:nvGrpSpPr>
        <p:grpSpPr>
          <a:xfrm>
            <a:off x="-29210" y="3790950"/>
            <a:ext cx="12250420" cy="3099435"/>
            <a:chOff x="-46" y="5970"/>
            <a:chExt cx="19292" cy="4881"/>
          </a:xfrm>
        </p:grpSpPr>
        <p:sp>
          <p:nvSpPr>
            <p:cNvPr id="22" name="任意多边形 21"/>
            <p:cNvSpPr/>
            <p:nvPr>
              <p:custDataLst>
                <p:tags r:id="rId11"/>
              </p:custDataLst>
            </p:nvPr>
          </p:nvSpPr>
          <p:spPr>
            <a:xfrm rot="10800000">
              <a:off x="-46" y="5970"/>
              <a:ext cx="19292" cy="4726"/>
            </a:xfrm>
            <a:custGeom>
              <a:avLst/>
              <a:gdLst>
                <a:gd name="connsiteX0" fmla="*/ 0 w 19292"/>
                <a:gd name="connsiteY0" fmla="*/ 0 h 4400"/>
                <a:gd name="connsiteX1" fmla="*/ 19291 w 19292"/>
                <a:gd name="connsiteY1" fmla="*/ 0 h 4400"/>
                <a:gd name="connsiteX2" fmla="*/ 19292 w 19292"/>
                <a:gd name="connsiteY2" fmla="*/ 714 h 4400"/>
                <a:gd name="connsiteX3" fmla="*/ 0 w 19292"/>
                <a:gd name="connsiteY3" fmla="*/ 4400 h 4400"/>
                <a:gd name="connsiteX4" fmla="*/ 0 w 19292"/>
                <a:gd name="connsiteY4" fmla="*/ 0 h 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92" h="4400">
                  <a:moveTo>
                    <a:pt x="0" y="0"/>
                  </a:moveTo>
                  <a:lnTo>
                    <a:pt x="19291" y="0"/>
                  </a:lnTo>
                  <a:lnTo>
                    <a:pt x="19292" y="714"/>
                  </a:lnTo>
                  <a:cubicBezTo>
                    <a:pt x="13007" y="430"/>
                    <a:pt x="4712" y="1990"/>
                    <a:pt x="0" y="4400"/>
                  </a:cubicBezTo>
                  <a:lnTo>
                    <a:pt x="0" y="0"/>
                  </a:lnTo>
                  <a:close/>
                </a:path>
              </a:pathLst>
            </a:custGeom>
            <a:solidFill>
              <a:srgbClr val="53C800"/>
            </a:soli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23" name="任意多边形 22"/>
            <p:cNvSpPr/>
            <p:nvPr>
              <p:custDataLst>
                <p:tags r:id="rId12"/>
              </p:custDataLst>
            </p:nvPr>
          </p:nvSpPr>
          <p:spPr>
            <a:xfrm rot="10800000">
              <a:off x="-46" y="6125"/>
              <a:ext cx="19292" cy="4726"/>
            </a:xfrm>
            <a:custGeom>
              <a:avLst/>
              <a:gdLst>
                <a:gd name="connsiteX0" fmla="*/ 0 w 19292"/>
                <a:gd name="connsiteY0" fmla="*/ 0 h 4400"/>
                <a:gd name="connsiteX1" fmla="*/ 19291 w 19292"/>
                <a:gd name="connsiteY1" fmla="*/ 0 h 4400"/>
                <a:gd name="connsiteX2" fmla="*/ 19292 w 19292"/>
                <a:gd name="connsiteY2" fmla="*/ 714 h 4400"/>
                <a:gd name="connsiteX3" fmla="*/ 0 w 19292"/>
                <a:gd name="connsiteY3" fmla="*/ 4400 h 4400"/>
                <a:gd name="connsiteX4" fmla="*/ 0 w 19292"/>
                <a:gd name="connsiteY4" fmla="*/ 0 h 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92" h="4400">
                  <a:moveTo>
                    <a:pt x="0" y="0"/>
                  </a:moveTo>
                  <a:lnTo>
                    <a:pt x="19291" y="0"/>
                  </a:lnTo>
                  <a:lnTo>
                    <a:pt x="19292" y="714"/>
                  </a:lnTo>
                  <a:cubicBezTo>
                    <a:pt x="13007" y="430"/>
                    <a:pt x="4712" y="1990"/>
                    <a:pt x="0" y="4400"/>
                  </a:cubicBezTo>
                  <a:lnTo>
                    <a:pt x="0" y="0"/>
                  </a:lnTo>
                  <a:close/>
                </a:path>
              </a:pathLst>
            </a:custGeom>
            <a:solidFill>
              <a:srgbClr val="006CD9"/>
            </a:soli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grpSp>
      <p:grpSp>
        <p:nvGrpSpPr>
          <p:cNvPr id="26" name="组合 25"/>
          <p:cNvGrpSpPr/>
          <p:nvPr/>
        </p:nvGrpSpPr>
        <p:grpSpPr>
          <a:xfrm>
            <a:off x="3766185" y="3028950"/>
            <a:ext cx="2266950" cy="2065655"/>
            <a:chOff x="1434" y="5917"/>
            <a:chExt cx="3570" cy="3253"/>
          </a:xfrm>
        </p:grpSpPr>
        <p:sp>
          <p:nvSpPr>
            <p:cNvPr id="27" name="剪去对角的矩形 8"/>
            <p:cNvSpPr/>
            <p:nvPr>
              <p:custDataLst>
                <p:tags r:id="rId9"/>
              </p:custDataLst>
            </p:nvPr>
          </p:nvSpPr>
          <p:spPr>
            <a:xfrm>
              <a:off x="1434" y="6030"/>
              <a:ext cx="3306" cy="4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396" y="0"/>
                  </a:lnTo>
                  <a:lnTo>
                    <a:pt x="21600" y="3600"/>
                  </a:lnTo>
                  <a:lnTo>
                    <a:pt x="21600" y="21600"/>
                  </a:lnTo>
                  <a:lnTo>
                    <a:pt x="204" y="21600"/>
                  </a:lnTo>
                  <a:lnTo>
                    <a:pt x="0" y="18000"/>
                  </a:lnTo>
                  <a:lnTo>
                    <a:pt x="0" y="0"/>
                  </a:lnTo>
                  <a:close/>
                </a:path>
              </a:pathLst>
            </a:custGeom>
            <a:gradFill>
              <a:gsLst>
                <a:gs pos="100000">
                  <a:srgbClr val="53C800">
                    <a:alpha val="0"/>
                  </a:srgbClr>
                </a:gs>
                <a:gs pos="0">
                  <a:srgbClr val="53C800">
                    <a:alpha val="5900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28" name="矩形 38"/>
            <p:cNvSpPr txBox="1"/>
            <p:nvPr>
              <p:custDataLst>
                <p:tags r:id="rId10"/>
              </p:custDataLst>
            </p:nvPr>
          </p:nvSpPr>
          <p:spPr>
            <a:xfrm>
              <a:off x="1549" y="5917"/>
              <a:ext cx="3455" cy="3253"/>
            </a:xfrm>
            <a:prstGeom prst="rect">
              <a:avLst/>
            </a:prstGeom>
            <a:noFill/>
            <a:ln w="12700" cap="flat">
              <a:noFill/>
              <a:miter lim="400000"/>
            </a:ln>
            <a:effectLst/>
          </p:spPr>
          <p:txBody>
            <a:bodyPr wrap="square" lIns="45718" tIns="45718" rIns="45718" bIns="45718" numCol="1" anchor="t">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nSpc>
                  <a:spcPct val="8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请输入您需要的文字请输入您需要的文字请输入您需要的文字请</a:t>
              </a:r>
              <a:r>
                <a:rPr sz="1200">
                  <a:solidFill>
                    <a:srgbClr val="0E0E0E"/>
                  </a:solidFill>
                  <a:sym typeface="+mn-ea"/>
                </a:rPr>
                <a:t>输入您需要的文字</a:t>
              </a:r>
            </a:p>
            <a:p>
              <a:pPr>
                <a:lnSpc>
                  <a:spcPct val="9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sym typeface="+mn-ea"/>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sym typeface="+mn-ea"/>
                </a:rPr>
                <a:t>请输入您需要的文字请输入您需要的文字</a:t>
              </a:r>
            </a:p>
          </p:txBody>
        </p:sp>
      </p:grpSp>
      <p:grpSp>
        <p:nvGrpSpPr>
          <p:cNvPr id="29" name="组合 28"/>
          <p:cNvGrpSpPr/>
          <p:nvPr/>
        </p:nvGrpSpPr>
        <p:grpSpPr>
          <a:xfrm>
            <a:off x="6621780" y="2188210"/>
            <a:ext cx="2266950" cy="2065655"/>
            <a:chOff x="1434" y="5917"/>
            <a:chExt cx="3570" cy="3253"/>
          </a:xfrm>
        </p:grpSpPr>
        <p:sp>
          <p:nvSpPr>
            <p:cNvPr id="30" name="剪去对角的矩形 8"/>
            <p:cNvSpPr/>
            <p:nvPr>
              <p:custDataLst>
                <p:tags r:id="rId7"/>
              </p:custDataLst>
            </p:nvPr>
          </p:nvSpPr>
          <p:spPr>
            <a:xfrm>
              <a:off x="1434" y="6030"/>
              <a:ext cx="3306" cy="4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396" y="0"/>
                  </a:lnTo>
                  <a:lnTo>
                    <a:pt x="21600" y="3600"/>
                  </a:lnTo>
                  <a:lnTo>
                    <a:pt x="21600" y="21600"/>
                  </a:lnTo>
                  <a:lnTo>
                    <a:pt x="204" y="21600"/>
                  </a:lnTo>
                  <a:lnTo>
                    <a:pt x="0" y="18000"/>
                  </a:lnTo>
                  <a:lnTo>
                    <a:pt x="0" y="0"/>
                  </a:lnTo>
                  <a:close/>
                </a:path>
              </a:pathLst>
            </a:custGeom>
            <a:gradFill>
              <a:gsLst>
                <a:gs pos="100000">
                  <a:srgbClr val="53C800">
                    <a:alpha val="0"/>
                  </a:srgbClr>
                </a:gs>
                <a:gs pos="0">
                  <a:srgbClr val="53C800">
                    <a:alpha val="5900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1" name="矩形 38"/>
            <p:cNvSpPr txBox="1"/>
            <p:nvPr>
              <p:custDataLst>
                <p:tags r:id="rId8"/>
              </p:custDataLst>
            </p:nvPr>
          </p:nvSpPr>
          <p:spPr>
            <a:xfrm>
              <a:off x="1549" y="5917"/>
              <a:ext cx="3455" cy="3253"/>
            </a:xfrm>
            <a:prstGeom prst="rect">
              <a:avLst/>
            </a:prstGeom>
            <a:noFill/>
            <a:ln w="12700" cap="flat">
              <a:noFill/>
              <a:miter lim="400000"/>
            </a:ln>
            <a:effectLst/>
          </p:spPr>
          <p:txBody>
            <a:bodyPr wrap="square" lIns="45718" tIns="45718" rIns="45718" bIns="45718" numCol="1" anchor="t">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nSpc>
                  <a:spcPct val="8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请输入您需要的文字请输入您需要的文字请输入您需要的文字请</a:t>
              </a:r>
              <a:r>
                <a:rPr sz="1200">
                  <a:solidFill>
                    <a:srgbClr val="0E0E0E"/>
                  </a:solidFill>
                  <a:sym typeface="+mn-ea"/>
                </a:rPr>
                <a:t>输入您需要的文字</a:t>
              </a:r>
            </a:p>
            <a:p>
              <a:pPr>
                <a:lnSpc>
                  <a:spcPct val="9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sym typeface="+mn-ea"/>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sym typeface="+mn-ea"/>
                </a:rPr>
                <a:t>请输入您需要的文字请输入您需要的文字</a:t>
              </a:r>
            </a:p>
          </p:txBody>
        </p:sp>
      </p:grpSp>
      <p:grpSp>
        <p:nvGrpSpPr>
          <p:cNvPr id="32" name="组合 31"/>
          <p:cNvGrpSpPr/>
          <p:nvPr/>
        </p:nvGrpSpPr>
        <p:grpSpPr>
          <a:xfrm>
            <a:off x="9477375" y="1358900"/>
            <a:ext cx="2266950" cy="2065655"/>
            <a:chOff x="1434" y="5917"/>
            <a:chExt cx="3570" cy="3253"/>
          </a:xfrm>
        </p:grpSpPr>
        <p:sp>
          <p:nvSpPr>
            <p:cNvPr id="33" name="剪去对角的矩形 8"/>
            <p:cNvSpPr/>
            <p:nvPr>
              <p:custDataLst>
                <p:tags r:id="rId5"/>
              </p:custDataLst>
            </p:nvPr>
          </p:nvSpPr>
          <p:spPr>
            <a:xfrm>
              <a:off x="1434" y="6030"/>
              <a:ext cx="3306" cy="4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396" y="0"/>
                  </a:lnTo>
                  <a:lnTo>
                    <a:pt x="21600" y="3600"/>
                  </a:lnTo>
                  <a:lnTo>
                    <a:pt x="21600" y="21600"/>
                  </a:lnTo>
                  <a:lnTo>
                    <a:pt x="204" y="21600"/>
                  </a:lnTo>
                  <a:lnTo>
                    <a:pt x="0" y="18000"/>
                  </a:lnTo>
                  <a:lnTo>
                    <a:pt x="0" y="0"/>
                  </a:lnTo>
                  <a:close/>
                </a:path>
              </a:pathLst>
            </a:custGeom>
            <a:gradFill>
              <a:gsLst>
                <a:gs pos="100000">
                  <a:srgbClr val="53C800">
                    <a:alpha val="0"/>
                  </a:srgbClr>
                </a:gs>
                <a:gs pos="0">
                  <a:srgbClr val="53C800">
                    <a:alpha val="5900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34" name="矩形 38"/>
            <p:cNvSpPr txBox="1"/>
            <p:nvPr>
              <p:custDataLst>
                <p:tags r:id="rId6"/>
              </p:custDataLst>
            </p:nvPr>
          </p:nvSpPr>
          <p:spPr>
            <a:xfrm>
              <a:off x="1549" y="5917"/>
              <a:ext cx="3455" cy="3253"/>
            </a:xfrm>
            <a:prstGeom prst="rect">
              <a:avLst/>
            </a:prstGeom>
            <a:noFill/>
            <a:ln w="12700" cap="flat">
              <a:noFill/>
              <a:miter lim="400000"/>
            </a:ln>
            <a:effectLst/>
          </p:spPr>
          <p:txBody>
            <a:bodyPr wrap="square" lIns="45718" tIns="45718" rIns="45718" bIns="45718" numCol="1" anchor="t">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nSpc>
                  <a:spcPct val="8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请输入您需要的文字请输入您需要的文字请输入您需要的文字请</a:t>
              </a:r>
              <a:r>
                <a:rPr sz="1200">
                  <a:solidFill>
                    <a:srgbClr val="0E0E0E"/>
                  </a:solidFill>
                  <a:sym typeface="+mn-ea"/>
                </a:rPr>
                <a:t>输入您需要的文字</a:t>
              </a:r>
            </a:p>
            <a:p>
              <a:pPr>
                <a:lnSpc>
                  <a:spcPct val="9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sym typeface="+mn-ea"/>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sym typeface="+mn-ea"/>
                </a:rPr>
                <a:t>请输入您需要的文字请输入您需要的文字</a:t>
              </a:r>
            </a:p>
          </p:txBody>
        </p:sp>
      </p:gr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矩形 19"/>
          <p:cNvSpPr/>
          <p:nvPr/>
        </p:nvSpPr>
        <p:spPr>
          <a:xfrm>
            <a:off x="-7758" y="1852221"/>
            <a:ext cx="12192003" cy="4218380"/>
          </a:xfrm>
          <a:prstGeom prst="rect">
            <a:avLst/>
          </a:pr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 name="剪去单角的矩形 13"/>
          <p:cNvSpPr/>
          <p:nvPr/>
        </p:nvSpPr>
        <p:spPr>
          <a:xfrm rot="10800000">
            <a:off x="8393430" y="4337050"/>
            <a:ext cx="2249170" cy="274320"/>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6" name="剪去单角的矩形 5"/>
          <p:cNvSpPr/>
          <p:nvPr/>
        </p:nvSpPr>
        <p:spPr>
          <a:xfrm rot="10800000">
            <a:off x="8393430" y="2959735"/>
            <a:ext cx="2249170" cy="274320"/>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851" name="矩形 38"/>
          <p:cNvSpPr txBox="1"/>
          <p:nvPr/>
        </p:nvSpPr>
        <p:spPr>
          <a:xfrm>
            <a:off x="8471859" y="2886175"/>
            <a:ext cx="1954850" cy="902335"/>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nSpc>
                <a:spcPct val="4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sp>
        <p:nvSpPr>
          <p:cNvPr id="852" name="矩形 38"/>
          <p:cNvSpPr txBox="1"/>
          <p:nvPr/>
        </p:nvSpPr>
        <p:spPr>
          <a:xfrm>
            <a:off x="8471859" y="4265425"/>
            <a:ext cx="1954850" cy="902335"/>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nSpc>
                <a:spcPct val="4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sp>
        <p:nvSpPr>
          <p:cNvPr id="16" name="剪去单角的矩形 15"/>
          <p:cNvSpPr/>
          <p:nvPr/>
        </p:nvSpPr>
        <p:spPr>
          <a:xfrm rot="10800000" flipH="1">
            <a:off x="1775460" y="4337050"/>
            <a:ext cx="2089785" cy="274320"/>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17" name="剪去单角的矩形 16"/>
          <p:cNvSpPr/>
          <p:nvPr/>
        </p:nvSpPr>
        <p:spPr>
          <a:xfrm rot="10800000" flipH="1">
            <a:off x="1775460" y="2959735"/>
            <a:ext cx="2089785" cy="274320"/>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853" name="矩形 38"/>
          <p:cNvSpPr txBox="1"/>
          <p:nvPr/>
        </p:nvSpPr>
        <p:spPr>
          <a:xfrm>
            <a:off x="1838325" y="2886075"/>
            <a:ext cx="1955165" cy="902335"/>
          </a:xfrm>
          <a:prstGeom prst="rect">
            <a:avLst/>
          </a:prstGeom>
          <a:ln w="12700">
            <a:miter lim="400000"/>
          </a:ln>
        </p:spPr>
        <p:txBody>
          <a:bodyPr lIns="45718" tIns="45718" rIns="45718" bIns="45718">
            <a:spAutoFit/>
          </a:bodyPr>
          <a:lstStyle/>
          <a:p>
            <a:pPr algn="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gn="r">
              <a:lnSpc>
                <a:spcPct val="4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gn="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sp>
        <p:nvSpPr>
          <p:cNvPr id="854" name="矩形 38"/>
          <p:cNvSpPr txBox="1"/>
          <p:nvPr/>
        </p:nvSpPr>
        <p:spPr>
          <a:xfrm>
            <a:off x="1838325" y="4265295"/>
            <a:ext cx="1955165" cy="902335"/>
          </a:xfrm>
          <a:prstGeom prst="rect">
            <a:avLst/>
          </a:prstGeom>
          <a:ln w="12700">
            <a:miter lim="400000"/>
          </a:ln>
        </p:spPr>
        <p:txBody>
          <a:bodyPr lIns="45718" tIns="45718" rIns="45718" bIns="45718">
            <a:spAutoFit/>
          </a:bodyPr>
          <a:lstStyle/>
          <a:p>
            <a:pPr algn="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sz="1200">
                <a:solidFill>
                  <a:srgbClr val="0E0E0E"/>
                </a:solidFill>
              </a:rPr>
              <a:t>请输入您需要的文字</a:t>
            </a:r>
          </a:p>
          <a:p>
            <a:pPr algn="r">
              <a:lnSpc>
                <a:spcPct val="4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1200">
              <a:solidFill>
                <a:srgbClr val="0E0E0E"/>
              </a:solidFill>
            </a:endParaRPr>
          </a:p>
          <a:p>
            <a:pPr algn="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a:t>
            </a:r>
          </a:p>
        </p:txBody>
      </p:sp>
      <p:sp>
        <p:nvSpPr>
          <p:cNvPr id="855"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13" name="îṥļîḑé-Trapezoid 23"/>
          <p:cNvSpPr/>
          <p:nvPr/>
        </p:nvSpPr>
        <p:spPr>
          <a:xfrm rot="3600000">
            <a:off x="3751580" y="3906520"/>
            <a:ext cx="3469640" cy="5911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1" y="0"/>
                </a:lnTo>
                <a:lnTo>
                  <a:pt x="19509" y="0"/>
                </a:lnTo>
                <a:lnTo>
                  <a:pt x="21600" y="21600"/>
                </a:lnTo>
                <a:close/>
              </a:path>
            </a:pathLst>
          </a:custGeom>
          <a:solidFill>
            <a:srgbClr val="3BA5FF"/>
          </a:solidFill>
          <a:ln w="12700">
            <a:miter lim="400000"/>
          </a:ln>
        </p:spPr>
        <p:txBody>
          <a:bodyPr lIns="45718" tIns="45718" rIns="45718" bIns="45718" anchor="ctr"/>
          <a:lstStyle/>
          <a:p>
            <a:pPr algn="ctr">
              <a:defRPr>
                <a:solidFill>
                  <a:srgbClr val="FFFFFF"/>
                </a:solidFill>
                <a:latin typeface="zihun105hao-jianyahei"/>
                <a:ea typeface="zihun105hao-jianyahei"/>
                <a:cs typeface="zihun105hao-jianyahei"/>
                <a:sym typeface="zihun105hao-jianyahei"/>
              </a:defRPr>
            </a:pPr>
            <a:endParaRPr/>
          </a:p>
        </p:txBody>
      </p:sp>
      <p:sp>
        <p:nvSpPr>
          <p:cNvPr id="847" name="îṥļîḑé-文本框 21"/>
          <p:cNvSpPr txBox="1"/>
          <p:nvPr/>
        </p:nvSpPr>
        <p:spPr>
          <a:xfrm>
            <a:off x="5700395" y="3115945"/>
            <a:ext cx="789940" cy="725805"/>
          </a:xfrm>
          <a:prstGeom prst="rect">
            <a:avLst/>
          </a:prstGeom>
          <a:ln w="12700">
            <a:miter lim="400000"/>
          </a:ln>
        </p:spPr>
        <p:txBody>
          <a:bodyPr wrap="none" lIns="45718" tIns="45718" rIns="45718" bIns="45718" anchor="ctr">
            <a:normAutofit/>
          </a:bodyPr>
          <a:lstStyle>
            <a:lvl1pPr algn="ctr">
              <a:defRPr b="1">
                <a:solidFill>
                  <a:srgbClr val="404040"/>
                </a:solidFill>
                <a:latin typeface="zihun105hao-jianyahei"/>
                <a:ea typeface="zihun105hao-jianyahei"/>
                <a:cs typeface="zihun105hao-jianyahei"/>
                <a:sym typeface="zihun105hao-jianyahei"/>
              </a:defRPr>
            </a:lvl1pPr>
          </a:lstStyle>
          <a:p>
            <a:r>
              <a:rPr>
                <a:solidFill>
                  <a:srgbClr val="0E0E0E"/>
                </a:solidFill>
                <a:latin typeface="微软雅黑" panose="020B0503020204020204" charset="-122"/>
                <a:ea typeface="微软雅黑" panose="020B0503020204020204" charset="-122"/>
              </a:rPr>
              <a:t>关键词</a:t>
            </a:r>
          </a:p>
        </p:txBody>
      </p:sp>
      <p:sp>
        <p:nvSpPr>
          <p:cNvPr id="5" name="îṥļîḑé-Trapezoid 23"/>
          <p:cNvSpPr/>
          <p:nvPr/>
        </p:nvSpPr>
        <p:spPr>
          <a:xfrm rot="10800000">
            <a:off x="4000500" y="2143125"/>
            <a:ext cx="3469640" cy="5911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1" y="0"/>
                </a:lnTo>
                <a:lnTo>
                  <a:pt x="19509" y="0"/>
                </a:lnTo>
                <a:lnTo>
                  <a:pt x="21600" y="21600"/>
                </a:lnTo>
                <a:close/>
              </a:path>
            </a:pathLst>
          </a:custGeom>
          <a:solidFill>
            <a:srgbClr val="006CD9"/>
          </a:solidFill>
          <a:ln w="12700">
            <a:miter lim="400000"/>
          </a:ln>
        </p:spPr>
        <p:txBody>
          <a:bodyPr lIns="45718" tIns="45718" rIns="45718" bIns="45718" anchor="ctr"/>
          <a:lstStyle/>
          <a:p>
            <a:pPr algn="ctr">
              <a:defRPr>
                <a:solidFill>
                  <a:srgbClr val="FFFFFF"/>
                </a:solidFill>
                <a:latin typeface="zihun105hao-jianyahei"/>
                <a:ea typeface="zihun105hao-jianyahei"/>
                <a:cs typeface="zihun105hao-jianyahei"/>
                <a:sym typeface="zihun105hao-jianyahei"/>
              </a:defRPr>
            </a:pPr>
            <a:endParaRPr/>
          </a:p>
        </p:txBody>
      </p:sp>
      <p:sp>
        <p:nvSpPr>
          <p:cNvPr id="848" name="文本框 8"/>
          <p:cNvSpPr txBox="1"/>
          <p:nvPr/>
        </p:nvSpPr>
        <p:spPr>
          <a:xfrm>
            <a:off x="5127625" y="2301875"/>
            <a:ext cx="1764665" cy="322580"/>
          </a:xfrm>
          <a:prstGeom prst="rect">
            <a:avLst/>
          </a:prstGeom>
          <a:ln w="12700">
            <a:miter lim="400000"/>
          </a:ln>
        </p:spPr>
        <p:txBody>
          <a:bodyPr lIns="34290" tIns="34290" rIns="34290" bIns="34290">
            <a:spAutoFit/>
          </a:bodyPr>
          <a:lstStyle>
            <a:lvl1pPr>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请输入标题文字</a:t>
            </a:r>
          </a:p>
        </p:txBody>
      </p:sp>
      <p:sp>
        <p:nvSpPr>
          <p:cNvPr id="10" name="îṥļîḑé-Trapezoid 23"/>
          <p:cNvSpPr/>
          <p:nvPr/>
        </p:nvSpPr>
        <p:spPr>
          <a:xfrm rot="18000000">
            <a:off x="5415280" y="3235960"/>
            <a:ext cx="3469640" cy="59118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091" y="0"/>
                </a:lnTo>
                <a:lnTo>
                  <a:pt x="19509" y="0"/>
                </a:lnTo>
                <a:lnTo>
                  <a:pt x="21600" y="21600"/>
                </a:lnTo>
                <a:close/>
              </a:path>
            </a:pathLst>
          </a:custGeom>
          <a:solidFill>
            <a:srgbClr val="0185FF"/>
          </a:solidFill>
          <a:ln w="12700">
            <a:miter lim="400000"/>
          </a:ln>
        </p:spPr>
        <p:txBody>
          <a:bodyPr lIns="45718" tIns="45718" rIns="45718" bIns="45718" anchor="ctr"/>
          <a:lstStyle/>
          <a:p>
            <a:pPr algn="ctr">
              <a:defRPr>
                <a:solidFill>
                  <a:srgbClr val="FFFFFF"/>
                </a:solidFill>
                <a:latin typeface="zihun105hao-jianyahei"/>
                <a:ea typeface="zihun105hao-jianyahei"/>
                <a:cs typeface="zihun105hao-jianyahei"/>
                <a:sym typeface="zihun105hao-jianyahei"/>
              </a:defRPr>
            </a:pPr>
            <a:endParaRPr/>
          </a:p>
        </p:txBody>
      </p:sp>
      <p:sp>
        <p:nvSpPr>
          <p:cNvPr id="850" name="文本框 8"/>
          <p:cNvSpPr txBox="1"/>
          <p:nvPr/>
        </p:nvSpPr>
        <p:spPr>
          <a:xfrm rot="7200000">
            <a:off x="6112510" y="3588385"/>
            <a:ext cx="1764665" cy="322580"/>
          </a:xfrm>
          <a:prstGeom prst="rect">
            <a:avLst/>
          </a:prstGeom>
          <a:ln w="12700">
            <a:miter lim="400000"/>
          </a:ln>
        </p:spPr>
        <p:txBody>
          <a:bodyPr lIns="34290" tIns="34290" rIns="34290" bIns="34290">
            <a:spAutoFit/>
          </a:bodyPr>
          <a:lstStyle>
            <a:lvl1pPr>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请输入标题文字</a:t>
            </a:r>
          </a:p>
        </p:txBody>
      </p:sp>
      <p:sp>
        <p:nvSpPr>
          <p:cNvPr id="849" name="文本框 8"/>
          <p:cNvSpPr txBox="1"/>
          <p:nvPr/>
        </p:nvSpPr>
        <p:spPr>
          <a:xfrm rot="3600000">
            <a:off x="4682490" y="4159885"/>
            <a:ext cx="1764665" cy="322580"/>
          </a:xfrm>
          <a:prstGeom prst="rect">
            <a:avLst/>
          </a:prstGeom>
          <a:ln w="12700">
            <a:miter lim="400000"/>
          </a:ln>
        </p:spPr>
        <p:txBody>
          <a:bodyPr lIns="34290" tIns="34290" rIns="34290" bIns="34290">
            <a:spAutoFit/>
          </a:bodyPr>
          <a:lstStyle>
            <a:lvl1pPr>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请输入标题文字</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 name="矩形 59"/>
          <p:cNvSpPr/>
          <p:nvPr/>
        </p:nvSpPr>
        <p:spPr>
          <a:xfrm>
            <a:off x="-7758" y="1434788"/>
            <a:ext cx="12192003" cy="5330287"/>
          </a:xfrm>
          <a:prstGeom prst="rect">
            <a:avLst/>
          </a:prstGeom>
          <a:gradFill>
            <a:gsLst>
              <a:gs pos="0">
                <a:srgbClr val="ECECEC"/>
              </a:gs>
              <a:gs pos="90000">
                <a:srgbClr val="ECECEC">
                  <a:alpha val="0"/>
                </a:srgbClr>
              </a:gs>
            </a:gsLst>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1" name="剪去单角的矩形 10"/>
          <p:cNvSpPr/>
          <p:nvPr/>
        </p:nvSpPr>
        <p:spPr>
          <a:xfrm rot="10800000">
            <a:off x="8530590" y="5227320"/>
            <a:ext cx="1911350" cy="233045"/>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12" name="剪去单角的矩形 11"/>
          <p:cNvSpPr/>
          <p:nvPr/>
        </p:nvSpPr>
        <p:spPr>
          <a:xfrm rot="10800000">
            <a:off x="6289040" y="5227320"/>
            <a:ext cx="1911350" cy="233045"/>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13" name="剪去单角的矩形 12"/>
          <p:cNvSpPr/>
          <p:nvPr/>
        </p:nvSpPr>
        <p:spPr>
          <a:xfrm rot="10800000">
            <a:off x="4111625" y="5227320"/>
            <a:ext cx="1911350" cy="233045"/>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14" name="剪去单角的矩形 13"/>
          <p:cNvSpPr/>
          <p:nvPr/>
        </p:nvSpPr>
        <p:spPr>
          <a:xfrm rot="10800000">
            <a:off x="1753235" y="5227320"/>
            <a:ext cx="1911350" cy="233045"/>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4" name="剪去单角的矩形 3"/>
          <p:cNvSpPr/>
          <p:nvPr/>
        </p:nvSpPr>
        <p:spPr>
          <a:xfrm rot="10800000">
            <a:off x="5039995" y="1772920"/>
            <a:ext cx="1911350" cy="233045"/>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5" name="剪去单角的矩形 4"/>
          <p:cNvSpPr/>
          <p:nvPr/>
        </p:nvSpPr>
        <p:spPr>
          <a:xfrm rot="10800000">
            <a:off x="7308850" y="1772920"/>
            <a:ext cx="1911350" cy="233045"/>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2" name="剪去单角的矩形 1"/>
          <p:cNvSpPr/>
          <p:nvPr/>
        </p:nvSpPr>
        <p:spPr>
          <a:xfrm rot="10800000">
            <a:off x="2746375" y="1772920"/>
            <a:ext cx="1911350" cy="233045"/>
          </a:xfrm>
          <a:prstGeom prst="snip1Rect">
            <a:avLst>
              <a:gd name="adj" fmla="val 27722"/>
            </a:avLst>
          </a:prstGeom>
          <a:gradFill>
            <a:gsLst>
              <a:gs pos="0">
                <a:srgbClr val="53C800">
                  <a:alpha val="0"/>
                </a:srgbClr>
              </a:gs>
              <a:gs pos="100000">
                <a:srgbClr val="53C800">
                  <a:alpha val="59000"/>
                </a:srgbClr>
              </a:gs>
            </a:gsLst>
            <a:lin ang="0" scaled="0"/>
          </a:gradFill>
          <a:ln w="25400" cap="flat">
            <a:noFill/>
            <a:prstDash val="solid"/>
            <a:round/>
          </a:ln>
        </p:spPr>
        <p:style>
          <a:lnRef idx="0">
            <a:srgbClr val="FFFFFF"/>
          </a:lnRef>
          <a:fillRef idx="0">
            <a:srgbClr val="FFFFFF"/>
          </a:fillRef>
          <a:effectRef idx="0">
            <a:srgbClr val="FFFFFF"/>
          </a:effectRef>
          <a:fontRef idx="none"/>
        </p:style>
        <p:txBody>
          <a:bodyPr rot="0" vertOverflow="overflow" horzOverflow="overflow" vert="horz" wrap="square" lIns="45718" tIns="45718" rIns="45718" bIns="45718"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Helvetica"/>
            </a:endParaRPr>
          </a:p>
        </p:txBody>
      </p:sp>
      <p:sp>
        <p:nvSpPr>
          <p:cNvPr id="858" name="Freeform 5"/>
          <p:cNvSpPr/>
          <p:nvPr/>
        </p:nvSpPr>
        <p:spPr>
          <a:xfrm rot="18900000">
            <a:off x="1913373" y="3419792"/>
            <a:ext cx="2622552" cy="1146177"/>
          </a:xfrm>
          <a:custGeom>
            <a:avLst/>
            <a:gdLst/>
            <a:ahLst/>
            <a:cxnLst>
              <a:cxn ang="0">
                <a:pos x="wd2" y="hd2"/>
              </a:cxn>
              <a:cxn ang="5400000">
                <a:pos x="wd2" y="hd2"/>
              </a:cxn>
              <a:cxn ang="10800000">
                <a:pos x="wd2" y="hd2"/>
              </a:cxn>
              <a:cxn ang="16200000">
                <a:pos x="wd2" y="hd2"/>
              </a:cxn>
            </a:cxnLst>
            <a:rect l="0" t="0" r="r" b="b"/>
            <a:pathLst>
              <a:path w="21600" h="21600" extrusionOk="0">
                <a:moveTo>
                  <a:pt x="16891" y="0"/>
                </a:moveTo>
                <a:cubicBezTo>
                  <a:pt x="15920" y="0"/>
                  <a:pt x="15055" y="630"/>
                  <a:pt x="14294" y="1743"/>
                </a:cubicBezTo>
                <a:cubicBezTo>
                  <a:pt x="14294" y="1743"/>
                  <a:pt x="14294" y="1743"/>
                  <a:pt x="14294" y="1743"/>
                </a:cubicBezTo>
                <a:cubicBezTo>
                  <a:pt x="14294" y="1743"/>
                  <a:pt x="14273" y="1792"/>
                  <a:pt x="14273" y="1792"/>
                </a:cubicBezTo>
                <a:cubicBezTo>
                  <a:pt x="14252" y="1792"/>
                  <a:pt x="14252" y="1840"/>
                  <a:pt x="14231" y="1840"/>
                </a:cubicBezTo>
                <a:cubicBezTo>
                  <a:pt x="11085" y="6635"/>
                  <a:pt x="7284" y="1743"/>
                  <a:pt x="7284" y="1743"/>
                </a:cubicBezTo>
                <a:cubicBezTo>
                  <a:pt x="7284" y="1743"/>
                  <a:pt x="7284" y="1743"/>
                  <a:pt x="7284" y="1743"/>
                </a:cubicBezTo>
                <a:cubicBezTo>
                  <a:pt x="6545" y="630"/>
                  <a:pt x="5659" y="0"/>
                  <a:pt x="4709" y="0"/>
                </a:cubicBezTo>
                <a:cubicBezTo>
                  <a:pt x="2090" y="0"/>
                  <a:pt x="0" y="4843"/>
                  <a:pt x="0" y="10800"/>
                </a:cubicBezTo>
                <a:cubicBezTo>
                  <a:pt x="0" y="16757"/>
                  <a:pt x="2090" y="21600"/>
                  <a:pt x="4709" y="21600"/>
                </a:cubicBezTo>
                <a:cubicBezTo>
                  <a:pt x="5659" y="21600"/>
                  <a:pt x="6545" y="20922"/>
                  <a:pt x="7284" y="19808"/>
                </a:cubicBezTo>
                <a:cubicBezTo>
                  <a:pt x="7284" y="19808"/>
                  <a:pt x="7284" y="19808"/>
                  <a:pt x="7284" y="19808"/>
                </a:cubicBezTo>
                <a:cubicBezTo>
                  <a:pt x="7284" y="19808"/>
                  <a:pt x="11085" y="14917"/>
                  <a:pt x="14252" y="19760"/>
                </a:cubicBezTo>
                <a:cubicBezTo>
                  <a:pt x="14252" y="19760"/>
                  <a:pt x="14252" y="19760"/>
                  <a:pt x="14252" y="19760"/>
                </a:cubicBezTo>
                <a:cubicBezTo>
                  <a:pt x="14273" y="19808"/>
                  <a:pt x="14294" y="19808"/>
                  <a:pt x="14294" y="19808"/>
                </a:cubicBezTo>
                <a:cubicBezTo>
                  <a:pt x="14294" y="19808"/>
                  <a:pt x="14294" y="19808"/>
                  <a:pt x="14294" y="19808"/>
                </a:cubicBezTo>
                <a:cubicBezTo>
                  <a:pt x="15055" y="20922"/>
                  <a:pt x="15920" y="21600"/>
                  <a:pt x="16891" y="21600"/>
                </a:cubicBezTo>
                <a:cubicBezTo>
                  <a:pt x="19489" y="21600"/>
                  <a:pt x="21600" y="16757"/>
                  <a:pt x="21600" y="10800"/>
                </a:cubicBezTo>
                <a:cubicBezTo>
                  <a:pt x="21600" y="4843"/>
                  <a:pt x="19489" y="0"/>
                  <a:pt x="16891" y="0"/>
                </a:cubicBezTo>
                <a:close/>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859" name="Freeform 5"/>
          <p:cNvSpPr/>
          <p:nvPr/>
        </p:nvSpPr>
        <p:spPr>
          <a:xfrm rot="2700000">
            <a:off x="2969855" y="3418996"/>
            <a:ext cx="2622552" cy="1147765"/>
          </a:xfrm>
          <a:custGeom>
            <a:avLst/>
            <a:gdLst/>
            <a:ahLst/>
            <a:cxnLst>
              <a:cxn ang="0">
                <a:pos x="wd2" y="hd2"/>
              </a:cxn>
              <a:cxn ang="5400000">
                <a:pos x="wd2" y="hd2"/>
              </a:cxn>
              <a:cxn ang="10800000">
                <a:pos x="wd2" y="hd2"/>
              </a:cxn>
              <a:cxn ang="16200000">
                <a:pos x="wd2" y="hd2"/>
              </a:cxn>
            </a:cxnLst>
            <a:rect l="0" t="0" r="r" b="b"/>
            <a:pathLst>
              <a:path w="21600" h="21600" extrusionOk="0">
                <a:moveTo>
                  <a:pt x="16891" y="0"/>
                </a:moveTo>
                <a:cubicBezTo>
                  <a:pt x="15920" y="0"/>
                  <a:pt x="15055" y="630"/>
                  <a:pt x="14294" y="1743"/>
                </a:cubicBezTo>
                <a:cubicBezTo>
                  <a:pt x="14294" y="1743"/>
                  <a:pt x="14294" y="1743"/>
                  <a:pt x="14294" y="1743"/>
                </a:cubicBezTo>
                <a:cubicBezTo>
                  <a:pt x="14294" y="1743"/>
                  <a:pt x="14273" y="1792"/>
                  <a:pt x="14273" y="1792"/>
                </a:cubicBezTo>
                <a:cubicBezTo>
                  <a:pt x="14252" y="1792"/>
                  <a:pt x="14252" y="1840"/>
                  <a:pt x="14231" y="1840"/>
                </a:cubicBezTo>
                <a:cubicBezTo>
                  <a:pt x="11085" y="6635"/>
                  <a:pt x="7284" y="1743"/>
                  <a:pt x="7284" y="1743"/>
                </a:cubicBezTo>
                <a:cubicBezTo>
                  <a:pt x="7284" y="1743"/>
                  <a:pt x="7284" y="1743"/>
                  <a:pt x="7284" y="1743"/>
                </a:cubicBezTo>
                <a:cubicBezTo>
                  <a:pt x="6545" y="630"/>
                  <a:pt x="5659" y="0"/>
                  <a:pt x="4709" y="0"/>
                </a:cubicBezTo>
                <a:cubicBezTo>
                  <a:pt x="2090" y="0"/>
                  <a:pt x="0" y="4843"/>
                  <a:pt x="0" y="10800"/>
                </a:cubicBezTo>
                <a:cubicBezTo>
                  <a:pt x="0" y="16757"/>
                  <a:pt x="2090" y="21600"/>
                  <a:pt x="4709" y="21600"/>
                </a:cubicBezTo>
                <a:cubicBezTo>
                  <a:pt x="5659" y="21600"/>
                  <a:pt x="6545" y="20922"/>
                  <a:pt x="7284" y="19808"/>
                </a:cubicBezTo>
                <a:cubicBezTo>
                  <a:pt x="7284" y="19808"/>
                  <a:pt x="7284" y="19808"/>
                  <a:pt x="7284" y="19808"/>
                </a:cubicBezTo>
                <a:cubicBezTo>
                  <a:pt x="7284" y="19808"/>
                  <a:pt x="11085" y="14917"/>
                  <a:pt x="14252" y="19760"/>
                </a:cubicBezTo>
                <a:cubicBezTo>
                  <a:pt x="14252" y="19760"/>
                  <a:pt x="14252" y="19760"/>
                  <a:pt x="14252" y="19760"/>
                </a:cubicBezTo>
                <a:cubicBezTo>
                  <a:pt x="14273" y="19808"/>
                  <a:pt x="14294" y="19808"/>
                  <a:pt x="14294" y="19808"/>
                </a:cubicBezTo>
                <a:cubicBezTo>
                  <a:pt x="14294" y="19808"/>
                  <a:pt x="14294" y="19808"/>
                  <a:pt x="14294" y="19808"/>
                </a:cubicBezTo>
                <a:cubicBezTo>
                  <a:pt x="15055" y="20922"/>
                  <a:pt x="15920" y="21600"/>
                  <a:pt x="16891" y="21600"/>
                </a:cubicBezTo>
                <a:cubicBezTo>
                  <a:pt x="19489" y="21600"/>
                  <a:pt x="21600" y="16757"/>
                  <a:pt x="21600" y="10800"/>
                </a:cubicBezTo>
                <a:cubicBezTo>
                  <a:pt x="21600" y="4843"/>
                  <a:pt x="19489" y="0"/>
                  <a:pt x="16891" y="0"/>
                </a:cubicBezTo>
                <a:close/>
              </a:path>
            </a:pathLst>
          </a:custGeom>
          <a:solidFill>
            <a:srgbClr val="1990FF"/>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860" name="Freeform 5"/>
          <p:cNvSpPr/>
          <p:nvPr/>
        </p:nvSpPr>
        <p:spPr>
          <a:xfrm rot="18900000">
            <a:off x="4013636" y="3419792"/>
            <a:ext cx="2622552" cy="1146177"/>
          </a:xfrm>
          <a:custGeom>
            <a:avLst/>
            <a:gdLst/>
            <a:ahLst/>
            <a:cxnLst>
              <a:cxn ang="0">
                <a:pos x="wd2" y="hd2"/>
              </a:cxn>
              <a:cxn ang="5400000">
                <a:pos x="wd2" y="hd2"/>
              </a:cxn>
              <a:cxn ang="10800000">
                <a:pos x="wd2" y="hd2"/>
              </a:cxn>
              <a:cxn ang="16200000">
                <a:pos x="wd2" y="hd2"/>
              </a:cxn>
            </a:cxnLst>
            <a:rect l="0" t="0" r="r" b="b"/>
            <a:pathLst>
              <a:path w="21600" h="21600" extrusionOk="0">
                <a:moveTo>
                  <a:pt x="16891" y="0"/>
                </a:moveTo>
                <a:cubicBezTo>
                  <a:pt x="15920" y="0"/>
                  <a:pt x="15055" y="630"/>
                  <a:pt x="14294" y="1743"/>
                </a:cubicBezTo>
                <a:cubicBezTo>
                  <a:pt x="14294" y="1743"/>
                  <a:pt x="14294" y="1743"/>
                  <a:pt x="14294" y="1743"/>
                </a:cubicBezTo>
                <a:cubicBezTo>
                  <a:pt x="14294" y="1743"/>
                  <a:pt x="14273" y="1792"/>
                  <a:pt x="14273" y="1792"/>
                </a:cubicBezTo>
                <a:cubicBezTo>
                  <a:pt x="14252" y="1792"/>
                  <a:pt x="14252" y="1840"/>
                  <a:pt x="14231" y="1840"/>
                </a:cubicBezTo>
                <a:cubicBezTo>
                  <a:pt x="11085" y="6635"/>
                  <a:pt x="7284" y="1743"/>
                  <a:pt x="7284" y="1743"/>
                </a:cubicBezTo>
                <a:cubicBezTo>
                  <a:pt x="7284" y="1743"/>
                  <a:pt x="7284" y="1743"/>
                  <a:pt x="7284" y="1743"/>
                </a:cubicBezTo>
                <a:cubicBezTo>
                  <a:pt x="6545" y="630"/>
                  <a:pt x="5659" y="0"/>
                  <a:pt x="4709" y="0"/>
                </a:cubicBezTo>
                <a:cubicBezTo>
                  <a:pt x="2090" y="0"/>
                  <a:pt x="0" y="4843"/>
                  <a:pt x="0" y="10800"/>
                </a:cubicBezTo>
                <a:cubicBezTo>
                  <a:pt x="0" y="16757"/>
                  <a:pt x="2090" y="21600"/>
                  <a:pt x="4709" y="21600"/>
                </a:cubicBezTo>
                <a:cubicBezTo>
                  <a:pt x="5659" y="21600"/>
                  <a:pt x="6545" y="20922"/>
                  <a:pt x="7284" y="19808"/>
                </a:cubicBezTo>
                <a:cubicBezTo>
                  <a:pt x="7284" y="19808"/>
                  <a:pt x="7284" y="19808"/>
                  <a:pt x="7284" y="19808"/>
                </a:cubicBezTo>
                <a:cubicBezTo>
                  <a:pt x="7284" y="19808"/>
                  <a:pt x="11085" y="14917"/>
                  <a:pt x="14252" y="19760"/>
                </a:cubicBezTo>
                <a:cubicBezTo>
                  <a:pt x="14252" y="19760"/>
                  <a:pt x="14252" y="19760"/>
                  <a:pt x="14252" y="19760"/>
                </a:cubicBezTo>
                <a:cubicBezTo>
                  <a:pt x="14273" y="19808"/>
                  <a:pt x="14294" y="19808"/>
                  <a:pt x="14294" y="19808"/>
                </a:cubicBezTo>
                <a:cubicBezTo>
                  <a:pt x="14294" y="19808"/>
                  <a:pt x="14294" y="19808"/>
                  <a:pt x="14294" y="19808"/>
                </a:cubicBezTo>
                <a:cubicBezTo>
                  <a:pt x="15055" y="20922"/>
                  <a:pt x="15920" y="21600"/>
                  <a:pt x="16891" y="21600"/>
                </a:cubicBezTo>
                <a:cubicBezTo>
                  <a:pt x="19489" y="21600"/>
                  <a:pt x="21600" y="16757"/>
                  <a:pt x="21600" y="10800"/>
                </a:cubicBezTo>
                <a:cubicBezTo>
                  <a:pt x="21600" y="4843"/>
                  <a:pt x="19489" y="0"/>
                  <a:pt x="16891" y="0"/>
                </a:cubicBezTo>
                <a:close/>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861" name="Freeform 5"/>
          <p:cNvSpPr/>
          <p:nvPr/>
        </p:nvSpPr>
        <p:spPr>
          <a:xfrm rot="2700000">
            <a:off x="5065354" y="3418996"/>
            <a:ext cx="2622552" cy="1147765"/>
          </a:xfrm>
          <a:custGeom>
            <a:avLst/>
            <a:gdLst/>
            <a:ahLst/>
            <a:cxnLst>
              <a:cxn ang="0">
                <a:pos x="wd2" y="hd2"/>
              </a:cxn>
              <a:cxn ang="5400000">
                <a:pos x="wd2" y="hd2"/>
              </a:cxn>
              <a:cxn ang="10800000">
                <a:pos x="wd2" y="hd2"/>
              </a:cxn>
              <a:cxn ang="16200000">
                <a:pos x="wd2" y="hd2"/>
              </a:cxn>
            </a:cxnLst>
            <a:rect l="0" t="0" r="r" b="b"/>
            <a:pathLst>
              <a:path w="21600" h="21600" extrusionOk="0">
                <a:moveTo>
                  <a:pt x="16891" y="0"/>
                </a:moveTo>
                <a:cubicBezTo>
                  <a:pt x="15920" y="0"/>
                  <a:pt x="15055" y="630"/>
                  <a:pt x="14294" y="1743"/>
                </a:cubicBezTo>
                <a:cubicBezTo>
                  <a:pt x="14294" y="1743"/>
                  <a:pt x="14294" y="1743"/>
                  <a:pt x="14294" y="1743"/>
                </a:cubicBezTo>
                <a:cubicBezTo>
                  <a:pt x="14294" y="1743"/>
                  <a:pt x="14273" y="1792"/>
                  <a:pt x="14273" y="1792"/>
                </a:cubicBezTo>
                <a:cubicBezTo>
                  <a:pt x="14252" y="1792"/>
                  <a:pt x="14252" y="1840"/>
                  <a:pt x="14231" y="1840"/>
                </a:cubicBezTo>
                <a:cubicBezTo>
                  <a:pt x="11085" y="6635"/>
                  <a:pt x="7284" y="1743"/>
                  <a:pt x="7284" y="1743"/>
                </a:cubicBezTo>
                <a:cubicBezTo>
                  <a:pt x="7284" y="1743"/>
                  <a:pt x="7284" y="1743"/>
                  <a:pt x="7284" y="1743"/>
                </a:cubicBezTo>
                <a:cubicBezTo>
                  <a:pt x="6545" y="630"/>
                  <a:pt x="5659" y="0"/>
                  <a:pt x="4709" y="0"/>
                </a:cubicBezTo>
                <a:cubicBezTo>
                  <a:pt x="2090" y="0"/>
                  <a:pt x="0" y="4843"/>
                  <a:pt x="0" y="10800"/>
                </a:cubicBezTo>
                <a:cubicBezTo>
                  <a:pt x="0" y="16757"/>
                  <a:pt x="2090" y="21600"/>
                  <a:pt x="4709" y="21600"/>
                </a:cubicBezTo>
                <a:cubicBezTo>
                  <a:pt x="5659" y="21600"/>
                  <a:pt x="6545" y="20922"/>
                  <a:pt x="7284" y="19808"/>
                </a:cubicBezTo>
                <a:cubicBezTo>
                  <a:pt x="7284" y="19808"/>
                  <a:pt x="7284" y="19808"/>
                  <a:pt x="7284" y="19808"/>
                </a:cubicBezTo>
                <a:cubicBezTo>
                  <a:pt x="7284" y="19808"/>
                  <a:pt x="11085" y="14917"/>
                  <a:pt x="14252" y="19760"/>
                </a:cubicBezTo>
                <a:cubicBezTo>
                  <a:pt x="14252" y="19760"/>
                  <a:pt x="14252" y="19760"/>
                  <a:pt x="14252" y="19760"/>
                </a:cubicBezTo>
                <a:cubicBezTo>
                  <a:pt x="14273" y="19808"/>
                  <a:pt x="14294" y="19808"/>
                  <a:pt x="14294" y="19808"/>
                </a:cubicBezTo>
                <a:cubicBezTo>
                  <a:pt x="14294" y="19808"/>
                  <a:pt x="14294" y="19808"/>
                  <a:pt x="14294" y="19808"/>
                </a:cubicBezTo>
                <a:cubicBezTo>
                  <a:pt x="15055" y="20922"/>
                  <a:pt x="15920" y="21600"/>
                  <a:pt x="16891" y="21600"/>
                </a:cubicBezTo>
                <a:cubicBezTo>
                  <a:pt x="19489" y="21600"/>
                  <a:pt x="21600" y="16757"/>
                  <a:pt x="21600" y="10800"/>
                </a:cubicBezTo>
                <a:cubicBezTo>
                  <a:pt x="21600" y="4843"/>
                  <a:pt x="19489" y="0"/>
                  <a:pt x="16891" y="0"/>
                </a:cubicBezTo>
                <a:close/>
              </a:path>
            </a:pathLst>
          </a:custGeom>
          <a:solidFill>
            <a:srgbClr val="1990FF"/>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862" name="Freeform 5"/>
          <p:cNvSpPr/>
          <p:nvPr/>
        </p:nvSpPr>
        <p:spPr>
          <a:xfrm rot="18900000">
            <a:off x="6123422" y="3419792"/>
            <a:ext cx="2622552" cy="1146177"/>
          </a:xfrm>
          <a:custGeom>
            <a:avLst/>
            <a:gdLst/>
            <a:ahLst/>
            <a:cxnLst>
              <a:cxn ang="0">
                <a:pos x="wd2" y="hd2"/>
              </a:cxn>
              <a:cxn ang="5400000">
                <a:pos x="wd2" y="hd2"/>
              </a:cxn>
              <a:cxn ang="10800000">
                <a:pos x="wd2" y="hd2"/>
              </a:cxn>
              <a:cxn ang="16200000">
                <a:pos x="wd2" y="hd2"/>
              </a:cxn>
            </a:cxnLst>
            <a:rect l="0" t="0" r="r" b="b"/>
            <a:pathLst>
              <a:path w="21600" h="21600" extrusionOk="0">
                <a:moveTo>
                  <a:pt x="16891" y="0"/>
                </a:moveTo>
                <a:cubicBezTo>
                  <a:pt x="15920" y="0"/>
                  <a:pt x="15055" y="630"/>
                  <a:pt x="14294" y="1743"/>
                </a:cubicBezTo>
                <a:cubicBezTo>
                  <a:pt x="14294" y="1743"/>
                  <a:pt x="14294" y="1743"/>
                  <a:pt x="14294" y="1743"/>
                </a:cubicBezTo>
                <a:cubicBezTo>
                  <a:pt x="14294" y="1743"/>
                  <a:pt x="14273" y="1792"/>
                  <a:pt x="14273" y="1792"/>
                </a:cubicBezTo>
                <a:cubicBezTo>
                  <a:pt x="14252" y="1792"/>
                  <a:pt x="14252" y="1840"/>
                  <a:pt x="14231" y="1840"/>
                </a:cubicBezTo>
                <a:cubicBezTo>
                  <a:pt x="11085" y="6635"/>
                  <a:pt x="7284" y="1743"/>
                  <a:pt x="7284" y="1743"/>
                </a:cubicBezTo>
                <a:cubicBezTo>
                  <a:pt x="7284" y="1743"/>
                  <a:pt x="7284" y="1743"/>
                  <a:pt x="7284" y="1743"/>
                </a:cubicBezTo>
                <a:cubicBezTo>
                  <a:pt x="6545" y="630"/>
                  <a:pt x="5659" y="0"/>
                  <a:pt x="4709" y="0"/>
                </a:cubicBezTo>
                <a:cubicBezTo>
                  <a:pt x="2090" y="0"/>
                  <a:pt x="0" y="4843"/>
                  <a:pt x="0" y="10800"/>
                </a:cubicBezTo>
                <a:cubicBezTo>
                  <a:pt x="0" y="16757"/>
                  <a:pt x="2090" y="21600"/>
                  <a:pt x="4709" y="21600"/>
                </a:cubicBezTo>
                <a:cubicBezTo>
                  <a:pt x="5659" y="21600"/>
                  <a:pt x="6545" y="20922"/>
                  <a:pt x="7284" y="19808"/>
                </a:cubicBezTo>
                <a:cubicBezTo>
                  <a:pt x="7284" y="19808"/>
                  <a:pt x="7284" y="19808"/>
                  <a:pt x="7284" y="19808"/>
                </a:cubicBezTo>
                <a:cubicBezTo>
                  <a:pt x="7284" y="19808"/>
                  <a:pt x="11085" y="14917"/>
                  <a:pt x="14252" y="19760"/>
                </a:cubicBezTo>
                <a:cubicBezTo>
                  <a:pt x="14252" y="19760"/>
                  <a:pt x="14252" y="19760"/>
                  <a:pt x="14252" y="19760"/>
                </a:cubicBezTo>
                <a:cubicBezTo>
                  <a:pt x="14273" y="19808"/>
                  <a:pt x="14294" y="19808"/>
                  <a:pt x="14294" y="19808"/>
                </a:cubicBezTo>
                <a:cubicBezTo>
                  <a:pt x="14294" y="19808"/>
                  <a:pt x="14294" y="19808"/>
                  <a:pt x="14294" y="19808"/>
                </a:cubicBezTo>
                <a:cubicBezTo>
                  <a:pt x="15055" y="20922"/>
                  <a:pt x="15920" y="21600"/>
                  <a:pt x="16891" y="21600"/>
                </a:cubicBezTo>
                <a:cubicBezTo>
                  <a:pt x="19489" y="21600"/>
                  <a:pt x="21600" y="16757"/>
                  <a:pt x="21600" y="10800"/>
                </a:cubicBezTo>
                <a:cubicBezTo>
                  <a:pt x="21600" y="4843"/>
                  <a:pt x="19489" y="0"/>
                  <a:pt x="16891" y="0"/>
                </a:cubicBezTo>
                <a:close/>
              </a:path>
            </a:pathLst>
          </a:custGeom>
          <a:solidFill>
            <a:srgbClr val="006CD9"/>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sp>
        <p:nvSpPr>
          <p:cNvPr id="863" name="Freeform 5"/>
          <p:cNvSpPr/>
          <p:nvPr/>
        </p:nvSpPr>
        <p:spPr>
          <a:xfrm rot="2700000">
            <a:off x="7179111" y="3419792"/>
            <a:ext cx="2622552" cy="1146177"/>
          </a:xfrm>
          <a:custGeom>
            <a:avLst/>
            <a:gdLst/>
            <a:ahLst/>
            <a:cxnLst>
              <a:cxn ang="0">
                <a:pos x="wd2" y="hd2"/>
              </a:cxn>
              <a:cxn ang="5400000">
                <a:pos x="wd2" y="hd2"/>
              </a:cxn>
              <a:cxn ang="10800000">
                <a:pos x="wd2" y="hd2"/>
              </a:cxn>
              <a:cxn ang="16200000">
                <a:pos x="wd2" y="hd2"/>
              </a:cxn>
            </a:cxnLst>
            <a:rect l="0" t="0" r="r" b="b"/>
            <a:pathLst>
              <a:path w="21600" h="21600" extrusionOk="0">
                <a:moveTo>
                  <a:pt x="16891" y="0"/>
                </a:moveTo>
                <a:cubicBezTo>
                  <a:pt x="15920" y="0"/>
                  <a:pt x="15055" y="630"/>
                  <a:pt x="14294" y="1743"/>
                </a:cubicBezTo>
                <a:cubicBezTo>
                  <a:pt x="14294" y="1743"/>
                  <a:pt x="14294" y="1743"/>
                  <a:pt x="14294" y="1743"/>
                </a:cubicBezTo>
                <a:cubicBezTo>
                  <a:pt x="14294" y="1743"/>
                  <a:pt x="14273" y="1792"/>
                  <a:pt x="14273" y="1792"/>
                </a:cubicBezTo>
                <a:cubicBezTo>
                  <a:pt x="14252" y="1792"/>
                  <a:pt x="14252" y="1840"/>
                  <a:pt x="14231" y="1840"/>
                </a:cubicBezTo>
                <a:cubicBezTo>
                  <a:pt x="11085" y="6635"/>
                  <a:pt x="7284" y="1743"/>
                  <a:pt x="7284" y="1743"/>
                </a:cubicBezTo>
                <a:cubicBezTo>
                  <a:pt x="7284" y="1743"/>
                  <a:pt x="7284" y="1743"/>
                  <a:pt x="7284" y="1743"/>
                </a:cubicBezTo>
                <a:cubicBezTo>
                  <a:pt x="6545" y="630"/>
                  <a:pt x="5659" y="0"/>
                  <a:pt x="4709" y="0"/>
                </a:cubicBezTo>
                <a:cubicBezTo>
                  <a:pt x="2090" y="0"/>
                  <a:pt x="0" y="4843"/>
                  <a:pt x="0" y="10800"/>
                </a:cubicBezTo>
                <a:cubicBezTo>
                  <a:pt x="0" y="16757"/>
                  <a:pt x="2090" y="21600"/>
                  <a:pt x="4709" y="21600"/>
                </a:cubicBezTo>
                <a:cubicBezTo>
                  <a:pt x="5659" y="21600"/>
                  <a:pt x="6545" y="20922"/>
                  <a:pt x="7284" y="19808"/>
                </a:cubicBezTo>
                <a:cubicBezTo>
                  <a:pt x="7284" y="19808"/>
                  <a:pt x="7284" y="19808"/>
                  <a:pt x="7284" y="19808"/>
                </a:cubicBezTo>
                <a:cubicBezTo>
                  <a:pt x="7284" y="19808"/>
                  <a:pt x="11085" y="14917"/>
                  <a:pt x="14252" y="19760"/>
                </a:cubicBezTo>
                <a:cubicBezTo>
                  <a:pt x="14252" y="19760"/>
                  <a:pt x="14252" y="19760"/>
                  <a:pt x="14252" y="19760"/>
                </a:cubicBezTo>
                <a:cubicBezTo>
                  <a:pt x="14273" y="19808"/>
                  <a:pt x="14294" y="19808"/>
                  <a:pt x="14294" y="19808"/>
                </a:cubicBezTo>
                <a:cubicBezTo>
                  <a:pt x="14294" y="19808"/>
                  <a:pt x="14294" y="19808"/>
                  <a:pt x="14294" y="19808"/>
                </a:cubicBezTo>
                <a:cubicBezTo>
                  <a:pt x="15055" y="20922"/>
                  <a:pt x="15920" y="21600"/>
                  <a:pt x="16891" y="21600"/>
                </a:cubicBezTo>
                <a:cubicBezTo>
                  <a:pt x="19489" y="21600"/>
                  <a:pt x="21600" y="16757"/>
                  <a:pt x="21600" y="10800"/>
                </a:cubicBezTo>
                <a:cubicBezTo>
                  <a:pt x="21600" y="4843"/>
                  <a:pt x="19489" y="0"/>
                  <a:pt x="16891" y="0"/>
                </a:cubicBezTo>
                <a:close/>
              </a:path>
            </a:pathLst>
          </a:custGeom>
          <a:solidFill>
            <a:srgbClr val="1990FF"/>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grpSp>
        <p:nvGrpSpPr>
          <p:cNvPr id="873" name="Group 37"/>
          <p:cNvGrpSpPr/>
          <p:nvPr/>
        </p:nvGrpSpPr>
        <p:grpSpPr>
          <a:xfrm>
            <a:off x="4619472" y="4341294"/>
            <a:ext cx="360367" cy="346077"/>
            <a:chOff x="-1" y="0"/>
            <a:chExt cx="360366" cy="346076"/>
          </a:xfrm>
          <a:solidFill>
            <a:srgbClr val="FFFFFF"/>
          </a:solidFill>
        </p:grpSpPr>
        <p:sp>
          <p:nvSpPr>
            <p:cNvPr id="871" name="Freeform 10"/>
            <p:cNvSpPr/>
            <p:nvPr/>
          </p:nvSpPr>
          <p:spPr>
            <a:xfrm>
              <a:off x="-1" y="180975"/>
              <a:ext cx="150816" cy="165102"/>
            </a:xfrm>
            <a:custGeom>
              <a:avLst/>
              <a:gdLst/>
              <a:ahLst/>
              <a:cxnLst>
                <a:cxn ang="0">
                  <a:pos x="wd2" y="hd2"/>
                </a:cxn>
                <a:cxn ang="5400000">
                  <a:pos x="wd2" y="hd2"/>
                </a:cxn>
                <a:cxn ang="10800000">
                  <a:pos x="wd2" y="hd2"/>
                </a:cxn>
                <a:cxn ang="16200000">
                  <a:pos x="wd2" y="hd2"/>
                </a:cxn>
              </a:cxnLst>
              <a:rect l="0" t="0" r="r" b="b"/>
              <a:pathLst>
                <a:path w="21600" h="21600" extrusionOk="0">
                  <a:moveTo>
                    <a:pt x="16740" y="13255"/>
                  </a:moveTo>
                  <a:cubicBezTo>
                    <a:pt x="18360" y="11782"/>
                    <a:pt x="19440" y="9818"/>
                    <a:pt x="19440" y="7855"/>
                  </a:cubicBezTo>
                  <a:cubicBezTo>
                    <a:pt x="19440" y="3436"/>
                    <a:pt x="15660" y="0"/>
                    <a:pt x="10800" y="0"/>
                  </a:cubicBezTo>
                  <a:cubicBezTo>
                    <a:pt x="5940" y="0"/>
                    <a:pt x="2160" y="3436"/>
                    <a:pt x="2160" y="7855"/>
                  </a:cubicBezTo>
                  <a:cubicBezTo>
                    <a:pt x="2160" y="9818"/>
                    <a:pt x="3240" y="11782"/>
                    <a:pt x="4860" y="13255"/>
                  </a:cubicBezTo>
                  <a:cubicBezTo>
                    <a:pt x="2160" y="15218"/>
                    <a:pt x="0" y="18164"/>
                    <a:pt x="0" y="21600"/>
                  </a:cubicBezTo>
                  <a:cubicBezTo>
                    <a:pt x="4320" y="21600"/>
                    <a:pt x="4320" y="21600"/>
                    <a:pt x="4320" y="21600"/>
                  </a:cubicBezTo>
                  <a:cubicBezTo>
                    <a:pt x="4320" y="18164"/>
                    <a:pt x="7020" y="15709"/>
                    <a:pt x="10800" y="15709"/>
                  </a:cubicBezTo>
                  <a:cubicBezTo>
                    <a:pt x="14580" y="15709"/>
                    <a:pt x="17280" y="18164"/>
                    <a:pt x="17280" y="21600"/>
                  </a:cubicBezTo>
                  <a:cubicBezTo>
                    <a:pt x="21600" y="21600"/>
                    <a:pt x="21600" y="21600"/>
                    <a:pt x="21600" y="21600"/>
                  </a:cubicBezTo>
                  <a:cubicBezTo>
                    <a:pt x="21600" y="18164"/>
                    <a:pt x="19980" y="15218"/>
                    <a:pt x="16740" y="13255"/>
                  </a:cubicBezTo>
                  <a:close/>
                  <a:moveTo>
                    <a:pt x="6480" y="7855"/>
                  </a:moveTo>
                  <a:cubicBezTo>
                    <a:pt x="6480" y="5891"/>
                    <a:pt x="8640" y="3927"/>
                    <a:pt x="10800" y="3927"/>
                  </a:cubicBezTo>
                  <a:cubicBezTo>
                    <a:pt x="13500" y="3927"/>
                    <a:pt x="15120" y="5891"/>
                    <a:pt x="15120" y="7855"/>
                  </a:cubicBezTo>
                  <a:cubicBezTo>
                    <a:pt x="15120" y="9818"/>
                    <a:pt x="13500" y="11782"/>
                    <a:pt x="10800" y="11782"/>
                  </a:cubicBezTo>
                  <a:cubicBezTo>
                    <a:pt x="8640" y="11782"/>
                    <a:pt x="6480" y="9818"/>
                    <a:pt x="6480" y="7855"/>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72" name="Freeform 11"/>
            <p:cNvSpPr/>
            <p:nvPr/>
          </p:nvSpPr>
          <p:spPr>
            <a:xfrm>
              <a:off x="-2" y="0"/>
              <a:ext cx="360367" cy="346077"/>
            </a:xfrm>
            <a:custGeom>
              <a:avLst/>
              <a:gdLst/>
              <a:ahLst/>
              <a:cxnLst>
                <a:cxn ang="0">
                  <a:pos x="wd2" y="hd2"/>
                </a:cxn>
                <a:cxn ang="5400000">
                  <a:pos x="wd2" y="hd2"/>
                </a:cxn>
                <a:cxn ang="10800000">
                  <a:pos x="wd2" y="hd2"/>
                </a:cxn>
                <a:cxn ang="16200000">
                  <a:pos x="wd2" y="hd2"/>
                </a:cxn>
              </a:cxnLst>
              <a:rect l="0" t="0" r="r" b="b"/>
              <a:pathLst>
                <a:path w="21600" h="21600" extrusionOk="0">
                  <a:moveTo>
                    <a:pt x="21600" y="10330"/>
                  </a:moveTo>
                  <a:cubicBezTo>
                    <a:pt x="21600" y="1878"/>
                    <a:pt x="21600" y="1878"/>
                    <a:pt x="21600" y="1878"/>
                  </a:cubicBezTo>
                  <a:cubicBezTo>
                    <a:pt x="13500" y="1878"/>
                    <a:pt x="13500" y="1878"/>
                    <a:pt x="13500" y="1878"/>
                  </a:cubicBezTo>
                  <a:cubicBezTo>
                    <a:pt x="13500" y="0"/>
                    <a:pt x="13500" y="0"/>
                    <a:pt x="13500" y="0"/>
                  </a:cubicBezTo>
                  <a:cubicBezTo>
                    <a:pt x="0" y="0"/>
                    <a:pt x="0" y="0"/>
                    <a:pt x="0" y="0"/>
                  </a:cubicBezTo>
                  <a:cubicBezTo>
                    <a:pt x="0" y="7513"/>
                    <a:pt x="0" y="7513"/>
                    <a:pt x="0" y="7513"/>
                  </a:cubicBezTo>
                  <a:cubicBezTo>
                    <a:pt x="1800" y="7513"/>
                    <a:pt x="1800" y="7513"/>
                    <a:pt x="1800" y="7513"/>
                  </a:cubicBezTo>
                  <a:cubicBezTo>
                    <a:pt x="1800" y="10096"/>
                    <a:pt x="1800" y="10096"/>
                    <a:pt x="1800" y="10096"/>
                  </a:cubicBezTo>
                  <a:cubicBezTo>
                    <a:pt x="5625" y="7513"/>
                    <a:pt x="5625" y="7513"/>
                    <a:pt x="5625" y="7513"/>
                  </a:cubicBezTo>
                  <a:cubicBezTo>
                    <a:pt x="9000" y="7513"/>
                    <a:pt x="9000" y="7513"/>
                    <a:pt x="9000" y="7513"/>
                  </a:cubicBezTo>
                  <a:cubicBezTo>
                    <a:pt x="9000" y="10330"/>
                    <a:pt x="9000" y="10330"/>
                    <a:pt x="9000" y="10330"/>
                  </a:cubicBezTo>
                  <a:cubicBezTo>
                    <a:pt x="15750" y="10330"/>
                    <a:pt x="15750" y="10330"/>
                    <a:pt x="15750" y="10330"/>
                  </a:cubicBezTo>
                  <a:cubicBezTo>
                    <a:pt x="16875" y="11270"/>
                    <a:pt x="16875" y="11270"/>
                    <a:pt x="16875" y="11270"/>
                  </a:cubicBezTo>
                  <a:cubicBezTo>
                    <a:pt x="14850" y="11504"/>
                    <a:pt x="13500" y="13148"/>
                    <a:pt x="13500" y="15026"/>
                  </a:cubicBezTo>
                  <a:cubicBezTo>
                    <a:pt x="13500" y="15965"/>
                    <a:pt x="13950" y="16904"/>
                    <a:pt x="14625" y="17609"/>
                  </a:cubicBezTo>
                  <a:cubicBezTo>
                    <a:pt x="13500" y="18548"/>
                    <a:pt x="12600" y="19957"/>
                    <a:pt x="12600" y="21600"/>
                  </a:cubicBezTo>
                  <a:cubicBezTo>
                    <a:pt x="14400" y="21600"/>
                    <a:pt x="14400" y="21600"/>
                    <a:pt x="14400" y="21600"/>
                  </a:cubicBezTo>
                  <a:cubicBezTo>
                    <a:pt x="14400" y="19957"/>
                    <a:pt x="15525" y="18783"/>
                    <a:pt x="17100" y="18783"/>
                  </a:cubicBezTo>
                  <a:cubicBezTo>
                    <a:pt x="18675" y="18783"/>
                    <a:pt x="19800" y="19957"/>
                    <a:pt x="19800" y="21600"/>
                  </a:cubicBezTo>
                  <a:cubicBezTo>
                    <a:pt x="21600" y="21600"/>
                    <a:pt x="21600" y="21600"/>
                    <a:pt x="21600" y="21600"/>
                  </a:cubicBezTo>
                  <a:cubicBezTo>
                    <a:pt x="21600" y="19957"/>
                    <a:pt x="20925" y="18548"/>
                    <a:pt x="19575" y="17609"/>
                  </a:cubicBezTo>
                  <a:cubicBezTo>
                    <a:pt x="20250" y="16904"/>
                    <a:pt x="20700" y="15965"/>
                    <a:pt x="20700" y="15026"/>
                  </a:cubicBezTo>
                  <a:cubicBezTo>
                    <a:pt x="20700" y="14087"/>
                    <a:pt x="20475" y="13148"/>
                    <a:pt x="19800" y="12443"/>
                  </a:cubicBezTo>
                  <a:cubicBezTo>
                    <a:pt x="19800" y="10330"/>
                    <a:pt x="19800" y="10330"/>
                    <a:pt x="19800" y="10330"/>
                  </a:cubicBezTo>
                  <a:lnTo>
                    <a:pt x="21600" y="10330"/>
                  </a:lnTo>
                  <a:close/>
                  <a:moveTo>
                    <a:pt x="5175" y="5635"/>
                  </a:moveTo>
                  <a:cubicBezTo>
                    <a:pt x="3600" y="6574"/>
                    <a:pt x="3600" y="6574"/>
                    <a:pt x="3600" y="6574"/>
                  </a:cubicBezTo>
                  <a:cubicBezTo>
                    <a:pt x="3600" y="5635"/>
                    <a:pt x="3600" y="5635"/>
                    <a:pt x="3600" y="5635"/>
                  </a:cubicBezTo>
                  <a:cubicBezTo>
                    <a:pt x="1800" y="5635"/>
                    <a:pt x="1800" y="5635"/>
                    <a:pt x="1800" y="5635"/>
                  </a:cubicBezTo>
                  <a:cubicBezTo>
                    <a:pt x="1800" y="1878"/>
                    <a:pt x="1800" y="1878"/>
                    <a:pt x="1800" y="1878"/>
                  </a:cubicBezTo>
                  <a:cubicBezTo>
                    <a:pt x="11700" y="1878"/>
                    <a:pt x="11700" y="1878"/>
                    <a:pt x="11700" y="1878"/>
                  </a:cubicBezTo>
                  <a:cubicBezTo>
                    <a:pt x="11700" y="5635"/>
                    <a:pt x="11700" y="5635"/>
                    <a:pt x="11700" y="5635"/>
                  </a:cubicBezTo>
                  <a:lnTo>
                    <a:pt x="5175" y="5635"/>
                  </a:lnTo>
                  <a:close/>
                  <a:moveTo>
                    <a:pt x="10800" y="8452"/>
                  </a:moveTo>
                  <a:cubicBezTo>
                    <a:pt x="10800" y="7513"/>
                    <a:pt x="10800" y="7513"/>
                    <a:pt x="10800" y="7513"/>
                  </a:cubicBezTo>
                  <a:cubicBezTo>
                    <a:pt x="13500" y="7513"/>
                    <a:pt x="13500" y="7513"/>
                    <a:pt x="13500" y="7513"/>
                  </a:cubicBezTo>
                  <a:cubicBezTo>
                    <a:pt x="13500" y="3757"/>
                    <a:pt x="13500" y="3757"/>
                    <a:pt x="13500" y="3757"/>
                  </a:cubicBezTo>
                  <a:cubicBezTo>
                    <a:pt x="19800" y="3757"/>
                    <a:pt x="19800" y="3757"/>
                    <a:pt x="19800" y="3757"/>
                  </a:cubicBezTo>
                  <a:cubicBezTo>
                    <a:pt x="19800" y="8452"/>
                    <a:pt x="19800" y="8452"/>
                    <a:pt x="19800" y="8452"/>
                  </a:cubicBezTo>
                  <a:cubicBezTo>
                    <a:pt x="18000" y="8452"/>
                    <a:pt x="18000" y="8452"/>
                    <a:pt x="18000" y="8452"/>
                  </a:cubicBezTo>
                  <a:cubicBezTo>
                    <a:pt x="18000" y="9861"/>
                    <a:pt x="18000" y="9861"/>
                    <a:pt x="18000" y="9861"/>
                  </a:cubicBezTo>
                  <a:cubicBezTo>
                    <a:pt x="16650" y="8452"/>
                    <a:pt x="16650" y="8452"/>
                    <a:pt x="16650" y="8452"/>
                  </a:cubicBezTo>
                  <a:lnTo>
                    <a:pt x="10800" y="8452"/>
                  </a:lnTo>
                  <a:close/>
                  <a:moveTo>
                    <a:pt x="15300" y="15026"/>
                  </a:moveTo>
                  <a:cubicBezTo>
                    <a:pt x="15300" y="14087"/>
                    <a:pt x="16200" y="13148"/>
                    <a:pt x="17100" y="13148"/>
                  </a:cubicBezTo>
                  <a:cubicBezTo>
                    <a:pt x="18225" y="13148"/>
                    <a:pt x="18900" y="14087"/>
                    <a:pt x="18900" y="15026"/>
                  </a:cubicBezTo>
                  <a:cubicBezTo>
                    <a:pt x="18900" y="15965"/>
                    <a:pt x="18225" y="16904"/>
                    <a:pt x="17100" y="16904"/>
                  </a:cubicBezTo>
                  <a:cubicBezTo>
                    <a:pt x="16200" y="16904"/>
                    <a:pt x="15300" y="15965"/>
                    <a:pt x="15300" y="15026"/>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grpSp>
        <p:nvGrpSpPr>
          <p:cNvPr id="876" name="Group 43"/>
          <p:cNvGrpSpPr/>
          <p:nvPr/>
        </p:nvGrpSpPr>
        <p:grpSpPr>
          <a:xfrm>
            <a:off x="5613348" y="3301479"/>
            <a:ext cx="481016" cy="331791"/>
            <a:chOff x="0" y="0"/>
            <a:chExt cx="481015" cy="331789"/>
          </a:xfrm>
          <a:solidFill>
            <a:srgbClr val="FFFFFF"/>
          </a:solidFill>
        </p:grpSpPr>
        <p:sp>
          <p:nvSpPr>
            <p:cNvPr id="874" name="Freeform 24"/>
            <p:cNvSpPr/>
            <p:nvPr/>
          </p:nvSpPr>
          <p:spPr>
            <a:xfrm>
              <a:off x="-1" y="0"/>
              <a:ext cx="481017" cy="331790"/>
            </a:xfrm>
            <a:custGeom>
              <a:avLst/>
              <a:gdLst/>
              <a:ahLst/>
              <a:cxnLst>
                <a:cxn ang="0">
                  <a:pos x="wd2" y="hd2"/>
                </a:cxn>
                <a:cxn ang="5400000">
                  <a:pos x="wd2" y="hd2"/>
                </a:cxn>
                <a:cxn ang="10800000">
                  <a:pos x="wd2" y="hd2"/>
                </a:cxn>
                <a:cxn ang="16200000">
                  <a:pos x="wd2" y="hd2"/>
                </a:cxn>
              </a:cxnLst>
              <a:rect l="0" t="0" r="r" b="b"/>
              <a:pathLst>
                <a:path w="21600" h="21600" extrusionOk="0">
                  <a:moveTo>
                    <a:pt x="20250" y="11291"/>
                  </a:moveTo>
                  <a:cubicBezTo>
                    <a:pt x="20081" y="7855"/>
                    <a:pt x="18056" y="5155"/>
                    <a:pt x="15694" y="4909"/>
                  </a:cubicBezTo>
                  <a:cubicBezTo>
                    <a:pt x="15019" y="1964"/>
                    <a:pt x="12994" y="0"/>
                    <a:pt x="10800" y="0"/>
                  </a:cubicBezTo>
                  <a:cubicBezTo>
                    <a:pt x="7931" y="0"/>
                    <a:pt x="5738" y="2945"/>
                    <a:pt x="5400" y="6873"/>
                  </a:cubicBezTo>
                  <a:cubicBezTo>
                    <a:pt x="4219" y="7364"/>
                    <a:pt x="3206" y="8345"/>
                    <a:pt x="2869" y="10064"/>
                  </a:cubicBezTo>
                  <a:cubicBezTo>
                    <a:pt x="1181" y="10800"/>
                    <a:pt x="0" y="13009"/>
                    <a:pt x="0" y="15709"/>
                  </a:cubicBezTo>
                  <a:cubicBezTo>
                    <a:pt x="0" y="18900"/>
                    <a:pt x="1688" y="21600"/>
                    <a:pt x="4050" y="21600"/>
                  </a:cubicBezTo>
                  <a:cubicBezTo>
                    <a:pt x="17550" y="21600"/>
                    <a:pt x="17550" y="21600"/>
                    <a:pt x="17550" y="21600"/>
                  </a:cubicBezTo>
                  <a:cubicBezTo>
                    <a:pt x="19744" y="21600"/>
                    <a:pt x="21600" y="18900"/>
                    <a:pt x="21600" y="15709"/>
                  </a:cubicBezTo>
                  <a:cubicBezTo>
                    <a:pt x="21600" y="13991"/>
                    <a:pt x="21094" y="12518"/>
                    <a:pt x="20250" y="11291"/>
                  </a:cubicBezTo>
                  <a:close/>
                  <a:moveTo>
                    <a:pt x="17550" y="19636"/>
                  </a:moveTo>
                  <a:cubicBezTo>
                    <a:pt x="4050" y="19636"/>
                    <a:pt x="4050" y="19636"/>
                    <a:pt x="4050" y="19636"/>
                  </a:cubicBezTo>
                  <a:cubicBezTo>
                    <a:pt x="2531" y="19636"/>
                    <a:pt x="1350" y="17918"/>
                    <a:pt x="1350" y="15709"/>
                  </a:cubicBezTo>
                  <a:cubicBezTo>
                    <a:pt x="1350" y="13745"/>
                    <a:pt x="2194" y="12273"/>
                    <a:pt x="3544" y="11782"/>
                  </a:cubicBezTo>
                  <a:cubicBezTo>
                    <a:pt x="3881" y="11782"/>
                    <a:pt x="3881" y="11782"/>
                    <a:pt x="3881" y="11782"/>
                  </a:cubicBezTo>
                  <a:cubicBezTo>
                    <a:pt x="4050" y="11045"/>
                    <a:pt x="4050" y="11045"/>
                    <a:pt x="4050" y="11045"/>
                  </a:cubicBezTo>
                  <a:cubicBezTo>
                    <a:pt x="4219" y="9818"/>
                    <a:pt x="5063" y="8836"/>
                    <a:pt x="6075" y="8836"/>
                  </a:cubicBezTo>
                  <a:cubicBezTo>
                    <a:pt x="6750" y="8836"/>
                    <a:pt x="6750" y="8836"/>
                    <a:pt x="6750" y="8836"/>
                  </a:cubicBezTo>
                  <a:cubicBezTo>
                    <a:pt x="6750" y="7855"/>
                    <a:pt x="6750" y="7855"/>
                    <a:pt x="6750" y="7855"/>
                  </a:cubicBezTo>
                  <a:cubicBezTo>
                    <a:pt x="6750" y="4664"/>
                    <a:pt x="8438" y="1964"/>
                    <a:pt x="10800" y="1964"/>
                  </a:cubicBezTo>
                  <a:cubicBezTo>
                    <a:pt x="12487" y="1964"/>
                    <a:pt x="14175" y="3682"/>
                    <a:pt x="14681" y="6136"/>
                  </a:cubicBezTo>
                  <a:cubicBezTo>
                    <a:pt x="14850" y="6873"/>
                    <a:pt x="14850" y="6873"/>
                    <a:pt x="14850" y="6873"/>
                  </a:cubicBezTo>
                  <a:cubicBezTo>
                    <a:pt x="15525" y="6873"/>
                    <a:pt x="15525" y="6873"/>
                    <a:pt x="15525" y="6873"/>
                  </a:cubicBezTo>
                  <a:cubicBezTo>
                    <a:pt x="17381" y="6873"/>
                    <a:pt x="18900" y="9082"/>
                    <a:pt x="18900" y="11782"/>
                  </a:cubicBezTo>
                  <a:cubicBezTo>
                    <a:pt x="18900" y="12273"/>
                    <a:pt x="18900" y="12273"/>
                    <a:pt x="18900" y="12273"/>
                  </a:cubicBezTo>
                  <a:cubicBezTo>
                    <a:pt x="19069" y="12518"/>
                    <a:pt x="19069" y="12518"/>
                    <a:pt x="19069" y="12518"/>
                  </a:cubicBezTo>
                  <a:cubicBezTo>
                    <a:pt x="19744" y="13255"/>
                    <a:pt x="20250" y="14482"/>
                    <a:pt x="20250" y="15709"/>
                  </a:cubicBezTo>
                  <a:cubicBezTo>
                    <a:pt x="20250" y="17918"/>
                    <a:pt x="18900" y="19636"/>
                    <a:pt x="17550" y="19636"/>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75" name="Freeform 25"/>
            <p:cNvSpPr/>
            <p:nvPr/>
          </p:nvSpPr>
          <p:spPr>
            <a:xfrm>
              <a:off x="168274" y="104775"/>
              <a:ext cx="139703" cy="158752"/>
            </a:xfrm>
            <a:custGeom>
              <a:avLst/>
              <a:gdLst/>
              <a:ahLst/>
              <a:cxnLst>
                <a:cxn ang="0">
                  <a:pos x="wd2" y="hd2"/>
                </a:cxn>
                <a:cxn ang="5400000">
                  <a:pos x="wd2" y="hd2"/>
                </a:cxn>
                <a:cxn ang="10800000">
                  <a:pos x="wd2" y="hd2"/>
                </a:cxn>
                <a:cxn ang="16200000">
                  <a:pos x="wd2" y="hd2"/>
                </a:cxn>
              </a:cxnLst>
              <a:rect l="0" t="0" r="r" b="b"/>
              <a:pathLst>
                <a:path w="21600" h="21600" extrusionOk="0">
                  <a:moveTo>
                    <a:pt x="13500" y="13392"/>
                  </a:moveTo>
                  <a:lnTo>
                    <a:pt x="13500" y="0"/>
                  </a:lnTo>
                  <a:lnTo>
                    <a:pt x="8836" y="0"/>
                  </a:lnTo>
                  <a:lnTo>
                    <a:pt x="8836" y="13392"/>
                  </a:lnTo>
                  <a:lnTo>
                    <a:pt x="2945" y="8856"/>
                  </a:lnTo>
                  <a:lnTo>
                    <a:pt x="0" y="11880"/>
                  </a:lnTo>
                  <a:lnTo>
                    <a:pt x="11045" y="21600"/>
                  </a:lnTo>
                  <a:lnTo>
                    <a:pt x="21600" y="11880"/>
                  </a:lnTo>
                  <a:lnTo>
                    <a:pt x="18655" y="8856"/>
                  </a:lnTo>
                  <a:lnTo>
                    <a:pt x="13500" y="13392"/>
                  </a:ln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sp>
        <p:nvSpPr>
          <p:cNvPr id="877" name="Freeform 26"/>
          <p:cNvSpPr/>
          <p:nvPr/>
        </p:nvSpPr>
        <p:spPr>
          <a:xfrm>
            <a:off x="2522973" y="4291329"/>
            <a:ext cx="390527" cy="444503"/>
          </a:xfrm>
          <a:custGeom>
            <a:avLst/>
            <a:gdLst/>
            <a:ahLst/>
            <a:cxnLst>
              <a:cxn ang="0">
                <a:pos x="wd2" y="hd2"/>
              </a:cxn>
              <a:cxn ang="5400000">
                <a:pos x="wd2" y="hd2"/>
              </a:cxn>
              <a:cxn ang="10800000">
                <a:pos x="wd2" y="hd2"/>
              </a:cxn>
              <a:cxn ang="16200000">
                <a:pos x="wd2" y="hd2"/>
              </a:cxn>
            </a:cxnLst>
            <a:rect l="0" t="0" r="r" b="b"/>
            <a:pathLst>
              <a:path w="21600" h="21600" extrusionOk="0">
                <a:moveTo>
                  <a:pt x="20769" y="10251"/>
                </a:moveTo>
                <a:cubicBezTo>
                  <a:pt x="19938" y="9336"/>
                  <a:pt x="18277" y="9336"/>
                  <a:pt x="17238" y="10251"/>
                </a:cubicBezTo>
                <a:cubicBezTo>
                  <a:pt x="16615" y="10800"/>
                  <a:pt x="16615" y="10800"/>
                  <a:pt x="16615" y="10800"/>
                </a:cubicBezTo>
                <a:cubicBezTo>
                  <a:pt x="16615" y="4942"/>
                  <a:pt x="16615" y="4942"/>
                  <a:pt x="16615" y="4942"/>
                </a:cubicBezTo>
                <a:cubicBezTo>
                  <a:pt x="11008" y="0"/>
                  <a:pt x="11008" y="0"/>
                  <a:pt x="11008" y="0"/>
                </a:cubicBezTo>
                <a:cubicBezTo>
                  <a:pt x="0" y="0"/>
                  <a:pt x="0" y="0"/>
                  <a:pt x="0" y="0"/>
                </a:cubicBezTo>
                <a:cubicBezTo>
                  <a:pt x="0" y="19037"/>
                  <a:pt x="0" y="19037"/>
                  <a:pt x="0" y="19037"/>
                </a:cubicBezTo>
                <a:cubicBezTo>
                  <a:pt x="8515" y="19037"/>
                  <a:pt x="8515" y="19037"/>
                  <a:pt x="8515" y="19037"/>
                </a:cubicBezTo>
                <a:cubicBezTo>
                  <a:pt x="8100" y="21600"/>
                  <a:pt x="8100" y="21600"/>
                  <a:pt x="8100" y="21600"/>
                </a:cubicBezTo>
                <a:cubicBezTo>
                  <a:pt x="12462" y="20685"/>
                  <a:pt x="12462" y="20685"/>
                  <a:pt x="12462" y="20685"/>
                </a:cubicBezTo>
                <a:cubicBezTo>
                  <a:pt x="20769" y="13363"/>
                  <a:pt x="20769" y="13363"/>
                  <a:pt x="20769" y="13363"/>
                </a:cubicBezTo>
                <a:cubicBezTo>
                  <a:pt x="21185" y="12997"/>
                  <a:pt x="21600" y="12447"/>
                  <a:pt x="21600" y="11715"/>
                </a:cubicBezTo>
                <a:cubicBezTo>
                  <a:pt x="21600" y="11166"/>
                  <a:pt x="21185" y="10617"/>
                  <a:pt x="20769" y="10251"/>
                </a:cubicBezTo>
                <a:close/>
                <a:moveTo>
                  <a:pt x="11631" y="2563"/>
                </a:moveTo>
                <a:cubicBezTo>
                  <a:pt x="13708" y="4393"/>
                  <a:pt x="13708" y="4393"/>
                  <a:pt x="13708" y="4393"/>
                </a:cubicBezTo>
                <a:cubicBezTo>
                  <a:pt x="11631" y="4393"/>
                  <a:pt x="11631" y="4393"/>
                  <a:pt x="11631" y="4393"/>
                </a:cubicBezTo>
                <a:lnTo>
                  <a:pt x="11631" y="2563"/>
                </a:lnTo>
                <a:close/>
                <a:moveTo>
                  <a:pt x="1662" y="17573"/>
                </a:moveTo>
                <a:cubicBezTo>
                  <a:pt x="1662" y="1464"/>
                  <a:pt x="1662" y="1464"/>
                  <a:pt x="1662" y="1464"/>
                </a:cubicBezTo>
                <a:cubicBezTo>
                  <a:pt x="9969" y="1464"/>
                  <a:pt x="9969" y="1464"/>
                  <a:pt x="9969" y="1464"/>
                </a:cubicBezTo>
                <a:cubicBezTo>
                  <a:pt x="9969" y="5858"/>
                  <a:pt x="9969" y="5858"/>
                  <a:pt x="9969" y="5858"/>
                </a:cubicBezTo>
                <a:cubicBezTo>
                  <a:pt x="14954" y="5858"/>
                  <a:pt x="14954" y="5858"/>
                  <a:pt x="14954" y="5858"/>
                </a:cubicBezTo>
                <a:cubicBezTo>
                  <a:pt x="14954" y="12264"/>
                  <a:pt x="14954" y="12264"/>
                  <a:pt x="14954" y="12264"/>
                </a:cubicBezTo>
                <a:cubicBezTo>
                  <a:pt x="8931" y="17573"/>
                  <a:pt x="8931" y="17573"/>
                  <a:pt x="8931" y="17573"/>
                </a:cubicBezTo>
                <a:cubicBezTo>
                  <a:pt x="8931" y="17573"/>
                  <a:pt x="8931" y="17573"/>
                  <a:pt x="8931" y="17573"/>
                </a:cubicBezTo>
                <a:lnTo>
                  <a:pt x="1662" y="17573"/>
                </a:lnTo>
                <a:close/>
                <a:moveTo>
                  <a:pt x="19731" y="12264"/>
                </a:moveTo>
                <a:cubicBezTo>
                  <a:pt x="11631" y="19403"/>
                  <a:pt x="11631" y="19403"/>
                  <a:pt x="11631" y="19403"/>
                </a:cubicBezTo>
                <a:cubicBezTo>
                  <a:pt x="10177" y="19586"/>
                  <a:pt x="10177" y="19586"/>
                  <a:pt x="10177" y="19586"/>
                </a:cubicBezTo>
                <a:cubicBezTo>
                  <a:pt x="10385" y="18305"/>
                  <a:pt x="10385" y="18305"/>
                  <a:pt x="10385" y="18305"/>
                </a:cubicBezTo>
                <a:cubicBezTo>
                  <a:pt x="18485" y="11349"/>
                  <a:pt x="18485" y="11349"/>
                  <a:pt x="18485" y="11349"/>
                </a:cubicBezTo>
                <a:cubicBezTo>
                  <a:pt x="18692" y="10983"/>
                  <a:pt x="19315" y="10983"/>
                  <a:pt x="19731" y="11349"/>
                </a:cubicBezTo>
                <a:cubicBezTo>
                  <a:pt x="19731" y="11349"/>
                  <a:pt x="19938" y="11532"/>
                  <a:pt x="19938" y="11715"/>
                </a:cubicBezTo>
                <a:cubicBezTo>
                  <a:pt x="19938" y="11898"/>
                  <a:pt x="19731" y="12081"/>
                  <a:pt x="19731" y="12264"/>
                </a:cubicBezTo>
                <a:close/>
              </a:path>
            </a:pathLst>
          </a:custGeom>
          <a:solidFill>
            <a:srgbClr val="FFFFFF"/>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grpSp>
        <p:nvGrpSpPr>
          <p:cNvPr id="885" name="Group 65"/>
          <p:cNvGrpSpPr/>
          <p:nvPr/>
        </p:nvGrpSpPr>
        <p:grpSpPr>
          <a:xfrm>
            <a:off x="8799274" y="4315099"/>
            <a:ext cx="420689" cy="398467"/>
            <a:chOff x="0" y="0"/>
            <a:chExt cx="420688" cy="398466"/>
          </a:xfrm>
          <a:solidFill>
            <a:srgbClr val="FFFFFF"/>
          </a:solidFill>
        </p:grpSpPr>
        <p:sp>
          <p:nvSpPr>
            <p:cNvPr id="878" name="Freeform 31"/>
            <p:cNvSpPr/>
            <p:nvPr/>
          </p:nvSpPr>
          <p:spPr>
            <a:xfrm>
              <a:off x="72541" y="6921"/>
              <a:ext cx="271949" cy="391546"/>
            </a:xfrm>
            <a:custGeom>
              <a:avLst/>
              <a:gdLst/>
              <a:ahLst/>
              <a:cxnLst>
                <a:cxn ang="0">
                  <a:pos x="wd2" y="hd2"/>
                </a:cxn>
                <a:cxn ang="5400000">
                  <a:pos x="wd2" y="hd2"/>
                </a:cxn>
                <a:cxn ang="10800000">
                  <a:pos x="wd2" y="hd2"/>
                </a:cxn>
                <a:cxn ang="16200000">
                  <a:pos x="wd2" y="hd2"/>
                </a:cxn>
              </a:cxnLst>
              <a:rect l="0" t="0" r="r" b="b"/>
              <a:pathLst>
                <a:path w="21144" h="21225" extrusionOk="0">
                  <a:moveTo>
                    <a:pt x="9176" y="33"/>
                  </a:moveTo>
                  <a:cubicBezTo>
                    <a:pt x="4506" y="440"/>
                    <a:pt x="712" y="3089"/>
                    <a:pt x="128" y="6350"/>
                  </a:cubicBezTo>
                  <a:cubicBezTo>
                    <a:pt x="-456" y="8999"/>
                    <a:pt x="1003" y="11444"/>
                    <a:pt x="3630" y="13074"/>
                  </a:cubicBezTo>
                  <a:cubicBezTo>
                    <a:pt x="5090" y="13889"/>
                    <a:pt x="5966" y="14908"/>
                    <a:pt x="5966" y="16131"/>
                  </a:cubicBezTo>
                  <a:cubicBezTo>
                    <a:pt x="5966" y="17150"/>
                    <a:pt x="5966" y="17150"/>
                    <a:pt x="5966" y="17150"/>
                  </a:cubicBezTo>
                  <a:cubicBezTo>
                    <a:pt x="5966" y="20410"/>
                    <a:pt x="5966" y="20410"/>
                    <a:pt x="5966" y="20410"/>
                  </a:cubicBezTo>
                  <a:cubicBezTo>
                    <a:pt x="8593" y="20410"/>
                    <a:pt x="8593" y="20410"/>
                    <a:pt x="8593" y="20410"/>
                  </a:cubicBezTo>
                  <a:cubicBezTo>
                    <a:pt x="8885" y="21021"/>
                    <a:pt x="9760" y="21225"/>
                    <a:pt x="10636" y="21225"/>
                  </a:cubicBezTo>
                  <a:cubicBezTo>
                    <a:pt x="11512" y="21225"/>
                    <a:pt x="12095" y="21021"/>
                    <a:pt x="12679" y="20410"/>
                  </a:cubicBezTo>
                  <a:cubicBezTo>
                    <a:pt x="15306" y="20410"/>
                    <a:pt x="15306" y="20410"/>
                    <a:pt x="15306" y="20410"/>
                  </a:cubicBezTo>
                  <a:cubicBezTo>
                    <a:pt x="15306" y="17150"/>
                    <a:pt x="15306" y="17150"/>
                    <a:pt x="15306" y="17150"/>
                  </a:cubicBezTo>
                  <a:cubicBezTo>
                    <a:pt x="15306" y="16131"/>
                    <a:pt x="15306" y="16131"/>
                    <a:pt x="15306" y="16131"/>
                  </a:cubicBezTo>
                  <a:cubicBezTo>
                    <a:pt x="15306" y="14908"/>
                    <a:pt x="15890" y="13889"/>
                    <a:pt x="17349" y="12870"/>
                  </a:cubicBezTo>
                  <a:cubicBezTo>
                    <a:pt x="19685" y="11444"/>
                    <a:pt x="21144" y="9406"/>
                    <a:pt x="21144" y="7368"/>
                  </a:cubicBezTo>
                  <a:cubicBezTo>
                    <a:pt x="21144" y="3089"/>
                    <a:pt x="15598" y="-375"/>
                    <a:pt x="9176" y="33"/>
                  </a:cubicBezTo>
                  <a:close/>
                  <a:moveTo>
                    <a:pt x="12971" y="18780"/>
                  </a:moveTo>
                  <a:cubicBezTo>
                    <a:pt x="8301" y="18780"/>
                    <a:pt x="8301" y="18780"/>
                    <a:pt x="8301" y="18780"/>
                  </a:cubicBezTo>
                  <a:cubicBezTo>
                    <a:pt x="8301" y="17150"/>
                    <a:pt x="8301" y="17150"/>
                    <a:pt x="8301" y="17150"/>
                  </a:cubicBezTo>
                  <a:cubicBezTo>
                    <a:pt x="12971" y="17150"/>
                    <a:pt x="12971" y="17150"/>
                    <a:pt x="12971" y="17150"/>
                  </a:cubicBezTo>
                  <a:lnTo>
                    <a:pt x="12971" y="18780"/>
                  </a:lnTo>
                  <a:close/>
                  <a:moveTo>
                    <a:pt x="15890" y="11648"/>
                  </a:moveTo>
                  <a:cubicBezTo>
                    <a:pt x="14139" y="12667"/>
                    <a:pt x="13263" y="14093"/>
                    <a:pt x="12971" y="15519"/>
                  </a:cubicBezTo>
                  <a:cubicBezTo>
                    <a:pt x="8009" y="15519"/>
                    <a:pt x="8009" y="15519"/>
                    <a:pt x="8009" y="15519"/>
                  </a:cubicBezTo>
                  <a:cubicBezTo>
                    <a:pt x="8009" y="14093"/>
                    <a:pt x="6841" y="12667"/>
                    <a:pt x="5382" y="11851"/>
                  </a:cubicBezTo>
                  <a:cubicBezTo>
                    <a:pt x="3047" y="10425"/>
                    <a:pt x="2171" y="8591"/>
                    <a:pt x="2463" y="6553"/>
                  </a:cubicBezTo>
                  <a:cubicBezTo>
                    <a:pt x="2755" y="4108"/>
                    <a:pt x="5966" y="2070"/>
                    <a:pt x="9468" y="1663"/>
                  </a:cubicBezTo>
                  <a:cubicBezTo>
                    <a:pt x="14430" y="1255"/>
                    <a:pt x="18809" y="4108"/>
                    <a:pt x="18809" y="7368"/>
                  </a:cubicBezTo>
                  <a:cubicBezTo>
                    <a:pt x="18809" y="8999"/>
                    <a:pt x="17641" y="10629"/>
                    <a:pt x="15890" y="11648"/>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79" name="Rectangle 32"/>
            <p:cNvSpPr/>
            <p:nvPr/>
          </p:nvSpPr>
          <p:spPr>
            <a:xfrm>
              <a:off x="374650" y="142875"/>
              <a:ext cx="46039" cy="30165"/>
            </a:xfrm>
            <a:prstGeom prst="rect">
              <a:avLst/>
            </a:pr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0" name="Rectangle 33"/>
            <p:cNvSpPr/>
            <p:nvPr/>
          </p:nvSpPr>
          <p:spPr>
            <a:xfrm>
              <a:off x="-1" y="142875"/>
              <a:ext cx="44451" cy="30165"/>
            </a:xfrm>
            <a:prstGeom prst="rect">
              <a:avLst/>
            </a:pr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1" name="Freeform 34"/>
            <p:cNvSpPr/>
            <p:nvPr/>
          </p:nvSpPr>
          <p:spPr>
            <a:xfrm>
              <a:off x="314325" y="263526"/>
              <a:ext cx="52390" cy="55565"/>
            </a:xfrm>
            <a:custGeom>
              <a:avLst/>
              <a:gdLst/>
              <a:ahLst/>
              <a:cxnLst>
                <a:cxn ang="0">
                  <a:pos x="wd2" y="hd2"/>
                </a:cxn>
                <a:cxn ang="5400000">
                  <a:pos x="wd2" y="hd2"/>
                </a:cxn>
                <a:cxn ang="10800000">
                  <a:pos x="wd2" y="hd2"/>
                </a:cxn>
                <a:cxn ang="16200000">
                  <a:pos x="wd2" y="hd2"/>
                </a:cxn>
              </a:cxnLst>
              <a:rect l="0" t="0" r="r" b="b"/>
              <a:pathLst>
                <a:path w="21600" h="21600" extrusionOk="0">
                  <a:moveTo>
                    <a:pt x="0" y="8640"/>
                  </a:moveTo>
                  <a:lnTo>
                    <a:pt x="12436" y="21600"/>
                  </a:lnTo>
                  <a:lnTo>
                    <a:pt x="21600" y="12960"/>
                  </a:lnTo>
                  <a:lnTo>
                    <a:pt x="9818" y="0"/>
                  </a:lnTo>
                  <a:lnTo>
                    <a:pt x="0" y="8640"/>
                  </a:ln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2" name="Freeform 35"/>
            <p:cNvSpPr/>
            <p:nvPr/>
          </p:nvSpPr>
          <p:spPr>
            <a:xfrm>
              <a:off x="47625" y="0"/>
              <a:ext cx="53976" cy="52390"/>
            </a:xfrm>
            <a:custGeom>
              <a:avLst/>
              <a:gdLst/>
              <a:ahLst/>
              <a:cxnLst>
                <a:cxn ang="0">
                  <a:pos x="wd2" y="hd2"/>
                </a:cxn>
                <a:cxn ang="5400000">
                  <a:pos x="wd2" y="hd2"/>
                </a:cxn>
                <a:cxn ang="10800000">
                  <a:pos x="wd2" y="hd2"/>
                </a:cxn>
                <a:cxn ang="16200000">
                  <a:pos x="wd2" y="hd2"/>
                </a:cxn>
              </a:cxnLst>
              <a:rect l="0" t="0" r="r" b="b"/>
              <a:pathLst>
                <a:path w="21600" h="21600" extrusionOk="0">
                  <a:moveTo>
                    <a:pt x="21600" y="12436"/>
                  </a:moveTo>
                  <a:lnTo>
                    <a:pt x="9529" y="0"/>
                  </a:lnTo>
                  <a:lnTo>
                    <a:pt x="0" y="7200"/>
                  </a:lnTo>
                  <a:lnTo>
                    <a:pt x="13976" y="21600"/>
                  </a:lnTo>
                  <a:lnTo>
                    <a:pt x="21600" y="12436"/>
                  </a:ln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3" name="Freeform 36"/>
            <p:cNvSpPr/>
            <p:nvPr/>
          </p:nvSpPr>
          <p:spPr>
            <a:xfrm>
              <a:off x="47625" y="263526"/>
              <a:ext cx="53976" cy="55565"/>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lnTo>
                    <a:pt x="9529" y="21600"/>
                  </a:lnTo>
                  <a:lnTo>
                    <a:pt x="21600" y="8640"/>
                  </a:lnTo>
                  <a:lnTo>
                    <a:pt x="13976" y="0"/>
                  </a:lnTo>
                  <a:lnTo>
                    <a:pt x="0" y="12960"/>
                  </a:ln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4" name="Freeform 37"/>
            <p:cNvSpPr/>
            <p:nvPr/>
          </p:nvSpPr>
          <p:spPr>
            <a:xfrm>
              <a:off x="314325" y="0"/>
              <a:ext cx="52390" cy="52390"/>
            </a:xfrm>
            <a:custGeom>
              <a:avLst/>
              <a:gdLst/>
              <a:ahLst/>
              <a:cxnLst>
                <a:cxn ang="0">
                  <a:pos x="wd2" y="hd2"/>
                </a:cxn>
                <a:cxn ang="5400000">
                  <a:pos x="wd2" y="hd2"/>
                </a:cxn>
                <a:cxn ang="10800000">
                  <a:pos x="wd2" y="hd2"/>
                </a:cxn>
                <a:cxn ang="16200000">
                  <a:pos x="wd2" y="hd2"/>
                </a:cxn>
              </a:cxnLst>
              <a:rect l="0" t="0" r="r" b="b"/>
              <a:pathLst>
                <a:path w="21600" h="21600" extrusionOk="0">
                  <a:moveTo>
                    <a:pt x="0" y="12436"/>
                  </a:moveTo>
                  <a:lnTo>
                    <a:pt x="9818" y="21600"/>
                  </a:lnTo>
                  <a:lnTo>
                    <a:pt x="21600" y="7200"/>
                  </a:lnTo>
                  <a:lnTo>
                    <a:pt x="12436" y="0"/>
                  </a:lnTo>
                  <a:lnTo>
                    <a:pt x="0" y="12436"/>
                  </a:ln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sp>
        <p:nvSpPr>
          <p:cNvPr id="886" name="Freeform 41"/>
          <p:cNvSpPr/>
          <p:nvPr/>
        </p:nvSpPr>
        <p:spPr>
          <a:xfrm>
            <a:off x="7771249" y="3268980"/>
            <a:ext cx="393702" cy="395290"/>
          </a:xfrm>
          <a:custGeom>
            <a:avLst/>
            <a:gdLst/>
            <a:ahLst/>
            <a:cxnLst>
              <a:cxn ang="0">
                <a:pos x="wd2" y="hd2"/>
              </a:cxn>
              <a:cxn ang="5400000">
                <a:pos x="wd2" y="hd2"/>
              </a:cxn>
              <a:cxn ang="10800000">
                <a:pos x="wd2" y="hd2"/>
              </a:cxn>
              <a:cxn ang="16200000">
                <a:pos x="wd2" y="hd2"/>
              </a:cxn>
            </a:cxnLst>
            <a:rect l="0" t="0" r="r" b="b"/>
            <a:pathLst>
              <a:path w="21600" h="21600" extrusionOk="0">
                <a:moveTo>
                  <a:pt x="16251" y="11726"/>
                </a:moveTo>
                <a:cubicBezTo>
                  <a:pt x="19131" y="11520"/>
                  <a:pt x="21600" y="9051"/>
                  <a:pt x="21600" y="5966"/>
                </a:cubicBezTo>
                <a:cubicBezTo>
                  <a:pt x="21600" y="5143"/>
                  <a:pt x="21394" y="4320"/>
                  <a:pt x="20983" y="3497"/>
                </a:cubicBezTo>
                <a:cubicBezTo>
                  <a:pt x="20366" y="2469"/>
                  <a:pt x="20366" y="2469"/>
                  <a:pt x="20366" y="2469"/>
                </a:cubicBezTo>
                <a:cubicBezTo>
                  <a:pt x="16457" y="6377"/>
                  <a:pt x="16457" y="6377"/>
                  <a:pt x="16457" y="6377"/>
                </a:cubicBezTo>
                <a:cubicBezTo>
                  <a:pt x="15223" y="5143"/>
                  <a:pt x="15223" y="5143"/>
                  <a:pt x="15223" y="5143"/>
                </a:cubicBezTo>
                <a:cubicBezTo>
                  <a:pt x="19131" y="1234"/>
                  <a:pt x="19131" y="1234"/>
                  <a:pt x="19131" y="1234"/>
                </a:cubicBezTo>
                <a:cubicBezTo>
                  <a:pt x="18103" y="823"/>
                  <a:pt x="18103" y="823"/>
                  <a:pt x="18103" y="823"/>
                </a:cubicBezTo>
                <a:cubicBezTo>
                  <a:pt x="17280" y="411"/>
                  <a:pt x="16663" y="206"/>
                  <a:pt x="15840" y="206"/>
                </a:cubicBezTo>
                <a:cubicBezTo>
                  <a:pt x="12549" y="206"/>
                  <a:pt x="10080" y="2880"/>
                  <a:pt x="10080" y="5966"/>
                </a:cubicBezTo>
                <a:cubicBezTo>
                  <a:pt x="10080" y="6377"/>
                  <a:pt x="10080" y="6789"/>
                  <a:pt x="10080" y="6994"/>
                </a:cubicBezTo>
                <a:cubicBezTo>
                  <a:pt x="9051" y="8023"/>
                  <a:pt x="9051" y="8023"/>
                  <a:pt x="9051" y="8023"/>
                </a:cubicBezTo>
                <a:cubicBezTo>
                  <a:pt x="5760" y="4731"/>
                  <a:pt x="5760" y="4731"/>
                  <a:pt x="5760" y="4731"/>
                </a:cubicBezTo>
                <a:cubicBezTo>
                  <a:pt x="5966" y="2469"/>
                  <a:pt x="5966" y="2469"/>
                  <a:pt x="5966" y="2469"/>
                </a:cubicBezTo>
                <a:cubicBezTo>
                  <a:pt x="2057" y="0"/>
                  <a:pt x="2057" y="0"/>
                  <a:pt x="2057" y="0"/>
                </a:cubicBezTo>
                <a:cubicBezTo>
                  <a:pt x="0" y="2057"/>
                  <a:pt x="0" y="2057"/>
                  <a:pt x="0" y="2057"/>
                </a:cubicBezTo>
                <a:cubicBezTo>
                  <a:pt x="2263" y="5966"/>
                  <a:pt x="2263" y="5966"/>
                  <a:pt x="2263" y="5966"/>
                </a:cubicBezTo>
                <a:cubicBezTo>
                  <a:pt x="4526" y="5966"/>
                  <a:pt x="4526" y="5966"/>
                  <a:pt x="4526" y="5966"/>
                </a:cubicBezTo>
                <a:cubicBezTo>
                  <a:pt x="7817" y="9257"/>
                  <a:pt x="7817" y="9257"/>
                  <a:pt x="7817" y="9257"/>
                </a:cubicBezTo>
                <a:cubicBezTo>
                  <a:pt x="1029" y="16046"/>
                  <a:pt x="1029" y="16046"/>
                  <a:pt x="1029" y="16046"/>
                </a:cubicBezTo>
                <a:cubicBezTo>
                  <a:pt x="411" y="16663"/>
                  <a:pt x="206" y="17486"/>
                  <a:pt x="206" y="18309"/>
                </a:cubicBezTo>
                <a:cubicBezTo>
                  <a:pt x="206" y="19337"/>
                  <a:pt x="411" y="20160"/>
                  <a:pt x="1029" y="20777"/>
                </a:cubicBezTo>
                <a:cubicBezTo>
                  <a:pt x="1646" y="21394"/>
                  <a:pt x="2469" y="21600"/>
                  <a:pt x="3497" y="21600"/>
                </a:cubicBezTo>
                <a:cubicBezTo>
                  <a:pt x="4320" y="21600"/>
                  <a:pt x="5143" y="21394"/>
                  <a:pt x="5760" y="20777"/>
                </a:cubicBezTo>
                <a:cubicBezTo>
                  <a:pt x="10903" y="15634"/>
                  <a:pt x="10903" y="15634"/>
                  <a:pt x="10903" y="15634"/>
                </a:cubicBezTo>
                <a:cubicBezTo>
                  <a:pt x="15840" y="20777"/>
                  <a:pt x="15840" y="20777"/>
                  <a:pt x="15840" y="20777"/>
                </a:cubicBezTo>
                <a:cubicBezTo>
                  <a:pt x="16457" y="21394"/>
                  <a:pt x="17280" y="21600"/>
                  <a:pt x="18309" y="21600"/>
                </a:cubicBezTo>
                <a:cubicBezTo>
                  <a:pt x="19131" y="21600"/>
                  <a:pt x="19954" y="21394"/>
                  <a:pt x="20571" y="20777"/>
                </a:cubicBezTo>
                <a:cubicBezTo>
                  <a:pt x="21189" y="20160"/>
                  <a:pt x="21600" y="19337"/>
                  <a:pt x="21600" y="18309"/>
                </a:cubicBezTo>
                <a:cubicBezTo>
                  <a:pt x="21600" y="17486"/>
                  <a:pt x="21189" y="16663"/>
                  <a:pt x="20571" y="16046"/>
                </a:cubicBezTo>
                <a:cubicBezTo>
                  <a:pt x="20366" y="15840"/>
                  <a:pt x="17897" y="13371"/>
                  <a:pt x="16251" y="11726"/>
                </a:cubicBezTo>
                <a:close/>
                <a:moveTo>
                  <a:pt x="3086" y="4320"/>
                </a:moveTo>
                <a:cubicBezTo>
                  <a:pt x="2057" y="2469"/>
                  <a:pt x="2057" y="2469"/>
                  <a:pt x="2057" y="2469"/>
                </a:cubicBezTo>
                <a:cubicBezTo>
                  <a:pt x="2263" y="2057"/>
                  <a:pt x="2263" y="2057"/>
                  <a:pt x="2263" y="2057"/>
                </a:cubicBezTo>
                <a:cubicBezTo>
                  <a:pt x="4114" y="3291"/>
                  <a:pt x="4114" y="3291"/>
                  <a:pt x="4114" y="3291"/>
                </a:cubicBezTo>
                <a:cubicBezTo>
                  <a:pt x="4114" y="4114"/>
                  <a:pt x="4114" y="4114"/>
                  <a:pt x="4114" y="4114"/>
                </a:cubicBezTo>
                <a:cubicBezTo>
                  <a:pt x="3909" y="4320"/>
                  <a:pt x="3909" y="4320"/>
                  <a:pt x="3909" y="4320"/>
                </a:cubicBezTo>
                <a:lnTo>
                  <a:pt x="3086" y="4320"/>
                </a:lnTo>
                <a:close/>
                <a:moveTo>
                  <a:pt x="4526" y="19543"/>
                </a:moveTo>
                <a:cubicBezTo>
                  <a:pt x="3909" y="20160"/>
                  <a:pt x="2880" y="20160"/>
                  <a:pt x="2263" y="19543"/>
                </a:cubicBezTo>
                <a:cubicBezTo>
                  <a:pt x="1851" y="19337"/>
                  <a:pt x="1851" y="18926"/>
                  <a:pt x="1851" y="18309"/>
                </a:cubicBezTo>
                <a:cubicBezTo>
                  <a:pt x="1851" y="17897"/>
                  <a:pt x="1851" y="17486"/>
                  <a:pt x="2263" y="17280"/>
                </a:cubicBezTo>
                <a:cubicBezTo>
                  <a:pt x="11931" y="7611"/>
                  <a:pt x="11931" y="7611"/>
                  <a:pt x="11931" y="7611"/>
                </a:cubicBezTo>
                <a:cubicBezTo>
                  <a:pt x="11726" y="7200"/>
                  <a:pt x="11726" y="7200"/>
                  <a:pt x="11726" y="7200"/>
                </a:cubicBezTo>
                <a:cubicBezTo>
                  <a:pt x="11726" y="6789"/>
                  <a:pt x="11726" y="6377"/>
                  <a:pt x="11726" y="5966"/>
                </a:cubicBezTo>
                <a:cubicBezTo>
                  <a:pt x="11726" y="3703"/>
                  <a:pt x="13577" y="1851"/>
                  <a:pt x="15840" y="1851"/>
                </a:cubicBezTo>
                <a:cubicBezTo>
                  <a:pt x="15840" y="1851"/>
                  <a:pt x="16046" y="1851"/>
                  <a:pt x="16251" y="2057"/>
                </a:cubicBezTo>
                <a:cubicBezTo>
                  <a:pt x="12960" y="5143"/>
                  <a:pt x="12960" y="5143"/>
                  <a:pt x="12960" y="5143"/>
                </a:cubicBezTo>
                <a:cubicBezTo>
                  <a:pt x="16457" y="8640"/>
                  <a:pt x="16457" y="8640"/>
                  <a:pt x="16457" y="8640"/>
                </a:cubicBezTo>
                <a:cubicBezTo>
                  <a:pt x="19749" y="5349"/>
                  <a:pt x="19749" y="5349"/>
                  <a:pt x="19749" y="5349"/>
                </a:cubicBezTo>
                <a:cubicBezTo>
                  <a:pt x="19954" y="5554"/>
                  <a:pt x="19954" y="5760"/>
                  <a:pt x="19954" y="5966"/>
                </a:cubicBezTo>
                <a:cubicBezTo>
                  <a:pt x="19954" y="8640"/>
                  <a:pt x="17486" y="10697"/>
                  <a:pt x="14606" y="10080"/>
                </a:cubicBezTo>
                <a:cubicBezTo>
                  <a:pt x="14194" y="9874"/>
                  <a:pt x="14194" y="9874"/>
                  <a:pt x="14194" y="9874"/>
                </a:cubicBezTo>
                <a:lnTo>
                  <a:pt x="4526" y="19543"/>
                </a:lnTo>
                <a:close/>
                <a:moveTo>
                  <a:pt x="19337" y="19543"/>
                </a:moveTo>
                <a:cubicBezTo>
                  <a:pt x="18720" y="20160"/>
                  <a:pt x="17691" y="20160"/>
                  <a:pt x="17074" y="19543"/>
                </a:cubicBezTo>
                <a:cubicBezTo>
                  <a:pt x="11931" y="14400"/>
                  <a:pt x="11931" y="14400"/>
                  <a:pt x="11931" y="14400"/>
                </a:cubicBezTo>
                <a:cubicBezTo>
                  <a:pt x="14400" y="12137"/>
                  <a:pt x="14400" y="12137"/>
                  <a:pt x="14400" y="12137"/>
                </a:cubicBezTo>
                <a:cubicBezTo>
                  <a:pt x="15634" y="13577"/>
                  <a:pt x="19131" y="17074"/>
                  <a:pt x="19337" y="17280"/>
                </a:cubicBezTo>
                <a:cubicBezTo>
                  <a:pt x="19749" y="17486"/>
                  <a:pt x="19954" y="17897"/>
                  <a:pt x="19954" y="18309"/>
                </a:cubicBezTo>
                <a:cubicBezTo>
                  <a:pt x="19954" y="18926"/>
                  <a:pt x="19749" y="19337"/>
                  <a:pt x="19337" y="19543"/>
                </a:cubicBezTo>
                <a:close/>
              </a:path>
            </a:pathLst>
          </a:custGeom>
          <a:solidFill>
            <a:srgbClr val="FFFFFF"/>
          </a:solidFill>
          <a:ln w="12700">
            <a:miter lim="400000"/>
          </a:ln>
        </p:spPr>
        <p:txBody>
          <a:bodyPr lIns="45718" tIns="45718" rIns="45718" bIns="45718"/>
          <a:lstStyle/>
          <a:p>
            <a:pPr>
              <a:defRPr>
                <a:latin typeface="思源黑体 HW Regular"/>
                <a:ea typeface="思源黑体 HW Regular"/>
                <a:cs typeface="思源黑体 HW Regular"/>
                <a:sym typeface="思源黑体 HW Regular"/>
              </a:defRPr>
            </a:pPr>
            <a:endParaRPr/>
          </a:p>
        </p:txBody>
      </p:sp>
      <p:grpSp>
        <p:nvGrpSpPr>
          <p:cNvPr id="891" name="Group 77"/>
          <p:cNvGrpSpPr/>
          <p:nvPr/>
        </p:nvGrpSpPr>
        <p:grpSpPr>
          <a:xfrm>
            <a:off x="6729235" y="4333356"/>
            <a:ext cx="360366" cy="361953"/>
            <a:chOff x="0" y="0"/>
            <a:chExt cx="360365" cy="361952"/>
          </a:xfrm>
          <a:solidFill>
            <a:srgbClr val="FFFFFF"/>
          </a:solidFill>
        </p:grpSpPr>
        <p:sp>
          <p:nvSpPr>
            <p:cNvPr id="887" name="Freeform 47"/>
            <p:cNvSpPr/>
            <p:nvPr/>
          </p:nvSpPr>
          <p:spPr>
            <a:xfrm>
              <a:off x="255586" y="136525"/>
              <a:ext cx="104779" cy="195264"/>
            </a:xfrm>
            <a:custGeom>
              <a:avLst/>
              <a:gdLst/>
              <a:ahLst/>
              <a:cxnLst>
                <a:cxn ang="0">
                  <a:pos x="wd2" y="hd2"/>
                </a:cxn>
                <a:cxn ang="5400000">
                  <a:pos x="wd2" y="hd2"/>
                </a:cxn>
                <a:cxn ang="10800000">
                  <a:pos x="wd2" y="hd2"/>
                </a:cxn>
                <a:cxn ang="16200000">
                  <a:pos x="wd2" y="hd2"/>
                </a:cxn>
              </a:cxnLst>
              <a:rect l="0" t="0" r="r" b="b"/>
              <a:pathLst>
                <a:path w="21600" h="21600" extrusionOk="0">
                  <a:moveTo>
                    <a:pt x="21600" y="4985"/>
                  </a:moveTo>
                  <a:cubicBezTo>
                    <a:pt x="21600" y="3323"/>
                    <a:pt x="20829" y="1662"/>
                    <a:pt x="20057" y="0"/>
                  </a:cubicBezTo>
                  <a:cubicBezTo>
                    <a:pt x="14657" y="2908"/>
                    <a:pt x="14657" y="2908"/>
                    <a:pt x="14657" y="2908"/>
                  </a:cubicBezTo>
                  <a:cubicBezTo>
                    <a:pt x="14657" y="3738"/>
                    <a:pt x="15429" y="4569"/>
                    <a:pt x="15429" y="4985"/>
                  </a:cubicBezTo>
                  <a:cubicBezTo>
                    <a:pt x="15429" y="9969"/>
                    <a:pt x="11571" y="14123"/>
                    <a:pt x="6171" y="17031"/>
                  </a:cubicBezTo>
                  <a:cubicBezTo>
                    <a:pt x="6171" y="11631"/>
                    <a:pt x="6171" y="11631"/>
                    <a:pt x="6171" y="11631"/>
                  </a:cubicBezTo>
                  <a:cubicBezTo>
                    <a:pt x="0" y="11631"/>
                    <a:pt x="0" y="11631"/>
                    <a:pt x="0" y="11631"/>
                  </a:cubicBezTo>
                  <a:cubicBezTo>
                    <a:pt x="0" y="21600"/>
                    <a:pt x="0" y="21600"/>
                    <a:pt x="0" y="21600"/>
                  </a:cubicBezTo>
                  <a:cubicBezTo>
                    <a:pt x="18514" y="21600"/>
                    <a:pt x="18514" y="21600"/>
                    <a:pt x="18514" y="21600"/>
                  </a:cubicBezTo>
                  <a:cubicBezTo>
                    <a:pt x="18514" y="18277"/>
                    <a:pt x="18514" y="18277"/>
                    <a:pt x="18514" y="18277"/>
                  </a:cubicBezTo>
                  <a:cubicBezTo>
                    <a:pt x="11571" y="18277"/>
                    <a:pt x="11571" y="18277"/>
                    <a:pt x="11571" y="18277"/>
                  </a:cubicBezTo>
                  <a:cubicBezTo>
                    <a:pt x="17743" y="14954"/>
                    <a:pt x="21600" y="10385"/>
                    <a:pt x="21600" y="4985"/>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8" name="Freeform 48"/>
            <p:cNvSpPr/>
            <p:nvPr/>
          </p:nvSpPr>
          <p:spPr>
            <a:xfrm>
              <a:off x="-1" y="30163"/>
              <a:ext cx="106365" cy="200027"/>
            </a:xfrm>
            <a:custGeom>
              <a:avLst/>
              <a:gdLst/>
              <a:ahLst/>
              <a:cxnLst>
                <a:cxn ang="0">
                  <a:pos x="wd2" y="hd2"/>
                </a:cxn>
                <a:cxn ang="5400000">
                  <a:pos x="wd2" y="hd2"/>
                </a:cxn>
                <a:cxn ang="10800000">
                  <a:pos x="wd2" y="hd2"/>
                </a:cxn>
                <a:cxn ang="16200000">
                  <a:pos x="wd2" y="hd2"/>
                </a:cxn>
              </a:cxnLst>
              <a:rect l="0" t="0" r="r" b="b"/>
              <a:pathLst>
                <a:path w="21600" h="21600" extrusionOk="0">
                  <a:moveTo>
                    <a:pt x="6171" y="16302"/>
                  </a:moveTo>
                  <a:cubicBezTo>
                    <a:pt x="6171" y="11819"/>
                    <a:pt x="9257" y="7743"/>
                    <a:pt x="15429" y="4891"/>
                  </a:cubicBezTo>
                  <a:cubicBezTo>
                    <a:pt x="15429" y="9781"/>
                    <a:pt x="15429" y="9781"/>
                    <a:pt x="15429" y="9781"/>
                  </a:cubicBezTo>
                  <a:cubicBezTo>
                    <a:pt x="21600" y="9781"/>
                    <a:pt x="21600" y="9781"/>
                    <a:pt x="21600" y="9781"/>
                  </a:cubicBezTo>
                  <a:cubicBezTo>
                    <a:pt x="21600" y="0"/>
                    <a:pt x="21600" y="0"/>
                    <a:pt x="21600" y="0"/>
                  </a:cubicBezTo>
                  <a:cubicBezTo>
                    <a:pt x="3086" y="0"/>
                    <a:pt x="3086" y="0"/>
                    <a:pt x="3086" y="0"/>
                  </a:cubicBezTo>
                  <a:cubicBezTo>
                    <a:pt x="3086" y="3260"/>
                    <a:pt x="3086" y="3260"/>
                    <a:pt x="3086" y="3260"/>
                  </a:cubicBezTo>
                  <a:cubicBezTo>
                    <a:pt x="9257" y="3260"/>
                    <a:pt x="9257" y="3260"/>
                    <a:pt x="9257" y="3260"/>
                  </a:cubicBezTo>
                  <a:cubicBezTo>
                    <a:pt x="3086" y="6928"/>
                    <a:pt x="0" y="11411"/>
                    <a:pt x="0" y="16302"/>
                  </a:cubicBezTo>
                  <a:cubicBezTo>
                    <a:pt x="0" y="18340"/>
                    <a:pt x="0" y="19970"/>
                    <a:pt x="771" y="21600"/>
                  </a:cubicBezTo>
                  <a:cubicBezTo>
                    <a:pt x="6171" y="18747"/>
                    <a:pt x="6171" y="18747"/>
                    <a:pt x="6171" y="18747"/>
                  </a:cubicBezTo>
                  <a:cubicBezTo>
                    <a:pt x="6171" y="17932"/>
                    <a:pt x="6171" y="17117"/>
                    <a:pt x="6171" y="16302"/>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89" name="Freeform 49"/>
            <p:cNvSpPr/>
            <p:nvPr/>
          </p:nvSpPr>
          <p:spPr>
            <a:xfrm>
              <a:off x="30161" y="257175"/>
              <a:ext cx="192090" cy="104778"/>
            </a:xfrm>
            <a:custGeom>
              <a:avLst/>
              <a:gdLst/>
              <a:ahLst/>
              <a:cxnLst>
                <a:cxn ang="0">
                  <a:pos x="wd2" y="hd2"/>
                </a:cxn>
                <a:cxn ang="5400000">
                  <a:pos x="wd2" y="hd2"/>
                </a:cxn>
                <a:cxn ang="10800000">
                  <a:pos x="wd2" y="hd2"/>
                </a:cxn>
                <a:cxn ang="16200000">
                  <a:pos x="wd2" y="hd2"/>
                </a:cxn>
              </a:cxnLst>
              <a:rect l="0" t="0" r="r" b="b"/>
              <a:pathLst>
                <a:path w="21600" h="21600" extrusionOk="0">
                  <a:moveTo>
                    <a:pt x="18635" y="15429"/>
                  </a:moveTo>
                  <a:cubicBezTo>
                    <a:pt x="18212" y="15429"/>
                    <a:pt x="17365" y="15429"/>
                    <a:pt x="16941" y="15429"/>
                  </a:cubicBezTo>
                  <a:cubicBezTo>
                    <a:pt x="12282" y="15429"/>
                    <a:pt x="7624" y="12343"/>
                    <a:pt x="4659" y="6171"/>
                  </a:cubicBezTo>
                  <a:cubicBezTo>
                    <a:pt x="10165" y="6171"/>
                    <a:pt x="10165" y="6171"/>
                    <a:pt x="10165" y="6171"/>
                  </a:cubicBezTo>
                  <a:cubicBezTo>
                    <a:pt x="10165" y="0"/>
                    <a:pt x="10165" y="0"/>
                    <a:pt x="10165" y="0"/>
                  </a:cubicBezTo>
                  <a:cubicBezTo>
                    <a:pt x="0" y="0"/>
                    <a:pt x="0" y="0"/>
                    <a:pt x="0" y="0"/>
                  </a:cubicBezTo>
                  <a:cubicBezTo>
                    <a:pt x="0" y="18514"/>
                    <a:pt x="0" y="18514"/>
                    <a:pt x="0" y="18514"/>
                  </a:cubicBezTo>
                  <a:cubicBezTo>
                    <a:pt x="3388" y="18514"/>
                    <a:pt x="3388" y="18514"/>
                    <a:pt x="3388" y="18514"/>
                  </a:cubicBezTo>
                  <a:cubicBezTo>
                    <a:pt x="3388" y="12343"/>
                    <a:pt x="3388" y="12343"/>
                    <a:pt x="3388" y="12343"/>
                  </a:cubicBezTo>
                  <a:cubicBezTo>
                    <a:pt x="6776" y="18514"/>
                    <a:pt x="11435" y="21600"/>
                    <a:pt x="16941" y="21600"/>
                  </a:cubicBezTo>
                  <a:cubicBezTo>
                    <a:pt x="18635" y="21600"/>
                    <a:pt x="19906" y="21600"/>
                    <a:pt x="21600" y="20829"/>
                  </a:cubicBezTo>
                  <a:cubicBezTo>
                    <a:pt x="18635" y="15429"/>
                    <a:pt x="18635" y="15429"/>
                    <a:pt x="18635" y="15429"/>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90" name="Freeform 50"/>
            <p:cNvSpPr/>
            <p:nvPr/>
          </p:nvSpPr>
          <p:spPr>
            <a:xfrm>
              <a:off x="128586" y="-1"/>
              <a:ext cx="203202" cy="106365"/>
            </a:xfrm>
            <a:custGeom>
              <a:avLst/>
              <a:gdLst/>
              <a:ahLst/>
              <a:cxnLst>
                <a:cxn ang="0">
                  <a:pos x="wd2" y="hd2"/>
                </a:cxn>
                <a:cxn ang="5400000">
                  <a:pos x="wd2" y="hd2"/>
                </a:cxn>
                <a:cxn ang="10800000">
                  <a:pos x="wd2" y="hd2"/>
                </a:cxn>
                <a:cxn ang="16200000">
                  <a:pos x="wd2" y="hd2"/>
                </a:cxn>
              </a:cxnLst>
              <a:rect l="0" t="0" r="r" b="b"/>
              <a:pathLst>
                <a:path w="21600" h="21600" extrusionOk="0">
                  <a:moveTo>
                    <a:pt x="12000" y="21600"/>
                  </a:moveTo>
                  <a:cubicBezTo>
                    <a:pt x="21600" y="21600"/>
                    <a:pt x="21600" y="21600"/>
                    <a:pt x="21600" y="21600"/>
                  </a:cubicBezTo>
                  <a:cubicBezTo>
                    <a:pt x="21600" y="3086"/>
                    <a:pt x="21600" y="3086"/>
                    <a:pt x="21600" y="3086"/>
                  </a:cubicBezTo>
                  <a:cubicBezTo>
                    <a:pt x="18400" y="3086"/>
                    <a:pt x="18400" y="3086"/>
                    <a:pt x="18400" y="3086"/>
                  </a:cubicBezTo>
                  <a:cubicBezTo>
                    <a:pt x="18400" y="10029"/>
                    <a:pt x="18400" y="10029"/>
                    <a:pt x="18400" y="10029"/>
                  </a:cubicBezTo>
                  <a:cubicBezTo>
                    <a:pt x="14800" y="3857"/>
                    <a:pt x="10400" y="0"/>
                    <a:pt x="5600" y="0"/>
                  </a:cubicBezTo>
                  <a:cubicBezTo>
                    <a:pt x="3600" y="0"/>
                    <a:pt x="1600" y="771"/>
                    <a:pt x="0" y="1543"/>
                  </a:cubicBezTo>
                  <a:cubicBezTo>
                    <a:pt x="2800" y="6943"/>
                    <a:pt x="2800" y="6943"/>
                    <a:pt x="2800" y="6943"/>
                  </a:cubicBezTo>
                  <a:cubicBezTo>
                    <a:pt x="3600" y="6943"/>
                    <a:pt x="4400" y="6171"/>
                    <a:pt x="5600" y="6171"/>
                  </a:cubicBezTo>
                  <a:cubicBezTo>
                    <a:pt x="10000" y="6171"/>
                    <a:pt x="14000" y="10029"/>
                    <a:pt x="16800" y="15429"/>
                  </a:cubicBezTo>
                  <a:cubicBezTo>
                    <a:pt x="12000" y="15429"/>
                    <a:pt x="12000" y="15429"/>
                    <a:pt x="12000" y="15429"/>
                  </a:cubicBezTo>
                  <a:lnTo>
                    <a:pt x="12000" y="21600"/>
                  </a:ln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grpSp>
        <p:nvGrpSpPr>
          <p:cNvPr id="894" name="Group 82"/>
          <p:cNvGrpSpPr/>
          <p:nvPr/>
        </p:nvGrpSpPr>
        <p:grpSpPr>
          <a:xfrm>
            <a:off x="3517462" y="3301479"/>
            <a:ext cx="481016" cy="331791"/>
            <a:chOff x="0" y="0"/>
            <a:chExt cx="481015" cy="331789"/>
          </a:xfrm>
          <a:solidFill>
            <a:srgbClr val="FFFFFF"/>
          </a:solidFill>
        </p:grpSpPr>
        <p:sp>
          <p:nvSpPr>
            <p:cNvPr id="892" name="Freeform 56"/>
            <p:cNvSpPr/>
            <p:nvPr/>
          </p:nvSpPr>
          <p:spPr>
            <a:xfrm>
              <a:off x="-1" y="0"/>
              <a:ext cx="481017" cy="331790"/>
            </a:xfrm>
            <a:custGeom>
              <a:avLst/>
              <a:gdLst/>
              <a:ahLst/>
              <a:cxnLst>
                <a:cxn ang="0">
                  <a:pos x="wd2" y="hd2"/>
                </a:cxn>
                <a:cxn ang="5400000">
                  <a:pos x="wd2" y="hd2"/>
                </a:cxn>
                <a:cxn ang="10800000">
                  <a:pos x="wd2" y="hd2"/>
                </a:cxn>
                <a:cxn ang="16200000">
                  <a:pos x="wd2" y="hd2"/>
                </a:cxn>
              </a:cxnLst>
              <a:rect l="0" t="0" r="r" b="b"/>
              <a:pathLst>
                <a:path w="21600" h="21600" extrusionOk="0">
                  <a:moveTo>
                    <a:pt x="20250" y="11536"/>
                  </a:moveTo>
                  <a:cubicBezTo>
                    <a:pt x="20081" y="8100"/>
                    <a:pt x="18225" y="5155"/>
                    <a:pt x="15862" y="4909"/>
                  </a:cubicBezTo>
                  <a:cubicBezTo>
                    <a:pt x="15019" y="2209"/>
                    <a:pt x="12994" y="0"/>
                    <a:pt x="10800" y="0"/>
                  </a:cubicBezTo>
                  <a:cubicBezTo>
                    <a:pt x="8100" y="0"/>
                    <a:pt x="5738" y="3191"/>
                    <a:pt x="5400" y="7118"/>
                  </a:cubicBezTo>
                  <a:cubicBezTo>
                    <a:pt x="4388" y="7364"/>
                    <a:pt x="3375" y="8591"/>
                    <a:pt x="2869" y="10064"/>
                  </a:cubicBezTo>
                  <a:cubicBezTo>
                    <a:pt x="1181" y="10800"/>
                    <a:pt x="0" y="13255"/>
                    <a:pt x="0" y="15709"/>
                  </a:cubicBezTo>
                  <a:cubicBezTo>
                    <a:pt x="0" y="19145"/>
                    <a:pt x="1856" y="21600"/>
                    <a:pt x="4050" y="21600"/>
                  </a:cubicBezTo>
                  <a:cubicBezTo>
                    <a:pt x="17550" y="21600"/>
                    <a:pt x="17550" y="21600"/>
                    <a:pt x="17550" y="21600"/>
                  </a:cubicBezTo>
                  <a:cubicBezTo>
                    <a:pt x="19744" y="21600"/>
                    <a:pt x="21600" y="19145"/>
                    <a:pt x="21600" y="15709"/>
                  </a:cubicBezTo>
                  <a:cubicBezTo>
                    <a:pt x="21600" y="14236"/>
                    <a:pt x="21094" y="12518"/>
                    <a:pt x="20250" y="11536"/>
                  </a:cubicBezTo>
                  <a:close/>
                  <a:moveTo>
                    <a:pt x="17550" y="19636"/>
                  </a:moveTo>
                  <a:cubicBezTo>
                    <a:pt x="4050" y="19636"/>
                    <a:pt x="4050" y="19636"/>
                    <a:pt x="4050" y="19636"/>
                  </a:cubicBezTo>
                  <a:cubicBezTo>
                    <a:pt x="2531" y="19636"/>
                    <a:pt x="1350" y="17918"/>
                    <a:pt x="1350" y="15709"/>
                  </a:cubicBezTo>
                  <a:cubicBezTo>
                    <a:pt x="1350" y="13991"/>
                    <a:pt x="2363" y="12273"/>
                    <a:pt x="3544" y="12027"/>
                  </a:cubicBezTo>
                  <a:cubicBezTo>
                    <a:pt x="4050" y="11782"/>
                    <a:pt x="4050" y="11782"/>
                    <a:pt x="4050" y="11782"/>
                  </a:cubicBezTo>
                  <a:cubicBezTo>
                    <a:pt x="4050" y="11291"/>
                    <a:pt x="4050" y="11291"/>
                    <a:pt x="4050" y="11291"/>
                  </a:cubicBezTo>
                  <a:cubicBezTo>
                    <a:pt x="4388" y="9818"/>
                    <a:pt x="5231" y="8836"/>
                    <a:pt x="6075" y="8836"/>
                  </a:cubicBezTo>
                  <a:cubicBezTo>
                    <a:pt x="6750" y="8836"/>
                    <a:pt x="6750" y="8836"/>
                    <a:pt x="6750" y="8836"/>
                  </a:cubicBezTo>
                  <a:cubicBezTo>
                    <a:pt x="6750" y="7855"/>
                    <a:pt x="6750" y="7855"/>
                    <a:pt x="6750" y="7855"/>
                  </a:cubicBezTo>
                  <a:cubicBezTo>
                    <a:pt x="6750" y="4664"/>
                    <a:pt x="8606" y="1964"/>
                    <a:pt x="10800" y="1964"/>
                  </a:cubicBezTo>
                  <a:cubicBezTo>
                    <a:pt x="12656" y="1964"/>
                    <a:pt x="14175" y="3682"/>
                    <a:pt x="14681" y="6382"/>
                  </a:cubicBezTo>
                  <a:cubicBezTo>
                    <a:pt x="14850" y="7118"/>
                    <a:pt x="14850" y="7118"/>
                    <a:pt x="14850" y="7118"/>
                  </a:cubicBezTo>
                  <a:cubicBezTo>
                    <a:pt x="15525" y="6873"/>
                    <a:pt x="15525" y="6873"/>
                    <a:pt x="15525" y="6873"/>
                  </a:cubicBezTo>
                  <a:cubicBezTo>
                    <a:pt x="17381" y="6873"/>
                    <a:pt x="18900" y="9082"/>
                    <a:pt x="18900" y="11782"/>
                  </a:cubicBezTo>
                  <a:cubicBezTo>
                    <a:pt x="18900" y="12273"/>
                    <a:pt x="18900" y="12273"/>
                    <a:pt x="18900" y="12273"/>
                  </a:cubicBezTo>
                  <a:cubicBezTo>
                    <a:pt x="19237" y="12764"/>
                    <a:pt x="19237" y="12764"/>
                    <a:pt x="19237" y="12764"/>
                  </a:cubicBezTo>
                  <a:cubicBezTo>
                    <a:pt x="19912" y="13500"/>
                    <a:pt x="20250" y="14482"/>
                    <a:pt x="20250" y="15709"/>
                  </a:cubicBezTo>
                  <a:cubicBezTo>
                    <a:pt x="20250" y="17918"/>
                    <a:pt x="19069" y="19636"/>
                    <a:pt x="17550" y="19636"/>
                  </a:cubicBez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sp>
          <p:nvSpPr>
            <p:cNvPr id="893" name="Freeform 57"/>
            <p:cNvSpPr/>
            <p:nvPr/>
          </p:nvSpPr>
          <p:spPr>
            <a:xfrm>
              <a:off x="169862" y="115888"/>
              <a:ext cx="142878" cy="155577"/>
            </a:xfrm>
            <a:custGeom>
              <a:avLst/>
              <a:gdLst/>
              <a:ahLst/>
              <a:cxnLst>
                <a:cxn ang="0">
                  <a:pos x="wd2" y="hd2"/>
                </a:cxn>
                <a:cxn ang="5400000">
                  <a:pos x="wd2" y="hd2"/>
                </a:cxn>
                <a:cxn ang="10800000">
                  <a:pos x="wd2" y="hd2"/>
                </a:cxn>
                <a:cxn ang="16200000">
                  <a:pos x="wd2" y="hd2"/>
                </a:cxn>
              </a:cxnLst>
              <a:rect l="0" t="0" r="r" b="b"/>
              <a:pathLst>
                <a:path w="21600" h="21600" extrusionOk="0">
                  <a:moveTo>
                    <a:pt x="0" y="9918"/>
                  </a:moveTo>
                  <a:lnTo>
                    <a:pt x="3360" y="12563"/>
                  </a:lnTo>
                  <a:lnTo>
                    <a:pt x="8400" y="7935"/>
                  </a:lnTo>
                  <a:lnTo>
                    <a:pt x="8400" y="21600"/>
                  </a:lnTo>
                  <a:lnTo>
                    <a:pt x="12960" y="21600"/>
                  </a:lnTo>
                  <a:lnTo>
                    <a:pt x="12960" y="7935"/>
                  </a:lnTo>
                  <a:lnTo>
                    <a:pt x="18000" y="12563"/>
                  </a:lnTo>
                  <a:lnTo>
                    <a:pt x="21600" y="9918"/>
                  </a:lnTo>
                  <a:lnTo>
                    <a:pt x="10800" y="0"/>
                  </a:lnTo>
                  <a:lnTo>
                    <a:pt x="0" y="9918"/>
                  </a:lnTo>
                  <a:close/>
                </a:path>
              </a:pathLst>
            </a:custGeom>
            <a:grpFill/>
            <a:ln w="12700" cap="flat">
              <a:noFill/>
              <a:miter lim="400000"/>
            </a:ln>
            <a:effectLst/>
          </p:spPr>
          <p:txBody>
            <a:bodyPr wrap="square" lIns="45718" tIns="45718" rIns="45718" bIns="45718" numCol="1" anchor="t">
              <a:noAutofit/>
            </a:bodyPr>
            <a:lstStyle/>
            <a:p>
              <a:pPr>
                <a:defRPr>
                  <a:latin typeface="思源黑体 HW Regular"/>
                  <a:ea typeface="思源黑体 HW Regular"/>
                  <a:cs typeface="思源黑体 HW Regular"/>
                  <a:sym typeface="思源黑体 HW Regular"/>
                </a:defRPr>
              </a:pPr>
              <a:endParaRPr/>
            </a:p>
          </p:txBody>
        </p:sp>
      </p:grpSp>
      <p:sp>
        <p:nvSpPr>
          <p:cNvPr id="895" name="矩形 55"/>
          <p:cNvSpPr txBox="1"/>
          <p:nvPr/>
        </p:nvSpPr>
        <p:spPr>
          <a:xfrm>
            <a:off x="1810503" y="5153343"/>
            <a:ext cx="1954851" cy="105918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3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0">
                <a:solidFill>
                  <a:srgbClr val="0E0E0E"/>
                </a:solidFill>
              </a:rPr>
              <a:t>请输入您需要的文字请输入您需要的文字请输入您需要的文字请输入您需要的文字</a:t>
            </a:r>
          </a:p>
        </p:txBody>
      </p:sp>
      <p:sp>
        <p:nvSpPr>
          <p:cNvPr id="896" name="矩形 56"/>
          <p:cNvSpPr txBox="1"/>
          <p:nvPr/>
        </p:nvSpPr>
        <p:spPr>
          <a:xfrm>
            <a:off x="4165717" y="5153343"/>
            <a:ext cx="1954851" cy="105918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3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b="0">
                <a:solidFill>
                  <a:srgbClr val="0E0E0E"/>
                </a:solidFill>
              </a:rPr>
              <a:t>请输入您需要的文字请输入您需要的文字请输入您需要的文字请输入您需要的文字</a:t>
            </a:r>
          </a:p>
        </p:txBody>
      </p:sp>
      <p:sp>
        <p:nvSpPr>
          <p:cNvPr id="897" name="矩形 57"/>
          <p:cNvSpPr txBox="1"/>
          <p:nvPr/>
        </p:nvSpPr>
        <p:spPr>
          <a:xfrm>
            <a:off x="6340592" y="5153343"/>
            <a:ext cx="1954851" cy="105918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3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898" name="矩形 58"/>
          <p:cNvSpPr txBox="1"/>
          <p:nvPr/>
        </p:nvSpPr>
        <p:spPr>
          <a:xfrm>
            <a:off x="8579285" y="5153343"/>
            <a:ext cx="1954848" cy="104394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2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899" name="矩形 60"/>
          <p:cNvSpPr txBox="1"/>
          <p:nvPr/>
        </p:nvSpPr>
        <p:spPr>
          <a:xfrm>
            <a:off x="2796023" y="1701165"/>
            <a:ext cx="1954851" cy="105918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3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900" name="矩形 61"/>
          <p:cNvSpPr txBox="1"/>
          <p:nvPr/>
        </p:nvSpPr>
        <p:spPr>
          <a:xfrm>
            <a:off x="5093452" y="1701165"/>
            <a:ext cx="1954851" cy="105918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3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901" name="矩形 62"/>
          <p:cNvSpPr txBox="1"/>
          <p:nvPr/>
        </p:nvSpPr>
        <p:spPr>
          <a:xfrm>
            <a:off x="7366119" y="1701165"/>
            <a:ext cx="1954850" cy="1043940"/>
          </a:xfrm>
          <a:prstGeom prst="rect">
            <a:avLst/>
          </a:prstGeom>
          <a:ln w="12700">
            <a:miter lim="400000"/>
          </a:ln>
        </p:spPr>
        <p:txBody>
          <a:bodyPr lIns="45718" tIns="45718" rIns="45718" bIns="45718">
            <a:spAutoFit/>
          </a:bodyPr>
          <a:lstStyle/>
          <a:p>
            <a:pPr>
              <a:lnSpc>
                <a:spcPct val="15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a:t>
            </a:r>
          </a:p>
          <a:p>
            <a:pPr>
              <a:lnSpc>
                <a:spcPct val="20000"/>
              </a:lnSpc>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0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a:t>
            </a:r>
          </a:p>
        </p:txBody>
      </p:sp>
      <p:sp>
        <p:nvSpPr>
          <p:cNvPr id="902"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 name="矩形 6"/>
          <p:cNvSpPr/>
          <p:nvPr/>
        </p:nvSpPr>
        <p:spPr>
          <a:xfrm>
            <a:off x="6643688" y="1987550"/>
            <a:ext cx="5548314" cy="3532188"/>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25" name="矩形 13"/>
          <p:cNvSpPr txBox="1"/>
          <p:nvPr/>
        </p:nvSpPr>
        <p:spPr>
          <a:xfrm>
            <a:off x="7189469" y="2898775"/>
            <a:ext cx="4107499" cy="2193289"/>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请输入您需要的文字请输入您需要的文字请输入您需要的文字请输入您需要的文字请输入请输入您需要的文字请输入您需要的文字请输入您需要的文字请输入您需要的文字请输入</a:t>
            </a: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solidFill>
                <a:srgbClr val="0E0E0E"/>
              </a:solidFill>
            </a:endParaRPr>
          </a:p>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请输入您需要的文字请输入您需要的文字请输入您需要的文字请输入您需要的文字请输入请输入您需要的文字请输入您需要的文字请输入您需要的文字</a:t>
            </a:r>
          </a:p>
        </p:txBody>
      </p:sp>
      <p:sp>
        <p:nvSpPr>
          <p:cNvPr id="926" name="文本框 8"/>
          <p:cNvSpPr txBox="1"/>
          <p:nvPr/>
        </p:nvSpPr>
        <p:spPr>
          <a:xfrm>
            <a:off x="7178040" y="2408238"/>
            <a:ext cx="333660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graphicFrame>
        <p:nvGraphicFramePr>
          <p:cNvPr id="927" name="图表 9"/>
          <p:cNvGraphicFramePr/>
          <p:nvPr/>
        </p:nvGraphicFramePr>
        <p:xfrm>
          <a:off x="883664" y="2397457"/>
          <a:ext cx="5021999" cy="3041309"/>
        </p:xfrm>
        <a:graphic>
          <a:graphicData uri="http://schemas.openxmlformats.org/drawingml/2006/chart">
            <c:chart xmlns:c="http://schemas.openxmlformats.org/drawingml/2006/chart" xmlns:r="http://schemas.openxmlformats.org/officeDocument/2006/relationships" r:id="rId4"/>
          </a:graphicData>
        </a:graphic>
      </p:graphicFrame>
      <p:sp>
        <p:nvSpPr>
          <p:cNvPr id="928"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cxnSp>
        <p:nvCxnSpPr>
          <p:cNvPr id="43" name="直接连接符 42"/>
          <p:cNvCxnSpPr/>
          <p:nvPr>
            <p:custDataLst>
              <p:tags r:id="rId1"/>
            </p:custDataLst>
          </p:nvPr>
        </p:nvCxnSpPr>
        <p:spPr>
          <a:xfrm>
            <a:off x="7222490" y="2759075"/>
            <a:ext cx="3950335" cy="0"/>
          </a:xfrm>
          <a:prstGeom prst="line">
            <a:avLst/>
          </a:prstGeom>
          <a:noFill/>
          <a:ln w="15875" cap="flat">
            <a:gradFill>
              <a:gsLst>
                <a:gs pos="100000">
                  <a:schemeClr val="accent1">
                    <a:lumMod val="5000"/>
                    <a:lumOff val="95000"/>
                  </a:schemeClr>
                </a:gs>
                <a:gs pos="0">
                  <a:srgbClr val="53C800"/>
                </a:gs>
              </a:gsLst>
              <a:lin ang="0" scaled="0"/>
            </a:gradFill>
            <a:prstDash val="solid"/>
            <a:round/>
          </a:ln>
        </p:spPr>
        <p:style>
          <a:lnRef idx="0">
            <a:srgbClr val="FFFFFF"/>
          </a:lnRef>
          <a:fillRef idx="0">
            <a:srgbClr val="FFFFFF"/>
          </a:fillRef>
          <a:effectRef idx="0">
            <a:srgbClr val="FFFFFF"/>
          </a:effectRef>
          <a:fontRef idx="none"/>
        </p:style>
      </p:cxn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 name="矩形 6"/>
          <p:cNvSpPr/>
          <p:nvPr/>
        </p:nvSpPr>
        <p:spPr>
          <a:xfrm>
            <a:off x="6807023" y="1911350"/>
            <a:ext cx="5387978" cy="3446463"/>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31" name="矩形 13"/>
          <p:cNvSpPr txBox="1"/>
          <p:nvPr>
            <p:custDataLst>
              <p:tags r:id="rId1"/>
            </p:custDataLst>
          </p:nvPr>
        </p:nvSpPr>
        <p:spPr>
          <a:xfrm>
            <a:off x="7287893" y="2590801"/>
            <a:ext cx="4410713" cy="1050289"/>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请输入您需要的文字请输入您需要的文字请输入您需要的文字请输入您需要的文字请输入请输入</a:t>
            </a:r>
            <a:r>
              <a:rPr sz="1400">
                <a:solidFill>
                  <a:srgbClr val="0E0E0E"/>
                </a:solidFill>
              </a:rPr>
              <a:t>请输入您需要的文字请输入您需要的文字请输入您需要的文字</a:t>
            </a:r>
          </a:p>
        </p:txBody>
      </p:sp>
      <p:sp>
        <p:nvSpPr>
          <p:cNvPr id="932" name="文本框 8"/>
          <p:cNvSpPr txBox="1"/>
          <p:nvPr>
            <p:custDataLst>
              <p:tags r:id="rId2"/>
            </p:custDataLst>
          </p:nvPr>
        </p:nvSpPr>
        <p:spPr>
          <a:xfrm>
            <a:off x="7276465" y="2328863"/>
            <a:ext cx="3335021"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933" name="矩形 13"/>
          <p:cNvSpPr txBox="1"/>
          <p:nvPr>
            <p:custDataLst>
              <p:tags r:id="rId3"/>
            </p:custDataLst>
          </p:nvPr>
        </p:nvSpPr>
        <p:spPr>
          <a:xfrm>
            <a:off x="7287893" y="4137174"/>
            <a:ext cx="4410713" cy="1050289"/>
          </a:xfrm>
          <a:prstGeom prst="rect">
            <a:avLst/>
          </a:prstGeom>
          <a:ln w="12700">
            <a:miter lim="400000"/>
          </a:ln>
        </p:spPr>
        <p:txBody>
          <a:bodyPr lIns="45718" tIns="45718" rIns="45718" bIns="45718">
            <a:spAutoFit/>
          </a:bodyPr>
          <a:lstStyle/>
          <a:p>
            <a: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请输入您需要的文字请输入您需要的文字请输入您需要的文字请输入您需要的文字请输入请输入</a:t>
            </a:r>
            <a:r>
              <a:rPr sz="1400">
                <a:solidFill>
                  <a:srgbClr val="0E0E0E"/>
                </a:solidFill>
              </a:rPr>
              <a:t>请输入您需要的文字请输入您需要的文字请输入您需要的文字请输入您</a:t>
            </a:r>
          </a:p>
        </p:txBody>
      </p:sp>
      <p:sp>
        <p:nvSpPr>
          <p:cNvPr id="934" name="文本框 8"/>
          <p:cNvSpPr txBox="1"/>
          <p:nvPr>
            <p:custDataLst>
              <p:tags r:id="rId4"/>
            </p:custDataLst>
          </p:nvPr>
        </p:nvSpPr>
        <p:spPr>
          <a:xfrm>
            <a:off x="7276465" y="3875235"/>
            <a:ext cx="3335021"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graphicFrame>
        <p:nvGraphicFramePr>
          <p:cNvPr id="935" name="图表 42"/>
          <p:cNvGraphicFramePr/>
          <p:nvPr/>
        </p:nvGraphicFramePr>
        <p:xfrm>
          <a:off x="658583" y="1689957"/>
          <a:ext cx="5887719" cy="3572839"/>
        </p:xfrm>
        <a:graphic>
          <a:graphicData uri="http://schemas.openxmlformats.org/drawingml/2006/chart">
            <c:chart xmlns:c="http://schemas.openxmlformats.org/drawingml/2006/chart" xmlns:r="http://schemas.openxmlformats.org/officeDocument/2006/relationships" r:id="rId7"/>
          </a:graphicData>
        </a:graphic>
      </p:graphicFrame>
      <p:sp>
        <p:nvSpPr>
          <p:cNvPr id="936" name="直接连接符 4"/>
          <p:cNvSpPr/>
          <p:nvPr/>
        </p:nvSpPr>
        <p:spPr>
          <a:xfrm>
            <a:off x="7312700" y="2259588"/>
            <a:ext cx="3479802" cy="2"/>
          </a:xfrm>
          <a:prstGeom prst="line">
            <a:avLst/>
          </a:prstGeom>
          <a:ln>
            <a:solidFill>
              <a:srgbClr val="53C800"/>
            </a:solidFill>
            <a:miter/>
          </a:ln>
        </p:spPr>
        <p:txBody>
          <a:bodyPr lIns="45718" tIns="45718" rIns="45718" bIns="45718"/>
          <a:lstStyle/>
          <a:p>
            <a:endParaRPr/>
          </a:p>
        </p:txBody>
      </p:sp>
      <p:sp>
        <p:nvSpPr>
          <p:cNvPr id="937" name="直接连接符 4"/>
          <p:cNvSpPr/>
          <p:nvPr>
            <p:custDataLst>
              <p:tags r:id="rId5"/>
            </p:custDataLst>
          </p:nvPr>
        </p:nvSpPr>
        <p:spPr>
          <a:xfrm>
            <a:off x="7298845" y="3805532"/>
            <a:ext cx="3479803" cy="2"/>
          </a:xfrm>
          <a:prstGeom prst="line">
            <a:avLst/>
          </a:prstGeom>
          <a:ln>
            <a:solidFill>
              <a:srgbClr val="53C800"/>
            </a:solidFill>
            <a:miter/>
          </a:ln>
        </p:spPr>
        <p:txBody>
          <a:bodyPr lIns="45718" tIns="45718" rIns="45718" bIns="45718"/>
          <a:lstStyle/>
          <a:p>
            <a:endParaRPr/>
          </a:p>
        </p:txBody>
      </p:sp>
      <p:sp>
        <p:nvSpPr>
          <p:cNvPr id="938"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 name="矩形 3"/>
          <p:cNvSpPr/>
          <p:nvPr/>
        </p:nvSpPr>
        <p:spPr>
          <a:xfrm>
            <a:off x="5621337" y="1585911"/>
            <a:ext cx="6570662" cy="4051303"/>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41" name="矩形 13"/>
          <p:cNvSpPr txBox="1"/>
          <p:nvPr>
            <p:custDataLst>
              <p:tags r:id="rId1"/>
            </p:custDataLst>
          </p:nvPr>
        </p:nvSpPr>
        <p:spPr>
          <a:xfrm>
            <a:off x="6211570" y="3426839"/>
            <a:ext cx="5075874" cy="631189"/>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请输入您需要的文字请输入您需要的文字请输入您需要的文字请输入您需要的文字请输入请输入</a:t>
            </a:r>
          </a:p>
        </p:txBody>
      </p:sp>
      <p:sp>
        <p:nvSpPr>
          <p:cNvPr id="942" name="文本框 8"/>
          <p:cNvSpPr txBox="1"/>
          <p:nvPr>
            <p:custDataLst>
              <p:tags r:id="rId2"/>
            </p:custDataLst>
          </p:nvPr>
        </p:nvSpPr>
        <p:spPr>
          <a:xfrm>
            <a:off x="6200140" y="3215700"/>
            <a:ext cx="367315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943" name="矩形 13"/>
          <p:cNvSpPr txBox="1"/>
          <p:nvPr>
            <p:custDataLst>
              <p:tags r:id="rId3"/>
            </p:custDataLst>
          </p:nvPr>
        </p:nvSpPr>
        <p:spPr>
          <a:xfrm>
            <a:off x="6211570" y="4625691"/>
            <a:ext cx="5075874" cy="631189"/>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请输入您需要的文字请输入您需要的文字请输入您需要的文字请输入您需要的文字请输入请输入</a:t>
            </a:r>
          </a:p>
        </p:txBody>
      </p:sp>
      <p:sp>
        <p:nvSpPr>
          <p:cNvPr id="944" name="文本框 8"/>
          <p:cNvSpPr txBox="1"/>
          <p:nvPr>
            <p:custDataLst>
              <p:tags r:id="rId4"/>
            </p:custDataLst>
          </p:nvPr>
        </p:nvSpPr>
        <p:spPr>
          <a:xfrm>
            <a:off x="6200140" y="4363753"/>
            <a:ext cx="367315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945" name="矩形 17"/>
          <p:cNvSpPr txBox="1"/>
          <p:nvPr>
            <p:custDataLst>
              <p:tags r:id="rId5"/>
            </p:custDataLst>
          </p:nvPr>
        </p:nvSpPr>
        <p:spPr>
          <a:xfrm>
            <a:off x="6211570" y="2221201"/>
            <a:ext cx="5075874" cy="631189"/>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请输入您需要的文字请输入您需要的文字请输入您需要的文字请输入您需要的文字请输入请输入</a:t>
            </a:r>
          </a:p>
        </p:txBody>
      </p:sp>
      <p:sp>
        <p:nvSpPr>
          <p:cNvPr id="946" name="文本框 8"/>
          <p:cNvSpPr txBox="1"/>
          <p:nvPr>
            <p:custDataLst>
              <p:tags r:id="rId6"/>
            </p:custDataLst>
          </p:nvPr>
        </p:nvSpPr>
        <p:spPr>
          <a:xfrm>
            <a:off x="6200140" y="1959261"/>
            <a:ext cx="367315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graphicFrame>
        <p:nvGraphicFramePr>
          <p:cNvPr id="947" name="图表 14"/>
          <p:cNvGraphicFramePr/>
          <p:nvPr/>
        </p:nvGraphicFramePr>
        <p:xfrm>
          <a:off x="845967" y="2147775"/>
          <a:ext cx="4040296" cy="2844995"/>
        </p:xfrm>
        <a:graphic>
          <a:graphicData uri="http://schemas.openxmlformats.org/drawingml/2006/chart">
            <c:chart xmlns:c="http://schemas.openxmlformats.org/drawingml/2006/chart" xmlns:r="http://schemas.openxmlformats.org/officeDocument/2006/relationships" r:id="rId10"/>
          </a:graphicData>
        </a:graphic>
      </p:graphicFrame>
      <p:sp>
        <p:nvSpPr>
          <p:cNvPr id="948" name="直接连接符 4"/>
          <p:cNvSpPr/>
          <p:nvPr/>
        </p:nvSpPr>
        <p:spPr>
          <a:xfrm>
            <a:off x="6235124" y="1918006"/>
            <a:ext cx="4890077" cy="2"/>
          </a:xfrm>
          <a:prstGeom prst="line">
            <a:avLst/>
          </a:prstGeom>
          <a:ln>
            <a:solidFill>
              <a:srgbClr val="53C800"/>
            </a:solidFill>
            <a:miter/>
          </a:ln>
        </p:spPr>
        <p:txBody>
          <a:bodyPr lIns="45718" tIns="45718" rIns="45718" bIns="45718"/>
          <a:lstStyle/>
          <a:p>
            <a:endParaRPr/>
          </a:p>
        </p:txBody>
      </p:sp>
      <p:sp>
        <p:nvSpPr>
          <p:cNvPr id="949" name="直接连接符 4"/>
          <p:cNvSpPr/>
          <p:nvPr>
            <p:custDataLst>
              <p:tags r:id="rId7"/>
            </p:custDataLst>
          </p:nvPr>
        </p:nvSpPr>
        <p:spPr>
          <a:xfrm>
            <a:off x="6235124" y="3063295"/>
            <a:ext cx="4890077" cy="2"/>
          </a:xfrm>
          <a:prstGeom prst="line">
            <a:avLst/>
          </a:prstGeom>
          <a:ln>
            <a:solidFill>
              <a:srgbClr val="53C800"/>
            </a:solidFill>
            <a:miter/>
          </a:ln>
        </p:spPr>
        <p:txBody>
          <a:bodyPr lIns="45718" tIns="45718" rIns="45718" bIns="45718"/>
          <a:lstStyle/>
          <a:p>
            <a:endParaRPr/>
          </a:p>
        </p:txBody>
      </p:sp>
      <p:sp>
        <p:nvSpPr>
          <p:cNvPr id="950" name="直接连接符 4"/>
          <p:cNvSpPr/>
          <p:nvPr>
            <p:custDataLst>
              <p:tags r:id="rId8"/>
            </p:custDataLst>
          </p:nvPr>
        </p:nvSpPr>
        <p:spPr>
          <a:xfrm>
            <a:off x="6221269" y="4328271"/>
            <a:ext cx="4903932" cy="2"/>
          </a:xfrm>
          <a:prstGeom prst="line">
            <a:avLst/>
          </a:prstGeom>
          <a:ln>
            <a:solidFill>
              <a:srgbClr val="53C800"/>
            </a:solidFill>
            <a:miter/>
          </a:ln>
        </p:spPr>
        <p:txBody>
          <a:bodyPr lIns="45718" tIns="45718" rIns="45718" bIns="45718"/>
          <a:lstStyle/>
          <a:p>
            <a:endParaRPr/>
          </a:p>
        </p:txBody>
      </p:sp>
      <p:sp>
        <p:nvSpPr>
          <p:cNvPr id="951"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3" name="Chart Title"/>
          <p:cNvGraphicFramePr/>
          <p:nvPr/>
        </p:nvGraphicFramePr>
        <p:xfrm>
          <a:off x="695325" y="2217420"/>
          <a:ext cx="5243195" cy="3326130"/>
        </p:xfrm>
        <a:graphic>
          <a:graphicData uri="http://schemas.openxmlformats.org/drawingml/2006/chart">
            <c:chart xmlns:c="http://schemas.openxmlformats.org/drawingml/2006/chart" xmlns:r="http://schemas.openxmlformats.org/officeDocument/2006/relationships" r:id="rId2"/>
          </a:graphicData>
        </a:graphic>
      </p:graphicFrame>
      <p:sp>
        <p:nvSpPr>
          <p:cNvPr id="954" name="矩形 6"/>
          <p:cNvSpPr/>
          <p:nvPr/>
        </p:nvSpPr>
        <p:spPr>
          <a:xfrm>
            <a:off x="6283325" y="2119312"/>
            <a:ext cx="5908675" cy="3448053"/>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55" name="矩形 13"/>
          <p:cNvSpPr txBox="1"/>
          <p:nvPr/>
        </p:nvSpPr>
        <p:spPr>
          <a:xfrm>
            <a:off x="6759257" y="2800350"/>
            <a:ext cx="5052062" cy="631189"/>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请输入您需要的文字请输入您需要的文字请输入您需要的文字请输入您需要的文字请输入请输入</a:t>
            </a:r>
          </a:p>
        </p:txBody>
      </p:sp>
      <p:sp>
        <p:nvSpPr>
          <p:cNvPr id="956" name="文本框 8"/>
          <p:cNvSpPr txBox="1"/>
          <p:nvPr/>
        </p:nvSpPr>
        <p:spPr>
          <a:xfrm>
            <a:off x="6747827" y="2514600"/>
            <a:ext cx="436530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957" name="矩形 13"/>
          <p:cNvSpPr txBox="1"/>
          <p:nvPr/>
        </p:nvSpPr>
        <p:spPr>
          <a:xfrm>
            <a:off x="6759257" y="3925888"/>
            <a:ext cx="4747262" cy="1278889"/>
          </a:xfrm>
          <a:prstGeom prst="rect">
            <a:avLst/>
          </a:prstGeom>
          <a:ln w="12700">
            <a:miter lim="400000"/>
          </a:ln>
        </p:spPr>
        <p:txBody>
          <a:bodyPr lIns="45718" tIns="45718" rIns="45718" bIns="45718">
            <a:spAutoFit/>
          </a:bodyPr>
          <a:lstStyle>
            <a:lvl1pPr>
              <a:lnSpc>
                <a:spcPct val="150000"/>
              </a:lnSpc>
              <a:defRPr sz="12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您需要的文字请输入您需要的文字请输入您需要的文字请输入您需要的文字请输入请输入输入您需要的文字请输入您需要的文字请输入您需要的文字请输入您需要的文字请输入请输文字请输入您需要的文字请输入您需要的文字请输入</a:t>
            </a:r>
          </a:p>
        </p:txBody>
      </p:sp>
      <p:sp>
        <p:nvSpPr>
          <p:cNvPr id="958" name="文本框 8"/>
          <p:cNvSpPr txBox="1"/>
          <p:nvPr/>
        </p:nvSpPr>
        <p:spPr>
          <a:xfrm>
            <a:off x="6747827" y="3663948"/>
            <a:ext cx="436530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959" name="直接连接符 4"/>
          <p:cNvSpPr/>
          <p:nvPr/>
        </p:nvSpPr>
        <p:spPr>
          <a:xfrm>
            <a:off x="6768958" y="2430627"/>
            <a:ext cx="4955981" cy="2"/>
          </a:xfrm>
          <a:prstGeom prst="line">
            <a:avLst/>
          </a:prstGeom>
          <a:ln>
            <a:solidFill>
              <a:srgbClr val="53C800"/>
            </a:solidFill>
            <a:miter/>
          </a:ln>
        </p:spPr>
        <p:txBody>
          <a:bodyPr lIns="45718" tIns="45718" rIns="45718" bIns="45718"/>
          <a:lstStyle/>
          <a:p>
            <a:endParaRPr/>
          </a:p>
        </p:txBody>
      </p:sp>
      <p:sp>
        <p:nvSpPr>
          <p:cNvPr id="960" name="直接连接符 4"/>
          <p:cNvSpPr/>
          <p:nvPr/>
        </p:nvSpPr>
        <p:spPr>
          <a:xfrm>
            <a:off x="6768958" y="3614613"/>
            <a:ext cx="4955981" cy="2"/>
          </a:xfrm>
          <a:prstGeom prst="line">
            <a:avLst/>
          </a:prstGeom>
          <a:ln>
            <a:solidFill>
              <a:srgbClr val="53C800"/>
            </a:solidFill>
            <a:miter/>
          </a:ln>
        </p:spPr>
        <p:txBody>
          <a:bodyPr lIns="45718" tIns="45718" rIns="45718" bIns="45718"/>
          <a:lstStyle/>
          <a:p>
            <a:endParaRPr/>
          </a:p>
        </p:txBody>
      </p:sp>
      <p:sp>
        <p:nvSpPr>
          <p:cNvPr id="961"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63" name="图表 2"/>
          <p:cNvGraphicFramePr/>
          <p:nvPr/>
        </p:nvGraphicFramePr>
        <p:xfrm>
          <a:off x="1002504" y="2333026"/>
          <a:ext cx="5062052" cy="2865609"/>
        </p:xfrm>
        <a:graphic>
          <a:graphicData uri="http://schemas.openxmlformats.org/drawingml/2006/chart">
            <c:chart xmlns:c="http://schemas.openxmlformats.org/drawingml/2006/chart" xmlns:r="http://schemas.openxmlformats.org/officeDocument/2006/relationships" r:id="rId2"/>
          </a:graphicData>
        </a:graphic>
      </p:graphicFrame>
      <p:sp>
        <p:nvSpPr>
          <p:cNvPr id="964" name="矩形 6"/>
          <p:cNvSpPr/>
          <p:nvPr/>
        </p:nvSpPr>
        <p:spPr>
          <a:xfrm>
            <a:off x="6216650" y="2214878"/>
            <a:ext cx="5975350" cy="3087690"/>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65" name="矩形 13"/>
          <p:cNvSpPr txBox="1"/>
          <p:nvPr/>
        </p:nvSpPr>
        <p:spPr>
          <a:xfrm>
            <a:off x="6640193" y="2789239"/>
            <a:ext cx="5039848" cy="631189"/>
          </a:xfrm>
          <a:prstGeom prst="rect">
            <a:avLst/>
          </a:prstGeom>
          <a:ln w="12700">
            <a:miter lim="400000"/>
          </a:ln>
        </p:spPr>
        <p:txBody>
          <a:bodyPr lIns="45718" tIns="45718" rIns="45718" bIns="45718">
            <a:spAutoFit/>
          </a:bodyPr>
          <a:lstStyle/>
          <a:p>
            <a:pPr>
              <a:lnSpc>
                <a:spcPct val="150000"/>
              </a:lnSpc>
              <a:defRPr sz="12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请输入您需要的文字请输入您需要的文字请输入您需要的文字请输入您需要的文字请输入请输入入您需要的文字请输入您需要的</a:t>
            </a:r>
          </a:p>
        </p:txBody>
      </p:sp>
      <p:sp>
        <p:nvSpPr>
          <p:cNvPr id="966" name="文本框 8"/>
          <p:cNvSpPr txBox="1"/>
          <p:nvPr/>
        </p:nvSpPr>
        <p:spPr>
          <a:xfrm>
            <a:off x="6628765" y="2527299"/>
            <a:ext cx="333660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967" name="矩形 13"/>
          <p:cNvSpPr txBox="1"/>
          <p:nvPr/>
        </p:nvSpPr>
        <p:spPr>
          <a:xfrm>
            <a:off x="6640195" y="4041140"/>
            <a:ext cx="4996815" cy="920750"/>
          </a:xfrm>
          <a:prstGeom prst="rect">
            <a:avLst/>
          </a:prstGeom>
          <a:ln w="12700">
            <a:miter lim="400000"/>
          </a:ln>
        </p:spPr>
        <p:txBody>
          <a:bodyPr wrap="square" lIns="45718" tIns="45718" rIns="45718" bIns="45718">
            <a:spAutoFit/>
          </a:bodyPr>
          <a:lstStyle/>
          <a:p>
            <a:pPr>
              <a:lnSpc>
                <a:spcPct val="150000"/>
              </a:lnSpc>
              <a:defRPr sz="12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请输入您需要的文字请输入您需要的文字请输入您需要的文字请输入您需要的文字请输入请输入请输入您需要的文字请输入您需要的文字请输入您需要的文字请输入您需要的文字</a:t>
            </a:r>
          </a:p>
        </p:txBody>
      </p:sp>
      <p:sp>
        <p:nvSpPr>
          <p:cNvPr id="968" name="文本框 8"/>
          <p:cNvSpPr txBox="1"/>
          <p:nvPr/>
        </p:nvSpPr>
        <p:spPr>
          <a:xfrm>
            <a:off x="6628765" y="3778977"/>
            <a:ext cx="3336609" cy="322581"/>
          </a:xfrm>
          <a:prstGeom prst="rect">
            <a:avLst/>
          </a:prstGeom>
          <a:ln w="12700">
            <a:miter lim="400000"/>
          </a:ln>
        </p:spPr>
        <p:txBody>
          <a:bodyPr lIns="34290" tIns="34290" rIns="34290" bIns="34290">
            <a:spAutoFit/>
          </a:bodyPr>
          <a:lstStyle>
            <a:lvl1pPr>
              <a:defRPr sz="1400"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请输入标题文字请输入标题</a:t>
            </a:r>
          </a:p>
        </p:txBody>
      </p:sp>
      <p:sp>
        <p:nvSpPr>
          <p:cNvPr id="969" name="直接连接符 4"/>
          <p:cNvSpPr/>
          <p:nvPr/>
        </p:nvSpPr>
        <p:spPr>
          <a:xfrm>
            <a:off x="6658119" y="2430627"/>
            <a:ext cx="4955981" cy="2"/>
          </a:xfrm>
          <a:prstGeom prst="line">
            <a:avLst/>
          </a:prstGeom>
          <a:ln>
            <a:solidFill>
              <a:srgbClr val="6CCD24"/>
            </a:solidFill>
            <a:miter/>
          </a:ln>
        </p:spPr>
        <p:txBody>
          <a:bodyPr lIns="45718" tIns="45718" rIns="45718" bIns="45718"/>
          <a:lstStyle/>
          <a:p>
            <a:endParaRPr/>
          </a:p>
        </p:txBody>
      </p:sp>
      <p:sp>
        <p:nvSpPr>
          <p:cNvPr id="970" name="直接连接符 4"/>
          <p:cNvSpPr/>
          <p:nvPr/>
        </p:nvSpPr>
        <p:spPr>
          <a:xfrm>
            <a:off x="6658940" y="3705250"/>
            <a:ext cx="4955981" cy="2"/>
          </a:xfrm>
          <a:prstGeom prst="line">
            <a:avLst/>
          </a:prstGeom>
          <a:ln>
            <a:solidFill>
              <a:srgbClr val="6CCD24"/>
            </a:solidFill>
            <a:miter/>
          </a:ln>
        </p:spPr>
        <p:txBody>
          <a:bodyPr lIns="45718" tIns="45718" rIns="45718" bIns="45718"/>
          <a:lstStyle/>
          <a:p>
            <a:endParaRPr/>
          </a:p>
        </p:txBody>
      </p:sp>
      <p:sp>
        <p:nvSpPr>
          <p:cNvPr id="971"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 name="矩形 3"/>
          <p:cNvSpPr/>
          <p:nvPr/>
        </p:nvSpPr>
        <p:spPr>
          <a:xfrm>
            <a:off x="874712" y="1560511"/>
            <a:ext cx="10585451" cy="4192591"/>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974" name="直接连接符 325"/>
          <p:cNvSpPr/>
          <p:nvPr/>
        </p:nvSpPr>
        <p:spPr>
          <a:xfrm flipH="1">
            <a:off x="5554662" y="2911474"/>
            <a:ext cx="1589" cy="989014"/>
          </a:xfrm>
          <a:prstGeom prst="line">
            <a:avLst/>
          </a:prstGeom>
          <a:ln w="19050">
            <a:solidFill>
              <a:srgbClr val="53C800"/>
            </a:solidFill>
            <a:prstDash val="sysDash"/>
            <a:miter/>
          </a:ln>
        </p:spPr>
        <p:txBody>
          <a:bodyPr lIns="45718" tIns="45718" rIns="45718" bIns="45718"/>
          <a:lstStyle/>
          <a:p>
            <a:endParaRPr/>
          </a:p>
        </p:txBody>
      </p:sp>
      <p:sp>
        <p:nvSpPr>
          <p:cNvPr id="975" name="直接连接符 326"/>
          <p:cNvSpPr/>
          <p:nvPr/>
        </p:nvSpPr>
        <p:spPr>
          <a:xfrm flipH="1">
            <a:off x="4332287" y="2896870"/>
            <a:ext cx="1223964" cy="2"/>
          </a:xfrm>
          <a:prstGeom prst="line">
            <a:avLst/>
          </a:prstGeom>
          <a:ln w="19050">
            <a:solidFill>
              <a:srgbClr val="53C800"/>
            </a:solidFill>
            <a:prstDash val="sysDash"/>
            <a:miter/>
          </a:ln>
        </p:spPr>
        <p:txBody>
          <a:bodyPr lIns="45718" tIns="45718" rIns="45718" bIns="45718"/>
          <a:lstStyle/>
          <a:p>
            <a:endParaRPr/>
          </a:p>
        </p:txBody>
      </p:sp>
      <p:sp>
        <p:nvSpPr>
          <p:cNvPr id="976" name="直接连接符 327"/>
          <p:cNvSpPr/>
          <p:nvPr/>
        </p:nvSpPr>
        <p:spPr>
          <a:xfrm flipH="1" flipV="1">
            <a:off x="5554662" y="3900487"/>
            <a:ext cx="874714" cy="1589"/>
          </a:xfrm>
          <a:prstGeom prst="line">
            <a:avLst/>
          </a:prstGeom>
          <a:ln w="19050">
            <a:solidFill>
              <a:srgbClr val="53C800"/>
            </a:solidFill>
            <a:prstDash val="sysDash"/>
            <a:miter/>
          </a:ln>
        </p:spPr>
        <p:txBody>
          <a:bodyPr lIns="45718" tIns="45718" rIns="45718" bIns="45718"/>
          <a:lstStyle/>
          <a:p>
            <a:endParaRPr/>
          </a:p>
        </p:txBody>
      </p:sp>
      <p:sp>
        <p:nvSpPr>
          <p:cNvPr id="980" name="直接连接符 331"/>
          <p:cNvSpPr/>
          <p:nvPr/>
        </p:nvSpPr>
        <p:spPr>
          <a:xfrm flipH="1">
            <a:off x="3952873" y="2419349"/>
            <a:ext cx="1590" cy="180978"/>
          </a:xfrm>
          <a:prstGeom prst="line">
            <a:avLst/>
          </a:prstGeom>
          <a:ln w="19050">
            <a:solidFill>
              <a:srgbClr val="53C800"/>
            </a:solidFill>
            <a:prstDash val="sysDash"/>
            <a:miter/>
          </a:ln>
        </p:spPr>
        <p:txBody>
          <a:bodyPr lIns="45718" tIns="45718" rIns="45718" bIns="45718"/>
          <a:lstStyle/>
          <a:p>
            <a:endParaRPr/>
          </a:p>
        </p:txBody>
      </p:sp>
      <p:sp>
        <p:nvSpPr>
          <p:cNvPr id="1015" name="直接连接符 367"/>
          <p:cNvSpPr/>
          <p:nvPr/>
        </p:nvSpPr>
        <p:spPr>
          <a:xfrm flipH="1">
            <a:off x="3689348" y="3386137"/>
            <a:ext cx="479427" cy="4764"/>
          </a:xfrm>
          <a:prstGeom prst="line">
            <a:avLst/>
          </a:prstGeom>
          <a:ln w="19050">
            <a:solidFill>
              <a:srgbClr val="53C800"/>
            </a:solidFill>
            <a:prstDash val="sysDash"/>
            <a:miter/>
          </a:ln>
        </p:spPr>
        <p:txBody>
          <a:bodyPr lIns="45718" tIns="45718" rIns="45718" bIns="45718"/>
          <a:lstStyle/>
          <a:p>
            <a:endParaRPr/>
          </a:p>
        </p:txBody>
      </p:sp>
      <p:sp>
        <p:nvSpPr>
          <p:cNvPr id="1026" name="直接连接符 378"/>
          <p:cNvSpPr/>
          <p:nvPr/>
        </p:nvSpPr>
        <p:spPr>
          <a:xfrm flipH="1" flipV="1">
            <a:off x="7685088" y="3911598"/>
            <a:ext cx="169864" cy="1590"/>
          </a:xfrm>
          <a:prstGeom prst="line">
            <a:avLst/>
          </a:prstGeom>
          <a:ln w="19050">
            <a:solidFill>
              <a:srgbClr val="53C800"/>
            </a:solidFill>
            <a:prstDash val="sysDash"/>
            <a:miter/>
          </a:ln>
        </p:spPr>
        <p:txBody>
          <a:bodyPr lIns="45718" tIns="45718" rIns="45718" bIns="45718"/>
          <a:lstStyle/>
          <a:p>
            <a:endParaRPr/>
          </a:p>
        </p:txBody>
      </p:sp>
      <p:sp>
        <p:nvSpPr>
          <p:cNvPr id="977" name="直接连接符 328"/>
          <p:cNvSpPr/>
          <p:nvPr/>
        </p:nvSpPr>
        <p:spPr>
          <a:xfrm>
            <a:off x="2507613" y="4104323"/>
            <a:ext cx="2" cy="490539"/>
          </a:xfrm>
          <a:prstGeom prst="line">
            <a:avLst/>
          </a:prstGeom>
          <a:ln w="19050">
            <a:solidFill>
              <a:srgbClr val="53C800"/>
            </a:solidFill>
            <a:prstDash val="sysDash"/>
            <a:miter/>
          </a:ln>
        </p:spPr>
        <p:txBody>
          <a:bodyPr lIns="45718" tIns="45718" rIns="45718" bIns="45718"/>
          <a:lstStyle/>
          <a:p>
            <a:endParaRPr/>
          </a:p>
        </p:txBody>
      </p:sp>
      <p:sp>
        <p:nvSpPr>
          <p:cNvPr id="978" name="直接连接符 329"/>
          <p:cNvSpPr/>
          <p:nvPr/>
        </p:nvSpPr>
        <p:spPr>
          <a:xfrm>
            <a:off x="3885565" y="3815398"/>
            <a:ext cx="2" cy="779464"/>
          </a:xfrm>
          <a:prstGeom prst="line">
            <a:avLst/>
          </a:prstGeom>
          <a:ln w="19050">
            <a:solidFill>
              <a:srgbClr val="53C800"/>
            </a:solidFill>
            <a:prstDash val="sysDash"/>
            <a:miter/>
          </a:ln>
        </p:spPr>
        <p:txBody>
          <a:bodyPr lIns="45718" tIns="45718" rIns="45718" bIns="45718"/>
          <a:lstStyle/>
          <a:p>
            <a:endParaRPr/>
          </a:p>
        </p:txBody>
      </p:sp>
      <p:sp>
        <p:nvSpPr>
          <p:cNvPr id="979" name="直接连接符 330"/>
          <p:cNvSpPr/>
          <p:nvPr/>
        </p:nvSpPr>
        <p:spPr>
          <a:xfrm>
            <a:off x="5287326" y="4104323"/>
            <a:ext cx="2" cy="490539"/>
          </a:xfrm>
          <a:prstGeom prst="line">
            <a:avLst/>
          </a:prstGeom>
          <a:ln w="19050">
            <a:solidFill>
              <a:srgbClr val="53C800"/>
            </a:solidFill>
            <a:prstDash val="sysDash"/>
            <a:miter/>
          </a:ln>
        </p:spPr>
        <p:txBody>
          <a:bodyPr lIns="45718" tIns="45718" rIns="45718" bIns="45718"/>
          <a:lstStyle/>
          <a:p>
            <a:endParaRPr/>
          </a:p>
        </p:txBody>
      </p:sp>
      <p:sp>
        <p:nvSpPr>
          <p:cNvPr id="1006" name="直接连接符 355"/>
          <p:cNvSpPr/>
          <p:nvPr/>
        </p:nvSpPr>
        <p:spPr>
          <a:xfrm flipH="1">
            <a:off x="3548062" y="3814762"/>
            <a:ext cx="1589" cy="288927"/>
          </a:xfrm>
          <a:prstGeom prst="line">
            <a:avLst/>
          </a:prstGeom>
          <a:ln w="19050">
            <a:solidFill>
              <a:srgbClr val="53C800"/>
            </a:solidFill>
            <a:prstDash val="sysDash"/>
            <a:miter/>
          </a:ln>
        </p:spPr>
        <p:txBody>
          <a:bodyPr lIns="45718" tIns="45718" rIns="45718" bIns="45718"/>
          <a:lstStyle/>
          <a:p>
            <a:endParaRPr/>
          </a:p>
        </p:txBody>
      </p:sp>
      <p:sp>
        <p:nvSpPr>
          <p:cNvPr id="1007" name="直接连接符 356"/>
          <p:cNvSpPr/>
          <p:nvPr/>
        </p:nvSpPr>
        <p:spPr>
          <a:xfrm flipH="1">
            <a:off x="4194173" y="3814762"/>
            <a:ext cx="1590" cy="288927"/>
          </a:xfrm>
          <a:prstGeom prst="line">
            <a:avLst/>
          </a:prstGeom>
          <a:ln w="19050">
            <a:solidFill>
              <a:srgbClr val="53C800"/>
            </a:solidFill>
            <a:prstDash val="sysDash"/>
            <a:miter/>
          </a:ln>
        </p:spPr>
        <p:txBody>
          <a:bodyPr lIns="45718" tIns="45718" rIns="45718" bIns="45718"/>
          <a:lstStyle/>
          <a:p>
            <a:endParaRPr/>
          </a:p>
        </p:txBody>
      </p:sp>
      <p:sp>
        <p:nvSpPr>
          <p:cNvPr id="1008" name="直接连接符 357"/>
          <p:cNvSpPr/>
          <p:nvPr/>
        </p:nvSpPr>
        <p:spPr>
          <a:xfrm flipH="1">
            <a:off x="4195762" y="4104957"/>
            <a:ext cx="1092202" cy="2"/>
          </a:xfrm>
          <a:prstGeom prst="line">
            <a:avLst/>
          </a:prstGeom>
          <a:ln w="19050">
            <a:solidFill>
              <a:srgbClr val="53C800"/>
            </a:solidFill>
            <a:prstDash val="sysDash"/>
            <a:miter/>
          </a:ln>
        </p:spPr>
        <p:txBody>
          <a:bodyPr lIns="45718" tIns="45718" rIns="45718" bIns="45718"/>
          <a:lstStyle/>
          <a:p>
            <a:endParaRPr/>
          </a:p>
        </p:txBody>
      </p:sp>
      <p:sp>
        <p:nvSpPr>
          <p:cNvPr id="1009" name="直接连接符 358"/>
          <p:cNvSpPr/>
          <p:nvPr/>
        </p:nvSpPr>
        <p:spPr>
          <a:xfrm flipH="1">
            <a:off x="2508248" y="4104957"/>
            <a:ext cx="1041402" cy="2"/>
          </a:xfrm>
          <a:prstGeom prst="line">
            <a:avLst/>
          </a:prstGeom>
          <a:ln w="19050">
            <a:solidFill>
              <a:srgbClr val="53C800"/>
            </a:solidFill>
            <a:prstDash val="sysDash"/>
            <a:miter/>
          </a:ln>
        </p:spPr>
        <p:txBody>
          <a:bodyPr lIns="45718" tIns="45718" rIns="45718" bIns="45718"/>
          <a:lstStyle/>
          <a:p>
            <a:endParaRPr/>
          </a:p>
        </p:txBody>
      </p:sp>
      <p:sp>
        <p:nvSpPr>
          <p:cNvPr id="981" name="任意形状 33"/>
          <p:cNvSpPr/>
          <p:nvPr/>
        </p:nvSpPr>
        <p:spPr>
          <a:xfrm>
            <a:off x="3405187" y="2592388"/>
            <a:ext cx="1016002" cy="614364"/>
          </a:xfrm>
          <a:custGeom>
            <a:avLst/>
            <a:gdLst/>
            <a:ahLst/>
            <a:cxnLst>
              <a:cxn ang="0">
                <a:pos x="wd2" y="hd2"/>
              </a:cxn>
              <a:cxn ang="5400000">
                <a:pos x="wd2" y="hd2"/>
              </a:cxn>
              <a:cxn ang="10800000">
                <a:pos x="wd2" y="hd2"/>
              </a:cxn>
              <a:cxn ang="16200000">
                <a:pos x="wd2" y="hd2"/>
              </a:cxn>
            </a:cxnLst>
            <a:rect l="0" t="0" r="r" b="b"/>
            <a:pathLst>
              <a:path w="21600" h="21600" extrusionOk="0">
                <a:moveTo>
                  <a:pt x="12123" y="0"/>
                </a:moveTo>
                <a:cubicBezTo>
                  <a:pt x="15082" y="0"/>
                  <a:pt x="17552" y="3512"/>
                  <a:pt x="18123" y="8181"/>
                </a:cubicBezTo>
                <a:lnTo>
                  <a:pt x="18210" y="9135"/>
                </a:lnTo>
                <a:lnTo>
                  <a:pt x="18611" y="9203"/>
                </a:lnTo>
                <a:cubicBezTo>
                  <a:pt x="20317" y="9787"/>
                  <a:pt x="21600" y="12312"/>
                  <a:pt x="21600" y="15338"/>
                </a:cubicBezTo>
                <a:cubicBezTo>
                  <a:pt x="21600" y="18796"/>
                  <a:pt x="19924" y="21600"/>
                  <a:pt x="17857" y="21600"/>
                </a:cubicBezTo>
                <a:lnTo>
                  <a:pt x="17790" y="21589"/>
                </a:lnTo>
                <a:lnTo>
                  <a:pt x="17790" y="21600"/>
                </a:lnTo>
                <a:lnTo>
                  <a:pt x="3793" y="21600"/>
                </a:lnTo>
                <a:lnTo>
                  <a:pt x="3793" y="21592"/>
                </a:lnTo>
                <a:lnTo>
                  <a:pt x="3743" y="21600"/>
                </a:lnTo>
                <a:cubicBezTo>
                  <a:pt x="1676" y="21600"/>
                  <a:pt x="0" y="18796"/>
                  <a:pt x="0" y="15338"/>
                </a:cubicBezTo>
                <a:cubicBezTo>
                  <a:pt x="0" y="12744"/>
                  <a:pt x="943" y="10518"/>
                  <a:pt x="2286" y="9568"/>
                </a:cubicBezTo>
                <a:lnTo>
                  <a:pt x="2613" y="9398"/>
                </a:lnTo>
                <a:lnTo>
                  <a:pt x="2620" y="9287"/>
                </a:lnTo>
                <a:cubicBezTo>
                  <a:pt x="2950" y="6585"/>
                  <a:pt x="4379" y="4552"/>
                  <a:pt x="6092" y="4552"/>
                </a:cubicBezTo>
                <a:cubicBezTo>
                  <a:pt x="6336" y="4552"/>
                  <a:pt x="6575" y="4594"/>
                  <a:pt x="6806" y="4673"/>
                </a:cubicBezTo>
                <a:lnTo>
                  <a:pt x="6960" y="4753"/>
                </a:lnTo>
                <a:lnTo>
                  <a:pt x="7045" y="4517"/>
                </a:lnTo>
                <a:cubicBezTo>
                  <a:pt x="8146" y="1792"/>
                  <a:pt x="10009" y="0"/>
                  <a:pt x="12123" y="0"/>
                </a:cubicBezTo>
                <a:close/>
              </a:path>
            </a:pathLst>
          </a:custGeom>
          <a:solidFill>
            <a:srgbClr val="FFFFFF">
              <a:alpha val="69804"/>
            </a:srgbClr>
          </a:solidFill>
          <a:ln w="28575">
            <a:solidFill>
              <a:srgbClr val="006CD9"/>
            </a:solidFill>
            <a:miter/>
          </a:ln>
        </p:spPr>
        <p:txBody>
          <a:bodyPr lIns="45718" tIns="45718" rIns="45718" bIns="45718" anchor="ctr"/>
          <a:lstStyle/>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982" name="任意形状 33"/>
          <p:cNvSpPr/>
          <p:nvPr/>
        </p:nvSpPr>
        <p:spPr>
          <a:xfrm>
            <a:off x="1939925" y="4521198"/>
            <a:ext cx="1152527" cy="738191"/>
          </a:xfrm>
          <a:custGeom>
            <a:avLst/>
            <a:gdLst/>
            <a:ahLst/>
            <a:cxnLst>
              <a:cxn ang="0">
                <a:pos x="wd2" y="hd2"/>
              </a:cxn>
              <a:cxn ang="5400000">
                <a:pos x="wd2" y="hd2"/>
              </a:cxn>
              <a:cxn ang="10800000">
                <a:pos x="wd2" y="hd2"/>
              </a:cxn>
              <a:cxn ang="16200000">
                <a:pos x="wd2" y="hd2"/>
              </a:cxn>
            </a:cxnLst>
            <a:rect l="0" t="0" r="r" b="b"/>
            <a:pathLst>
              <a:path w="21600" h="21600" extrusionOk="0">
                <a:moveTo>
                  <a:pt x="12123" y="0"/>
                </a:moveTo>
                <a:cubicBezTo>
                  <a:pt x="15082" y="0"/>
                  <a:pt x="17552" y="3512"/>
                  <a:pt x="18123" y="8181"/>
                </a:cubicBezTo>
                <a:lnTo>
                  <a:pt x="18210" y="9135"/>
                </a:lnTo>
                <a:lnTo>
                  <a:pt x="18611" y="9203"/>
                </a:lnTo>
                <a:cubicBezTo>
                  <a:pt x="20317" y="9787"/>
                  <a:pt x="21600" y="12312"/>
                  <a:pt x="21600" y="15338"/>
                </a:cubicBezTo>
                <a:cubicBezTo>
                  <a:pt x="21600" y="18796"/>
                  <a:pt x="19924" y="21600"/>
                  <a:pt x="17857" y="21600"/>
                </a:cubicBezTo>
                <a:lnTo>
                  <a:pt x="17790" y="21589"/>
                </a:lnTo>
                <a:lnTo>
                  <a:pt x="17790" y="21600"/>
                </a:lnTo>
                <a:lnTo>
                  <a:pt x="3793" y="21600"/>
                </a:lnTo>
                <a:lnTo>
                  <a:pt x="3793" y="21592"/>
                </a:lnTo>
                <a:lnTo>
                  <a:pt x="3743" y="21600"/>
                </a:lnTo>
                <a:cubicBezTo>
                  <a:pt x="1676" y="21600"/>
                  <a:pt x="0" y="18796"/>
                  <a:pt x="0" y="15338"/>
                </a:cubicBezTo>
                <a:cubicBezTo>
                  <a:pt x="0" y="12744"/>
                  <a:pt x="943" y="10518"/>
                  <a:pt x="2286" y="9568"/>
                </a:cubicBezTo>
                <a:lnTo>
                  <a:pt x="2613" y="9398"/>
                </a:lnTo>
                <a:lnTo>
                  <a:pt x="2620" y="9287"/>
                </a:lnTo>
                <a:cubicBezTo>
                  <a:pt x="2950" y="6585"/>
                  <a:pt x="4379" y="4552"/>
                  <a:pt x="6092" y="4552"/>
                </a:cubicBezTo>
                <a:cubicBezTo>
                  <a:pt x="6336" y="4552"/>
                  <a:pt x="6575" y="4594"/>
                  <a:pt x="6806" y="4673"/>
                </a:cubicBezTo>
                <a:lnTo>
                  <a:pt x="6960" y="4753"/>
                </a:lnTo>
                <a:lnTo>
                  <a:pt x="7045" y="4517"/>
                </a:lnTo>
                <a:cubicBezTo>
                  <a:pt x="8146" y="1792"/>
                  <a:pt x="10009" y="0"/>
                  <a:pt x="12123" y="0"/>
                </a:cubicBezTo>
                <a:close/>
              </a:path>
            </a:pathLst>
          </a:custGeom>
          <a:solidFill>
            <a:srgbClr val="FFFFFF">
              <a:alpha val="69804"/>
            </a:srgbClr>
          </a:solidFill>
          <a:ln w="28575">
            <a:solidFill>
              <a:srgbClr val="006CD9"/>
            </a:solidFill>
            <a:miter/>
          </a:ln>
        </p:spPr>
        <p:txBody>
          <a:bodyPr lIns="45718" tIns="45718" rIns="45718" bIns="45718" anchor="ctr"/>
          <a:lstStyle/>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pic>
        <p:nvPicPr>
          <p:cNvPr id="983" name="图片 334" descr="图片 334"/>
          <p:cNvPicPr>
            <a:picLocks noChangeAspect="1"/>
          </p:cNvPicPr>
          <p:nvPr/>
        </p:nvPicPr>
        <p:blipFill>
          <a:blip r:embed="rId2"/>
          <a:stretch>
            <a:fillRect/>
          </a:stretch>
        </p:blipFill>
        <p:spPr>
          <a:xfrm>
            <a:off x="2103438" y="4956175"/>
            <a:ext cx="247652" cy="252415"/>
          </a:xfrm>
          <a:prstGeom prst="rect">
            <a:avLst/>
          </a:prstGeom>
          <a:ln w="12700">
            <a:miter lim="400000"/>
            <a:headEnd/>
            <a:tailEnd/>
          </a:ln>
        </p:spPr>
      </p:pic>
      <p:pic>
        <p:nvPicPr>
          <p:cNvPr id="984" name="图片 335" descr="图片 335"/>
          <p:cNvPicPr>
            <a:picLocks noChangeAspect="1"/>
          </p:cNvPicPr>
          <p:nvPr/>
        </p:nvPicPr>
        <p:blipFill>
          <a:blip r:embed="rId3"/>
          <a:stretch>
            <a:fillRect/>
          </a:stretch>
        </p:blipFill>
        <p:spPr>
          <a:xfrm>
            <a:off x="2397125" y="4968875"/>
            <a:ext cx="325440" cy="234950"/>
          </a:xfrm>
          <a:prstGeom prst="rect">
            <a:avLst/>
          </a:prstGeom>
          <a:ln w="12700">
            <a:miter lim="400000"/>
            <a:headEnd/>
            <a:tailEnd/>
          </a:ln>
        </p:spPr>
      </p:pic>
      <p:pic>
        <p:nvPicPr>
          <p:cNvPr id="985" name="图片 336" descr="图片 336"/>
          <p:cNvPicPr>
            <a:picLocks noChangeAspect="1"/>
          </p:cNvPicPr>
          <p:nvPr/>
        </p:nvPicPr>
        <p:blipFill>
          <a:blip r:embed="rId4"/>
          <a:stretch>
            <a:fillRect/>
          </a:stretch>
        </p:blipFill>
        <p:spPr>
          <a:xfrm>
            <a:off x="2778125" y="4933950"/>
            <a:ext cx="165100" cy="284165"/>
          </a:xfrm>
          <a:prstGeom prst="rect">
            <a:avLst/>
          </a:prstGeom>
          <a:ln w="12700">
            <a:miter lim="400000"/>
            <a:headEnd/>
            <a:tailEnd/>
          </a:ln>
        </p:spPr>
      </p:pic>
      <p:pic>
        <p:nvPicPr>
          <p:cNvPr id="986" name="图片 337" descr="图片 337"/>
          <p:cNvPicPr>
            <a:picLocks noChangeAspect="1"/>
          </p:cNvPicPr>
          <p:nvPr/>
        </p:nvPicPr>
        <p:blipFill>
          <a:blip r:embed="rId5"/>
          <a:stretch>
            <a:fillRect/>
          </a:stretch>
        </p:blipFill>
        <p:spPr>
          <a:xfrm>
            <a:off x="2366963" y="4449762"/>
            <a:ext cx="285752" cy="282577"/>
          </a:xfrm>
          <a:prstGeom prst="rect">
            <a:avLst/>
          </a:prstGeom>
          <a:ln w="12700">
            <a:miter lim="400000"/>
            <a:headEnd/>
            <a:tailEnd/>
          </a:ln>
        </p:spPr>
      </p:pic>
      <p:sp>
        <p:nvSpPr>
          <p:cNvPr id="987" name="任意形状 33"/>
          <p:cNvSpPr/>
          <p:nvPr/>
        </p:nvSpPr>
        <p:spPr>
          <a:xfrm>
            <a:off x="3319462" y="4532312"/>
            <a:ext cx="1152527" cy="736602"/>
          </a:xfrm>
          <a:custGeom>
            <a:avLst/>
            <a:gdLst/>
            <a:ahLst/>
            <a:cxnLst>
              <a:cxn ang="0">
                <a:pos x="wd2" y="hd2"/>
              </a:cxn>
              <a:cxn ang="5400000">
                <a:pos x="wd2" y="hd2"/>
              </a:cxn>
              <a:cxn ang="10800000">
                <a:pos x="wd2" y="hd2"/>
              </a:cxn>
              <a:cxn ang="16200000">
                <a:pos x="wd2" y="hd2"/>
              </a:cxn>
            </a:cxnLst>
            <a:rect l="0" t="0" r="r" b="b"/>
            <a:pathLst>
              <a:path w="21600" h="21600" extrusionOk="0">
                <a:moveTo>
                  <a:pt x="12123" y="0"/>
                </a:moveTo>
                <a:cubicBezTo>
                  <a:pt x="15082" y="0"/>
                  <a:pt x="17552" y="3512"/>
                  <a:pt x="18123" y="8181"/>
                </a:cubicBezTo>
                <a:lnTo>
                  <a:pt x="18210" y="9135"/>
                </a:lnTo>
                <a:lnTo>
                  <a:pt x="18611" y="9203"/>
                </a:lnTo>
                <a:cubicBezTo>
                  <a:pt x="20317" y="9787"/>
                  <a:pt x="21600" y="12312"/>
                  <a:pt x="21600" y="15338"/>
                </a:cubicBezTo>
                <a:cubicBezTo>
                  <a:pt x="21600" y="18796"/>
                  <a:pt x="19924" y="21600"/>
                  <a:pt x="17857" y="21600"/>
                </a:cubicBezTo>
                <a:lnTo>
                  <a:pt x="17790" y="21589"/>
                </a:lnTo>
                <a:lnTo>
                  <a:pt x="17790" y="21600"/>
                </a:lnTo>
                <a:lnTo>
                  <a:pt x="3793" y="21600"/>
                </a:lnTo>
                <a:lnTo>
                  <a:pt x="3793" y="21592"/>
                </a:lnTo>
                <a:lnTo>
                  <a:pt x="3743" y="21600"/>
                </a:lnTo>
                <a:cubicBezTo>
                  <a:pt x="1676" y="21600"/>
                  <a:pt x="0" y="18796"/>
                  <a:pt x="0" y="15338"/>
                </a:cubicBezTo>
                <a:cubicBezTo>
                  <a:pt x="0" y="12744"/>
                  <a:pt x="943" y="10518"/>
                  <a:pt x="2286" y="9568"/>
                </a:cubicBezTo>
                <a:lnTo>
                  <a:pt x="2613" y="9398"/>
                </a:lnTo>
                <a:lnTo>
                  <a:pt x="2620" y="9287"/>
                </a:lnTo>
                <a:cubicBezTo>
                  <a:pt x="2950" y="6585"/>
                  <a:pt x="4379" y="4552"/>
                  <a:pt x="6092" y="4552"/>
                </a:cubicBezTo>
                <a:cubicBezTo>
                  <a:pt x="6336" y="4552"/>
                  <a:pt x="6575" y="4594"/>
                  <a:pt x="6806" y="4673"/>
                </a:cubicBezTo>
                <a:lnTo>
                  <a:pt x="6960" y="4753"/>
                </a:lnTo>
                <a:lnTo>
                  <a:pt x="7045" y="4517"/>
                </a:lnTo>
                <a:cubicBezTo>
                  <a:pt x="8146" y="1792"/>
                  <a:pt x="10009" y="0"/>
                  <a:pt x="12123" y="0"/>
                </a:cubicBezTo>
                <a:close/>
              </a:path>
            </a:pathLst>
          </a:custGeom>
          <a:solidFill>
            <a:srgbClr val="FFFFFF">
              <a:alpha val="69804"/>
            </a:srgbClr>
          </a:solidFill>
          <a:ln w="28575">
            <a:solidFill>
              <a:srgbClr val="006CD9"/>
            </a:solidFill>
            <a:miter/>
          </a:ln>
        </p:spPr>
        <p:txBody>
          <a:bodyPr lIns="45718" tIns="45718" rIns="45718" bIns="45718" anchor="ctr"/>
          <a:lstStyle/>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pic>
        <p:nvPicPr>
          <p:cNvPr id="988" name="图片 339" descr="图片 339"/>
          <p:cNvPicPr>
            <a:picLocks noChangeAspect="1"/>
          </p:cNvPicPr>
          <p:nvPr/>
        </p:nvPicPr>
        <p:blipFill>
          <a:blip r:embed="rId2"/>
          <a:stretch>
            <a:fillRect/>
          </a:stretch>
        </p:blipFill>
        <p:spPr>
          <a:xfrm>
            <a:off x="3482975" y="4967287"/>
            <a:ext cx="247650" cy="250827"/>
          </a:xfrm>
          <a:prstGeom prst="rect">
            <a:avLst/>
          </a:prstGeom>
          <a:ln w="12700">
            <a:miter lim="400000"/>
            <a:headEnd/>
            <a:tailEnd/>
          </a:ln>
        </p:spPr>
      </p:pic>
      <p:pic>
        <p:nvPicPr>
          <p:cNvPr id="989" name="图片 340" descr="图片 340"/>
          <p:cNvPicPr>
            <a:picLocks noChangeAspect="1"/>
          </p:cNvPicPr>
          <p:nvPr/>
        </p:nvPicPr>
        <p:blipFill>
          <a:blip r:embed="rId3"/>
          <a:stretch>
            <a:fillRect/>
          </a:stretch>
        </p:blipFill>
        <p:spPr>
          <a:xfrm>
            <a:off x="3776662" y="4979987"/>
            <a:ext cx="325439" cy="233364"/>
          </a:xfrm>
          <a:prstGeom prst="rect">
            <a:avLst/>
          </a:prstGeom>
          <a:ln w="12700">
            <a:miter lim="400000"/>
            <a:headEnd/>
            <a:tailEnd/>
          </a:ln>
        </p:spPr>
      </p:pic>
      <p:pic>
        <p:nvPicPr>
          <p:cNvPr id="990" name="图片 341" descr="图片 341"/>
          <p:cNvPicPr>
            <a:picLocks noChangeAspect="1"/>
          </p:cNvPicPr>
          <p:nvPr/>
        </p:nvPicPr>
        <p:blipFill>
          <a:blip r:embed="rId4"/>
          <a:stretch>
            <a:fillRect/>
          </a:stretch>
        </p:blipFill>
        <p:spPr>
          <a:xfrm>
            <a:off x="4157662" y="4945062"/>
            <a:ext cx="165102" cy="284164"/>
          </a:xfrm>
          <a:prstGeom prst="rect">
            <a:avLst/>
          </a:prstGeom>
          <a:ln w="12700">
            <a:miter lim="400000"/>
            <a:headEnd/>
            <a:tailEnd/>
          </a:ln>
        </p:spPr>
      </p:pic>
      <p:sp>
        <p:nvSpPr>
          <p:cNvPr id="991" name="任意形状 33"/>
          <p:cNvSpPr/>
          <p:nvPr/>
        </p:nvSpPr>
        <p:spPr>
          <a:xfrm>
            <a:off x="4718050" y="4529137"/>
            <a:ext cx="1152527" cy="736602"/>
          </a:xfrm>
          <a:custGeom>
            <a:avLst/>
            <a:gdLst/>
            <a:ahLst/>
            <a:cxnLst>
              <a:cxn ang="0">
                <a:pos x="wd2" y="hd2"/>
              </a:cxn>
              <a:cxn ang="5400000">
                <a:pos x="wd2" y="hd2"/>
              </a:cxn>
              <a:cxn ang="10800000">
                <a:pos x="wd2" y="hd2"/>
              </a:cxn>
              <a:cxn ang="16200000">
                <a:pos x="wd2" y="hd2"/>
              </a:cxn>
            </a:cxnLst>
            <a:rect l="0" t="0" r="r" b="b"/>
            <a:pathLst>
              <a:path w="21600" h="21600" extrusionOk="0">
                <a:moveTo>
                  <a:pt x="12123" y="0"/>
                </a:moveTo>
                <a:cubicBezTo>
                  <a:pt x="15082" y="0"/>
                  <a:pt x="17552" y="3512"/>
                  <a:pt x="18123" y="8181"/>
                </a:cubicBezTo>
                <a:lnTo>
                  <a:pt x="18210" y="9135"/>
                </a:lnTo>
                <a:lnTo>
                  <a:pt x="18611" y="9203"/>
                </a:lnTo>
                <a:cubicBezTo>
                  <a:pt x="20317" y="9787"/>
                  <a:pt x="21600" y="12312"/>
                  <a:pt x="21600" y="15338"/>
                </a:cubicBezTo>
                <a:cubicBezTo>
                  <a:pt x="21600" y="18796"/>
                  <a:pt x="19924" y="21600"/>
                  <a:pt x="17857" y="21600"/>
                </a:cubicBezTo>
                <a:lnTo>
                  <a:pt x="17790" y="21589"/>
                </a:lnTo>
                <a:lnTo>
                  <a:pt x="17790" y="21600"/>
                </a:lnTo>
                <a:lnTo>
                  <a:pt x="3793" y="21600"/>
                </a:lnTo>
                <a:lnTo>
                  <a:pt x="3793" y="21592"/>
                </a:lnTo>
                <a:lnTo>
                  <a:pt x="3743" y="21600"/>
                </a:lnTo>
                <a:cubicBezTo>
                  <a:pt x="1676" y="21600"/>
                  <a:pt x="0" y="18796"/>
                  <a:pt x="0" y="15338"/>
                </a:cubicBezTo>
                <a:cubicBezTo>
                  <a:pt x="0" y="12744"/>
                  <a:pt x="943" y="10518"/>
                  <a:pt x="2286" y="9568"/>
                </a:cubicBezTo>
                <a:lnTo>
                  <a:pt x="2613" y="9398"/>
                </a:lnTo>
                <a:lnTo>
                  <a:pt x="2620" y="9287"/>
                </a:lnTo>
                <a:cubicBezTo>
                  <a:pt x="2950" y="6585"/>
                  <a:pt x="4379" y="4552"/>
                  <a:pt x="6092" y="4552"/>
                </a:cubicBezTo>
                <a:cubicBezTo>
                  <a:pt x="6336" y="4552"/>
                  <a:pt x="6575" y="4594"/>
                  <a:pt x="6806" y="4673"/>
                </a:cubicBezTo>
                <a:lnTo>
                  <a:pt x="6960" y="4753"/>
                </a:lnTo>
                <a:lnTo>
                  <a:pt x="7045" y="4517"/>
                </a:lnTo>
                <a:cubicBezTo>
                  <a:pt x="8146" y="1792"/>
                  <a:pt x="10009" y="0"/>
                  <a:pt x="12123" y="0"/>
                </a:cubicBezTo>
                <a:close/>
              </a:path>
            </a:pathLst>
          </a:custGeom>
          <a:solidFill>
            <a:srgbClr val="FFFFFF">
              <a:alpha val="69804"/>
            </a:srgbClr>
          </a:solidFill>
          <a:ln w="28575">
            <a:solidFill>
              <a:srgbClr val="006CD9"/>
            </a:solidFill>
            <a:miter/>
          </a:ln>
        </p:spPr>
        <p:txBody>
          <a:bodyPr lIns="45718" tIns="45718" rIns="45718" bIns="45718" anchor="ctr"/>
          <a:lstStyle/>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pic>
        <p:nvPicPr>
          <p:cNvPr id="992" name="图片 343" descr="图片 343"/>
          <p:cNvPicPr>
            <a:picLocks noChangeAspect="1"/>
          </p:cNvPicPr>
          <p:nvPr/>
        </p:nvPicPr>
        <p:blipFill>
          <a:blip r:embed="rId2"/>
          <a:stretch>
            <a:fillRect/>
          </a:stretch>
        </p:blipFill>
        <p:spPr>
          <a:xfrm>
            <a:off x="4879975" y="4964112"/>
            <a:ext cx="249240" cy="250827"/>
          </a:xfrm>
          <a:prstGeom prst="rect">
            <a:avLst/>
          </a:prstGeom>
          <a:ln w="12700">
            <a:miter lim="400000"/>
            <a:headEnd/>
            <a:tailEnd/>
          </a:ln>
        </p:spPr>
      </p:pic>
      <p:pic>
        <p:nvPicPr>
          <p:cNvPr id="993" name="图片 344" descr="图片 344"/>
          <p:cNvPicPr>
            <a:picLocks noChangeAspect="1"/>
          </p:cNvPicPr>
          <p:nvPr/>
        </p:nvPicPr>
        <p:blipFill>
          <a:blip r:embed="rId3"/>
          <a:stretch>
            <a:fillRect/>
          </a:stretch>
        </p:blipFill>
        <p:spPr>
          <a:xfrm>
            <a:off x="5175250" y="4975225"/>
            <a:ext cx="325440" cy="234950"/>
          </a:xfrm>
          <a:prstGeom prst="rect">
            <a:avLst/>
          </a:prstGeom>
          <a:ln w="12700">
            <a:miter lim="400000"/>
            <a:headEnd/>
            <a:tailEnd/>
          </a:ln>
        </p:spPr>
      </p:pic>
      <p:pic>
        <p:nvPicPr>
          <p:cNvPr id="994" name="图片 345" descr="图片 345"/>
          <p:cNvPicPr>
            <a:picLocks noChangeAspect="1"/>
          </p:cNvPicPr>
          <p:nvPr/>
        </p:nvPicPr>
        <p:blipFill>
          <a:blip r:embed="rId4"/>
          <a:stretch>
            <a:fillRect/>
          </a:stretch>
        </p:blipFill>
        <p:spPr>
          <a:xfrm>
            <a:off x="5556250" y="4940300"/>
            <a:ext cx="165100" cy="285750"/>
          </a:xfrm>
          <a:prstGeom prst="rect">
            <a:avLst/>
          </a:prstGeom>
          <a:ln w="12700">
            <a:miter lim="400000"/>
            <a:headEnd/>
            <a:tailEnd/>
          </a:ln>
        </p:spPr>
      </p:pic>
      <p:sp>
        <p:nvSpPr>
          <p:cNvPr id="995" name="Text Box 12"/>
          <p:cNvSpPr txBox="1"/>
          <p:nvPr/>
        </p:nvSpPr>
        <p:spPr>
          <a:xfrm>
            <a:off x="3188862" y="5270499"/>
            <a:ext cx="1469288" cy="256329"/>
          </a:xfrm>
          <a:prstGeom prst="rect">
            <a:avLst/>
          </a:prstGeom>
          <a:ln w="12700">
            <a:miter lim="400000"/>
          </a:ln>
        </p:spPr>
        <p:txBody>
          <a:bodyPr lIns="45614" tIns="45614" rIns="45614" bIns="45614">
            <a:spAutoFit/>
          </a:bodyPr>
          <a:lstStyle>
            <a:lvl1pPr algn="ctr">
              <a:lnSpc>
                <a:spcPct val="130000"/>
              </a:lnSpc>
              <a:defRPr sz="9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教育局类用户政企单位</a:t>
            </a:r>
          </a:p>
        </p:txBody>
      </p:sp>
      <p:sp>
        <p:nvSpPr>
          <p:cNvPr id="996" name="Text Box 12"/>
          <p:cNvSpPr txBox="1"/>
          <p:nvPr/>
        </p:nvSpPr>
        <p:spPr>
          <a:xfrm>
            <a:off x="4603324" y="5270499"/>
            <a:ext cx="1469288" cy="256329"/>
          </a:xfrm>
          <a:prstGeom prst="rect">
            <a:avLst/>
          </a:prstGeom>
          <a:ln w="12700">
            <a:miter lim="400000"/>
          </a:ln>
        </p:spPr>
        <p:txBody>
          <a:bodyPr lIns="45614" tIns="45614" rIns="45614" bIns="45614">
            <a:spAutoFit/>
          </a:bodyPr>
          <a:lstStyle>
            <a:lvl1pPr algn="ctr">
              <a:lnSpc>
                <a:spcPct val="130000"/>
              </a:lnSpc>
              <a:defRPr sz="9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酒店中小企业</a:t>
            </a:r>
          </a:p>
        </p:txBody>
      </p:sp>
      <p:sp>
        <p:nvSpPr>
          <p:cNvPr id="997" name="Text Box 12"/>
          <p:cNvSpPr txBox="1"/>
          <p:nvPr/>
        </p:nvSpPr>
        <p:spPr>
          <a:xfrm>
            <a:off x="1752175" y="5254623"/>
            <a:ext cx="1445477" cy="256329"/>
          </a:xfrm>
          <a:prstGeom prst="rect">
            <a:avLst/>
          </a:prstGeom>
          <a:ln w="12700">
            <a:miter lim="400000"/>
          </a:ln>
        </p:spPr>
        <p:txBody>
          <a:bodyPr lIns="45614" tIns="45614" rIns="45614" bIns="45614">
            <a:spAutoFit/>
          </a:bodyPr>
          <a:lstStyle>
            <a:lvl1pPr algn="ctr">
              <a:lnSpc>
                <a:spcPct val="130000"/>
              </a:lnSpc>
              <a:defRPr sz="9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中大型多分支用户</a:t>
            </a:r>
          </a:p>
        </p:txBody>
      </p:sp>
      <p:grpSp>
        <p:nvGrpSpPr>
          <p:cNvPr id="1000" name="矩形 31"/>
          <p:cNvGrpSpPr/>
          <p:nvPr/>
        </p:nvGrpSpPr>
        <p:grpSpPr>
          <a:xfrm>
            <a:off x="3088924" y="3582054"/>
            <a:ext cx="1693826" cy="270510"/>
            <a:chOff x="0" y="-1905"/>
            <a:chExt cx="1693824" cy="270509"/>
          </a:xfrm>
        </p:grpSpPr>
        <p:sp>
          <p:nvSpPr>
            <p:cNvPr id="998" name="矩形"/>
            <p:cNvSpPr/>
            <p:nvPr/>
          </p:nvSpPr>
          <p:spPr>
            <a:xfrm>
              <a:off x="0" y="10494"/>
              <a:ext cx="1693824" cy="245713"/>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584200">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999" name="CR / BRAS / SR"/>
            <p:cNvSpPr txBox="1"/>
            <p:nvPr/>
          </p:nvSpPr>
          <p:spPr>
            <a:xfrm>
              <a:off x="153035" y="-1905"/>
              <a:ext cx="1388108" cy="270509"/>
            </a:xfrm>
            <a:prstGeom prst="rect">
              <a:avLst/>
            </a:prstGeom>
            <a:noFill/>
            <a:ln w="12700" cap="flat">
              <a:noFill/>
              <a:miter lim="400000"/>
            </a:ln>
            <a:effectLst/>
          </p:spPr>
          <p:txBody>
            <a:bodyPr wrap="square" lIns="50800" tIns="50800" rIns="50800" bIns="50800" numCol="1" anchor="ctr">
              <a:spAutoFit/>
            </a:bodyPr>
            <a:lstStyle>
              <a:lvl1pPr algn="ctr" defTabSz="584200">
                <a:defRPr sz="1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CR / BRAS / SR</a:t>
              </a:r>
            </a:p>
          </p:txBody>
        </p:sp>
      </p:grpSp>
      <p:pic>
        <p:nvPicPr>
          <p:cNvPr id="1001" name="图片 350" descr="图片 350"/>
          <p:cNvPicPr>
            <a:picLocks noChangeAspect="1"/>
          </p:cNvPicPr>
          <p:nvPr/>
        </p:nvPicPr>
        <p:blipFill>
          <a:blip r:embed="rId6"/>
          <a:stretch>
            <a:fillRect/>
          </a:stretch>
        </p:blipFill>
        <p:spPr>
          <a:xfrm>
            <a:off x="3267075" y="3182938"/>
            <a:ext cx="412750" cy="406402"/>
          </a:xfrm>
          <a:prstGeom prst="rect">
            <a:avLst/>
          </a:prstGeom>
          <a:ln w="12700">
            <a:miter lim="400000"/>
            <a:headEnd/>
            <a:tailEnd/>
          </a:ln>
        </p:spPr>
      </p:pic>
      <p:pic>
        <p:nvPicPr>
          <p:cNvPr id="1002" name="图片 351" descr="图片 351"/>
          <p:cNvPicPr>
            <a:picLocks noChangeAspect="1"/>
          </p:cNvPicPr>
          <p:nvPr/>
        </p:nvPicPr>
        <p:blipFill>
          <a:blip r:embed="rId6"/>
          <a:stretch>
            <a:fillRect/>
          </a:stretch>
        </p:blipFill>
        <p:spPr>
          <a:xfrm>
            <a:off x="4168775" y="3182938"/>
            <a:ext cx="411163" cy="406402"/>
          </a:xfrm>
          <a:prstGeom prst="rect">
            <a:avLst/>
          </a:prstGeom>
          <a:ln w="12700">
            <a:miter lim="400000"/>
            <a:headEnd/>
            <a:tailEnd/>
          </a:ln>
        </p:spPr>
      </p:pic>
      <p:sp>
        <p:nvSpPr>
          <p:cNvPr id="1003" name="任意形状 33"/>
          <p:cNvSpPr/>
          <p:nvPr/>
        </p:nvSpPr>
        <p:spPr>
          <a:xfrm>
            <a:off x="3416298" y="1806574"/>
            <a:ext cx="1016003" cy="612778"/>
          </a:xfrm>
          <a:custGeom>
            <a:avLst/>
            <a:gdLst/>
            <a:ahLst/>
            <a:cxnLst>
              <a:cxn ang="0">
                <a:pos x="wd2" y="hd2"/>
              </a:cxn>
              <a:cxn ang="5400000">
                <a:pos x="wd2" y="hd2"/>
              </a:cxn>
              <a:cxn ang="10800000">
                <a:pos x="wd2" y="hd2"/>
              </a:cxn>
              <a:cxn ang="16200000">
                <a:pos x="wd2" y="hd2"/>
              </a:cxn>
            </a:cxnLst>
            <a:rect l="0" t="0" r="r" b="b"/>
            <a:pathLst>
              <a:path w="21600" h="21600" extrusionOk="0">
                <a:moveTo>
                  <a:pt x="12123" y="0"/>
                </a:moveTo>
                <a:cubicBezTo>
                  <a:pt x="15082" y="0"/>
                  <a:pt x="17552" y="3512"/>
                  <a:pt x="18123" y="8181"/>
                </a:cubicBezTo>
                <a:lnTo>
                  <a:pt x="18210" y="9135"/>
                </a:lnTo>
                <a:lnTo>
                  <a:pt x="18611" y="9203"/>
                </a:lnTo>
                <a:cubicBezTo>
                  <a:pt x="20317" y="9787"/>
                  <a:pt x="21600" y="12312"/>
                  <a:pt x="21600" y="15338"/>
                </a:cubicBezTo>
                <a:cubicBezTo>
                  <a:pt x="21600" y="18796"/>
                  <a:pt x="19924" y="21600"/>
                  <a:pt x="17857" y="21600"/>
                </a:cubicBezTo>
                <a:lnTo>
                  <a:pt x="17790" y="21589"/>
                </a:lnTo>
                <a:lnTo>
                  <a:pt x="17790" y="21600"/>
                </a:lnTo>
                <a:lnTo>
                  <a:pt x="3793" y="21600"/>
                </a:lnTo>
                <a:lnTo>
                  <a:pt x="3793" y="21592"/>
                </a:lnTo>
                <a:lnTo>
                  <a:pt x="3743" y="21600"/>
                </a:lnTo>
                <a:cubicBezTo>
                  <a:pt x="1676" y="21600"/>
                  <a:pt x="0" y="18796"/>
                  <a:pt x="0" y="15338"/>
                </a:cubicBezTo>
                <a:cubicBezTo>
                  <a:pt x="0" y="12744"/>
                  <a:pt x="943" y="10518"/>
                  <a:pt x="2286" y="9568"/>
                </a:cubicBezTo>
                <a:lnTo>
                  <a:pt x="2613" y="9398"/>
                </a:lnTo>
                <a:lnTo>
                  <a:pt x="2620" y="9287"/>
                </a:lnTo>
                <a:cubicBezTo>
                  <a:pt x="2950" y="6585"/>
                  <a:pt x="4379" y="4552"/>
                  <a:pt x="6092" y="4552"/>
                </a:cubicBezTo>
                <a:cubicBezTo>
                  <a:pt x="6336" y="4552"/>
                  <a:pt x="6575" y="4594"/>
                  <a:pt x="6806" y="4673"/>
                </a:cubicBezTo>
                <a:lnTo>
                  <a:pt x="6960" y="4753"/>
                </a:lnTo>
                <a:lnTo>
                  <a:pt x="7045" y="4517"/>
                </a:lnTo>
                <a:cubicBezTo>
                  <a:pt x="8146" y="1792"/>
                  <a:pt x="10009" y="0"/>
                  <a:pt x="12123" y="0"/>
                </a:cubicBezTo>
                <a:close/>
              </a:path>
            </a:pathLst>
          </a:custGeom>
          <a:solidFill>
            <a:srgbClr val="FFFFFF">
              <a:alpha val="69804"/>
            </a:srgbClr>
          </a:solidFill>
          <a:ln w="28575">
            <a:solidFill>
              <a:srgbClr val="006CD9"/>
            </a:solidFill>
            <a:miter/>
          </a:ln>
        </p:spPr>
        <p:txBody>
          <a:bodyPr lIns="45718" tIns="45718" rIns="45718" bIns="45718" anchor="ctr"/>
          <a:lstStyle/>
          <a:p>
            <a:pPr algn="ctr">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004" name="矩形 353"/>
          <p:cNvSpPr txBox="1"/>
          <p:nvPr/>
        </p:nvSpPr>
        <p:spPr>
          <a:xfrm>
            <a:off x="3601535" y="2068514"/>
            <a:ext cx="662989" cy="269239"/>
          </a:xfrm>
          <a:prstGeom prst="rect">
            <a:avLst/>
          </a:prstGeom>
          <a:ln w="12700">
            <a:miter lim="400000"/>
          </a:ln>
        </p:spPr>
        <p:txBody>
          <a:bodyPr wrap="none" lIns="45718" tIns="45718" rIns="45718" bIns="45718">
            <a:spAutoFit/>
          </a:bodyPr>
          <a:lstStyle>
            <a:lvl1pPr algn="ctr">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Internet</a:t>
            </a:r>
          </a:p>
        </p:txBody>
      </p:sp>
      <p:sp>
        <p:nvSpPr>
          <p:cNvPr id="1005" name="矩形 354"/>
          <p:cNvSpPr txBox="1"/>
          <p:nvPr/>
        </p:nvSpPr>
        <p:spPr>
          <a:xfrm>
            <a:off x="3506311" y="2855914"/>
            <a:ext cx="866139" cy="307339"/>
          </a:xfrm>
          <a:prstGeom prst="rect">
            <a:avLst/>
          </a:prstGeom>
          <a:ln w="12700">
            <a:miter lim="400000"/>
          </a:ln>
        </p:spPr>
        <p:txBody>
          <a:bodyPr wrap="none" lIns="45718" tIns="45718" rIns="45718" bIns="45718">
            <a:spAutoFit/>
          </a:bodyPr>
          <a:lstStyle>
            <a:lvl1pPr algn="ctr">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城域骨干网</a:t>
            </a:r>
          </a:p>
        </p:txBody>
      </p:sp>
      <p:sp>
        <p:nvSpPr>
          <p:cNvPr id="1010" name="矩形 359"/>
          <p:cNvSpPr txBox="1"/>
          <p:nvPr/>
        </p:nvSpPr>
        <p:spPr>
          <a:xfrm>
            <a:off x="2680810" y="4327524"/>
            <a:ext cx="447039" cy="256539"/>
          </a:xfrm>
          <a:prstGeom prst="rect">
            <a:avLst/>
          </a:prstGeom>
          <a:ln w="12700">
            <a:miter lim="400000"/>
          </a:ln>
        </p:spPr>
        <p:txBody>
          <a:bodyPr wrap="none" lIns="45718" tIns="45718" rIns="45718" bIns="45718">
            <a:spAutoFit/>
          </a:bodyPr>
          <a:lstStyle>
            <a:lvl1pPr algn="ctr">
              <a:defRPr sz="9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路由器</a:t>
            </a:r>
          </a:p>
        </p:txBody>
      </p:sp>
      <p:sp>
        <p:nvSpPr>
          <p:cNvPr id="1011" name="矩形 360"/>
          <p:cNvSpPr txBox="1"/>
          <p:nvPr/>
        </p:nvSpPr>
        <p:spPr>
          <a:xfrm>
            <a:off x="4069079" y="4337050"/>
            <a:ext cx="561339" cy="256539"/>
          </a:xfrm>
          <a:prstGeom prst="rect">
            <a:avLst/>
          </a:prstGeom>
          <a:ln w="12700">
            <a:miter lim="400000"/>
          </a:ln>
        </p:spPr>
        <p:txBody>
          <a:bodyPr wrap="none" lIns="45718" tIns="45718" rIns="45718" bIns="45718">
            <a:spAutoFit/>
          </a:bodyPr>
          <a:lstStyle>
            <a:lvl1pPr algn="ctr">
              <a:defRPr sz="9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智能路由</a:t>
            </a:r>
          </a:p>
        </p:txBody>
      </p:sp>
      <p:sp>
        <p:nvSpPr>
          <p:cNvPr id="1012" name="矩形 361"/>
          <p:cNvSpPr txBox="1"/>
          <p:nvPr/>
        </p:nvSpPr>
        <p:spPr>
          <a:xfrm>
            <a:off x="5454155" y="4359274"/>
            <a:ext cx="351826" cy="231139"/>
          </a:xfrm>
          <a:prstGeom prst="rect">
            <a:avLst/>
          </a:prstGeom>
          <a:ln w="12700">
            <a:miter lim="400000"/>
          </a:ln>
        </p:spPr>
        <p:txBody>
          <a:bodyPr wrap="none" lIns="45718" tIns="45718" rIns="45718" bIns="45718">
            <a:spAutoFit/>
          </a:bodyPr>
          <a:lstStyle>
            <a:lvl1pPr algn="ctr">
              <a:defRPr sz="9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PON</a:t>
            </a:r>
          </a:p>
        </p:txBody>
      </p:sp>
      <p:pic>
        <p:nvPicPr>
          <p:cNvPr id="1013" name="图片 362" descr="图片 362"/>
          <p:cNvPicPr>
            <a:picLocks noChangeAspect="1"/>
          </p:cNvPicPr>
          <p:nvPr/>
        </p:nvPicPr>
        <p:blipFill>
          <a:blip r:embed="rId7"/>
          <a:stretch>
            <a:fillRect/>
          </a:stretch>
        </p:blipFill>
        <p:spPr>
          <a:xfrm>
            <a:off x="3783012" y="4471987"/>
            <a:ext cx="246064" cy="244477"/>
          </a:xfrm>
          <a:prstGeom prst="rect">
            <a:avLst/>
          </a:prstGeom>
          <a:ln w="12700">
            <a:miter lim="400000"/>
            <a:headEnd/>
            <a:tailEnd/>
          </a:ln>
        </p:spPr>
      </p:pic>
      <p:pic>
        <p:nvPicPr>
          <p:cNvPr id="1014" name="图片 363" descr="图片 363"/>
          <p:cNvPicPr>
            <a:picLocks noChangeAspect="1"/>
          </p:cNvPicPr>
          <p:nvPr/>
        </p:nvPicPr>
        <p:blipFill>
          <a:blip r:embed="rId8"/>
          <a:stretch>
            <a:fillRect/>
          </a:stretch>
        </p:blipFill>
        <p:spPr>
          <a:xfrm>
            <a:off x="5175250" y="4481512"/>
            <a:ext cx="252415" cy="249239"/>
          </a:xfrm>
          <a:prstGeom prst="rect">
            <a:avLst/>
          </a:prstGeom>
          <a:ln w="12700">
            <a:miter lim="400000"/>
            <a:headEnd/>
            <a:tailEnd/>
          </a:ln>
        </p:spPr>
      </p:pic>
      <p:sp>
        <p:nvSpPr>
          <p:cNvPr id="1016" name="圆角矩形 168"/>
          <p:cNvSpPr/>
          <p:nvPr/>
        </p:nvSpPr>
        <p:spPr>
          <a:xfrm>
            <a:off x="6427787" y="3552825"/>
            <a:ext cx="1257302" cy="1025525"/>
          </a:xfrm>
          <a:prstGeom prst="roundRect">
            <a:avLst>
              <a:gd name="adj" fmla="val 9221"/>
            </a:avLst>
          </a:prstGeom>
          <a:ln w="12700">
            <a:solidFill>
              <a:srgbClr val="006CD9"/>
            </a:solidFill>
            <a:prstDash val="dash"/>
            <a:miter/>
          </a:ln>
        </p:spPr>
        <p:txBody>
          <a:bodyPr lIns="45718" tIns="45718" rIns="45718" bIns="45718" anchor="ctr"/>
          <a:lstStyle/>
          <a:p>
            <a:pPr algn="ctr">
              <a:defRPr sz="1600">
                <a:solidFill>
                  <a:srgbClr val="404040"/>
                </a:solidFill>
                <a:latin typeface="+mj-lt"/>
                <a:ea typeface="+mj-ea"/>
                <a:cs typeface="+mj-cs"/>
                <a:sym typeface="等线" panose="02010600030101010101" charset="-122"/>
              </a:defRPr>
            </a:pPr>
            <a:endParaRPr/>
          </a:p>
        </p:txBody>
      </p:sp>
      <p:pic>
        <p:nvPicPr>
          <p:cNvPr id="1017" name="图片 369" descr="图片 369"/>
          <p:cNvPicPr>
            <a:picLocks noChangeAspect="1"/>
          </p:cNvPicPr>
          <p:nvPr/>
        </p:nvPicPr>
        <p:blipFill>
          <a:blip r:embed="rId9"/>
          <a:stretch>
            <a:fillRect/>
          </a:stretch>
        </p:blipFill>
        <p:spPr>
          <a:xfrm>
            <a:off x="6594475" y="3773487"/>
            <a:ext cx="384175" cy="377827"/>
          </a:xfrm>
          <a:prstGeom prst="rect">
            <a:avLst/>
          </a:prstGeom>
          <a:ln w="12700">
            <a:miter lim="400000"/>
            <a:headEnd/>
            <a:tailEnd/>
          </a:ln>
        </p:spPr>
      </p:pic>
      <p:pic>
        <p:nvPicPr>
          <p:cNvPr id="1018" name="图片 370" descr="图片 370"/>
          <p:cNvPicPr>
            <a:picLocks noChangeAspect="1"/>
          </p:cNvPicPr>
          <p:nvPr/>
        </p:nvPicPr>
        <p:blipFill>
          <a:blip r:embed="rId9"/>
          <a:stretch>
            <a:fillRect/>
          </a:stretch>
        </p:blipFill>
        <p:spPr>
          <a:xfrm>
            <a:off x="7108825" y="3770312"/>
            <a:ext cx="384175" cy="376239"/>
          </a:xfrm>
          <a:prstGeom prst="rect">
            <a:avLst/>
          </a:prstGeom>
          <a:ln w="12700">
            <a:miter lim="400000"/>
            <a:headEnd/>
            <a:tailEnd/>
          </a:ln>
        </p:spPr>
      </p:pic>
      <p:sp>
        <p:nvSpPr>
          <p:cNvPr id="1019" name="矩形 371"/>
          <p:cNvSpPr txBox="1"/>
          <p:nvPr/>
        </p:nvSpPr>
        <p:spPr>
          <a:xfrm>
            <a:off x="6624160" y="4221163"/>
            <a:ext cx="866139" cy="307339"/>
          </a:xfrm>
          <a:prstGeom prst="rect">
            <a:avLst/>
          </a:prstGeom>
          <a:ln w="12700">
            <a:miter lim="400000"/>
          </a:ln>
        </p:spPr>
        <p:txBody>
          <a:bodyPr wrap="none" lIns="45718" tIns="45718" rIns="45718" bIns="45718">
            <a:spAutoFit/>
          </a:bodyPr>
          <a:lstStyle>
            <a:lvl1pPr algn="ctr">
              <a:defRPr sz="12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交换机堆叠</a:t>
            </a:r>
          </a:p>
        </p:txBody>
      </p:sp>
      <p:pic>
        <p:nvPicPr>
          <p:cNvPr id="1020" name="图片 372" descr="图片 372"/>
          <p:cNvPicPr>
            <a:picLocks noChangeAspect="1"/>
          </p:cNvPicPr>
          <p:nvPr/>
        </p:nvPicPr>
        <p:blipFill>
          <a:blip r:embed="rId10"/>
          <a:stretch>
            <a:fillRect/>
          </a:stretch>
        </p:blipFill>
        <p:spPr>
          <a:xfrm>
            <a:off x="8024813" y="4221162"/>
            <a:ext cx="177802" cy="271464"/>
          </a:xfrm>
          <a:prstGeom prst="rect">
            <a:avLst/>
          </a:prstGeom>
          <a:ln w="12700">
            <a:miter lim="400000"/>
            <a:headEnd/>
            <a:tailEnd/>
          </a:ln>
        </p:spPr>
      </p:pic>
      <p:pic>
        <p:nvPicPr>
          <p:cNvPr id="1021" name="图片 373" descr="图片 373"/>
          <p:cNvPicPr>
            <a:picLocks noChangeAspect="1"/>
          </p:cNvPicPr>
          <p:nvPr/>
        </p:nvPicPr>
        <p:blipFill>
          <a:blip r:embed="rId10"/>
          <a:stretch>
            <a:fillRect/>
          </a:stretch>
        </p:blipFill>
        <p:spPr>
          <a:xfrm>
            <a:off x="8242300" y="4219575"/>
            <a:ext cx="177800" cy="271465"/>
          </a:xfrm>
          <a:prstGeom prst="rect">
            <a:avLst/>
          </a:prstGeom>
          <a:ln w="12700">
            <a:miter lim="400000"/>
            <a:headEnd/>
            <a:tailEnd/>
          </a:ln>
        </p:spPr>
      </p:pic>
      <p:pic>
        <p:nvPicPr>
          <p:cNvPr id="1022" name="图片 374" descr="图片 374"/>
          <p:cNvPicPr>
            <a:picLocks noChangeAspect="1"/>
          </p:cNvPicPr>
          <p:nvPr/>
        </p:nvPicPr>
        <p:blipFill>
          <a:blip r:embed="rId10"/>
          <a:stretch>
            <a:fillRect/>
          </a:stretch>
        </p:blipFill>
        <p:spPr>
          <a:xfrm>
            <a:off x="8459788" y="4219575"/>
            <a:ext cx="177802" cy="271465"/>
          </a:xfrm>
          <a:prstGeom prst="rect">
            <a:avLst/>
          </a:prstGeom>
          <a:ln w="12700">
            <a:miter lim="400000"/>
            <a:headEnd/>
            <a:tailEnd/>
          </a:ln>
        </p:spPr>
      </p:pic>
      <p:pic>
        <p:nvPicPr>
          <p:cNvPr id="1023" name="图片 375" descr="图片 375"/>
          <p:cNvPicPr>
            <a:picLocks noChangeAspect="1"/>
          </p:cNvPicPr>
          <p:nvPr/>
        </p:nvPicPr>
        <p:blipFill>
          <a:blip r:embed="rId10"/>
          <a:stretch>
            <a:fillRect/>
          </a:stretch>
        </p:blipFill>
        <p:spPr>
          <a:xfrm>
            <a:off x="8678863" y="4219575"/>
            <a:ext cx="177802" cy="271465"/>
          </a:xfrm>
          <a:prstGeom prst="rect">
            <a:avLst/>
          </a:prstGeom>
          <a:ln w="12700">
            <a:miter lim="400000"/>
            <a:headEnd/>
            <a:tailEnd/>
          </a:ln>
        </p:spPr>
      </p:pic>
      <p:pic>
        <p:nvPicPr>
          <p:cNvPr id="1024" name="图片 376" descr="图片 376"/>
          <p:cNvPicPr>
            <a:picLocks noChangeAspect="1"/>
          </p:cNvPicPr>
          <p:nvPr/>
        </p:nvPicPr>
        <p:blipFill>
          <a:blip r:embed="rId10"/>
          <a:stretch>
            <a:fillRect/>
          </a:stretch>
        </p:blipFill>
        <p:spPr>
          <a:xfrm>
            <a:off x="8896350" y="4219575"/>
            <a:ext cx="177800" cy="271465"/>
          </a:xfrm>
          <a:prstGeom prst="rect">
            <a:avLst/>
          </a:prstGeom>
          <a:ln w="12700">
            <a:miter lim="400000"/>
            <a:headEnd/>
            <a:tailEnd/>
          </a:ln>
        </p:spPr>
      </p:pic>
      <p:sp>
        <p:nvSpPr>
          <p:cNvPr id="1025" name="圆角矩形 179"/>
          <p:cNvSpPr/>
          <p:nvPr/>
        </p:nvSpPr>
        <p:spPr>
          <a:xfrm>
            <a:off x="7854950" y="3552825"/>
            <a:ext cx="2198690" cy="1025525"/>
          </a:xfrm>
          <a:prstGeom prst="roundRect">
            <a:avLst>
              <a:gd name="adj" fmla="val 5203"/>
            </a:avLst>
          </a:prstGeom>
          <a:ln w="12700">
            <a:solidFill>
              <a:srgbClr val="006CD9"/>
            </a:solidFill>
            <a:prstDash val="dash"/>
            <a:miter/>
          </a:ln>
        </p:spPr>
        <p:txBody>
          <a:bodyPr lIns="45718" tIns="45718" rIns="45718" bIns="45718" anchor="ctr"/>
          <a:lstStyle/>
          <a:p>
            <a:pPr algn="ctr">
              <a:defRPr sz="1600">
                <a:solidFill>
                  <a:srgbClr val="404040"/>
                </a:solidFill>
                <a:latin typeface="+mj-lt"/>
                <a:ea typeface="+mj-ea"/>
                <a:cs typeface="+mj-cs"/>
                <a:sym typeface="等线" panose="02010600030101010101" charset="-122"/>
              </a:defRPr>
            </a:pPr>
            <a:endParaRPr/>
          </a:p>
        </p:txBody>
      </p:sp>
      <p:sp>
        <p:nvSpPr>
          <p:cNvPr id="1027" name="矩形 138"/>
          <p:cNvSpPr txBox="1"/>
          <p:nvPr/>
        </p:nvSpPr>
        <p:spPr>
          <a:xfrm>
            <a:off x="9060974" y="4170363"/>
            <a:ext cx="866139" cy="447039"/>
          </a:xfrm>
          <a:prstGeom prst="rect">
            <a:avLst/>
          </a:prstGeom>
          <a:ln w="12700">
            <a:miter lim="400000"/>
          </a:ln>
        </p:spPr>
        <p:txBody>
          <a:bodyPr wrap="none" lIns="45718" tIns="45718" rIns="45718" bIns="45718">
            <a:spAutoFit/>
          </a:bodyPr>
          <a:lstStyle/>
          <a:p>
            <a:pPr algn="ctr">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云平台</a:t>
            </a:r>
          </a:p>
          <a:p>
            <a:pPr algn="ctr">
              <a:defRPr sz="1000" b="1">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a:solidFill>
                  <a:srgbClr val="0E0E0E"/>
                </a:solidFill>
              </a:rPr>
              <a:t>执行节点集群</a:t>
            </a:r>
          </a:p>
        </p:txBody>
      </p:sp>
      <p:grpSp>
        <p:nvGrpSpPr>
          <p:cNvPr id="1037" name="组合 190"/>
          <p:cNvGrpSpPr/>
          <p:nvPr/>
        </p:nvGrpSpPr>
        <p:grpSpPr>
          <a:xfrm>
            <a:off x="7941957" y="3594452"/>
            <a:ext cx="2005899" cy="574061"/>
            <a:chOff x="0" y="8573"/>
            <a:chExt cx="2005897" cy="574060"/>
          </a:xfrm>
        </p:grpSpPr>
        <p:grpSp>
          <p:nvGrpSpPr>
            <p:cNvPr id="1030" name="Rectangle 124"/>
            <p:cNvGrpSpPr/>
            <p:nvPr/>
          </p:nvGrpSpPr>
          <p:grpSpPr>
            <a:xfrm>
              <a:off x="956173" y="9707"/>
              <a:ext cx="1049723" cy="262257"/>
              <a:chOff x="0" y="2223"/>
              <a:chExt cx="1049721" cy="262256"/>
            </a:xfrm>
          </p:grpSpPr>
          <p:sp>
            <p:nvSpPr>
              <p:cNvPr id="1028" name="矩形"/>
              <p:cNvSpPr/>
              <p:nvPr/>
            </p:nvSpPr>
            <p:spPr>
              <a:xfrm>
                <a:off x="0" y="2223"/>
                <a:ext cx="1049721" cy="262256"/>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584200">
                  <a:defRPr>
                    <a:latin typeface="+mj-lt"/>
                    <a:ea typeface="+mj-ea"/>
                    <a:cs typeface="+mj-cs"/>
                    <a:sym typeface="等线" panose="02010600030101010101" charset="-122"/>
                  </a:defRPr>
                </a:pPr>
                <a:endParaRPr/>
              </a:p>
            </p:txBody>
          </p:sp>
          <p:sp>
            <p:nvSpPr>
              <p:cNvPr id="1029" name="用户自服务平台"/>
              <p:cNvSpPr txBox="1"/>
              <p:nvPr/>
            </p:nvSpPr>
            <p:spPr>
              <a:xfrm>
                <a:off x="49530" y="15335"/>
                <a:ext cx="951227" cy="236030"/>
              </a:xfrm>
              <a:prstGeom prst="rect">
                <a:avLst/>
              </a:prstGeom>
              <a:noFill/>
              <a:ln w="12700" cap="flat">
                <a:noFill/>
                <a:miter lim="400000"/>
              </a:ln>
              <a:effectLst/>
            </p:spPr>
            <p:txBody>
              <a:bodyPr wrap="square" lIns="50800" tIns="50800" rIns="50800" bIns="50800" numCol="1" anchor="ctr">
                <a:spAutoFit/>
              </a:bodyPr>
              <a:lstStyle>
                <a:lvl1pPr algn="ctr" defTabSz="584200">
                  <a:defRPr sz="9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用户自服务平台</a:t>
                </a:r>
              </a:p>
            </p:txBody>
          </p:sp>
        </p:grpSp>
        <p:grpSp>
          <p:nvGrpSpPr>
            <p:cNvPr id="1033" name="Rectangle 124"/>
            <p:cNvGrpSpPr/>
            <p:nvPr/>
          </p:nvGrpSpPr>
          <p:grpSpPr>
            <a:xfrm>
              <a:off x="8379" y="8573"/>
              <a:ext cx="908049" cy="262255"/>
              <a:chOff x="0" y="8573"/>
              <a:chExt cx="908048" cy="262254"/>
            </a:xfrm>
          </p:grpSpPr>
          <p:sp>
            <p:nvSpPr>
              <p:cNvPr id="1031" name="矩形"/>
              <p:cNvSpPr/>
              <p:nvPr/>
            </p:nvSpPr>
            <p:spPr>
              <a:xfrm>
                <a:off x="0" y="8573"/>
                <a:ext cx="907682" cy="262254"/>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584200">
                  <a:defRPr>
                    <a:latin typeface="+mj-lt"/>
                    <a:ea typeface="+mj-ea"/>
                    <a:cs typeface="+mj-cs"/>
                    <a:sym typeface="等线" panose="02010600030101010101" charset="-122"/>
                  </a:defRPr>
                </a:pPr>
                <a:endParaRPr/>
              </a:p>
            </p:txBody>
          </p:sp>
          <p:sp>
            <p:nvSpPr>
              <p:cNvPr id="1032" name="运营管理平台"/>
              <p:cNvSpPr txBox="1"/>
              <p:nvPr/>
            </p:nvSpPr>
            <p:spPr>
              <a:xfrm>
                <a:off x="0" y="12065"/>
                <a:ext cx="908048" cy="255269"/>
              </a:xfrm>
              <a:prstGeom prst="rect">
                <a:avLst/>
              </a:prstGeom>
              <a:noFill/>
              <a:ln w="12700" cap="flat">
                <a:noFill/>
                <a:miter lim="400000"/>
              </a:ln>
              <a:effectLst/>
            </p:spPr>
            <p:txBody>
              <a:bodyPr wrap="square" lIns="50800" tIns="50800" rIns="50800" bIns="50800" numCol="1" anchor="ctr">
                <a:spAutoFit/>
              </a:bodyPr>
              <a:lstStyle>
                <a:lvl1pPr algn="ctr" defTabSz="584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运营管理平台</a:t>
                </a:r>
              </a:p>
            </p:txBody>
          </p:sp>
        </p:grpSp>
        <p:grpSp>
          <p:nvGrpSpPr>
            <p:cNvPr id="1036" name="Rectangle 124"/>
            <p:cNvGrpSpPr/>
            <p:nvPr/>
          </p:nvGrpSpPr>
          <p:grpSpPr>
            <a:xfrm>
              <a:off x="0" y="308822"/>
              <a:ext cx="2005897" cy="273811"/>
              <a:chOff x="0" y="0"/>
              <a:chExt cx="2005895" cy="273810"/>
            </a:xfrm>
          </p:grpSpPr>
          <p:sp>
            <p:nvSpPr>
              <p:cNvPr id="1034" name="矩形"/>
              <p:cNvSpPr/>
              <p:nvPr/>
            </p:nvSpPr>
            <p:spPr>
              <a:xfrm>
                <a:off x="0" y="5779"/>
                <a:ext cx="2005897" cy="262257"/>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635000">
                  <a:defRPr sz="3200">
                    <a:latin typeface="Calibri" panose="020F0502020204030204"/>
                    <a:ea typeface="Calibri" panose="020F0502020204030204"/>
                    <a:cs typeface="Calibri" panose="020F0502020204030204"/>
                    <a:sym typeface="Calibri" panose="020F0502020204030204"/>
                  </a:defRPr>
                </a:pPr>
                <a:endParaRPr/>
              </a:p>
            </p:txBody>
          </p:sp>
          <p:sp>
            <p:nvSpPr>
              <p:cNvPr id="1035" name="租户管理与业务编排"/>
              <p:cNvSpPr txBox="1"/>
              <p:nvPr/>
            </p:nvSpPr>
            <p:spPr>
              <a:xfrm>
                <a:off x="48005" y="0"/>
                <a:ext cx="1909886" cy="273811"/>
              </a:xfrm>
              <a:prstGeom prst="rect">
                <a:avLst/>
              </a:prstGeom>
              <a:noFill/>
              <a:ln w="12700" cap="flat">
                <a:noFill/>
                <a:miter lim="400000"/>
              </a:ln>
              <a:effectLst/>
            </p:spPr>
            <p:txBody>
              <a:bodyPr wrap="square" lIns="48005" tIns="48005" rIns="48005" bIns="48005" numCol="1" anchor="ctr">
                <a:spAutoFit/>
              </a:bodyPr>
              <a:lstStyle>
                <a:lvl1pPr algn="ctr" defTabSz="6350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租户管理与业务编排</a:t>
                </a:r>
              </a:p>
            </p:txBody>
          </p:sp>
        </p:grpSp>
      </p:grpSp>
      <p:sp>
        <p:nvSpPr>
          <p:cNvPr id="1038"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 name="矩形 286"/>
          <p:cNvSpPr/>
          <p:nvPr/>
        </p:nvSpPr>
        <p:spPr>
          <a:xfrm>
            <a:off x="-3175" y="1275671"/>
            <a:ext cx="12192000" cy="5087707"/>
          </a:xfrm>
          <a:prstGeom prst="rect">
            <a:avLst/>
          </a:prstGeom>
          <a:solidFill>
            <a:srgbClr val="ECECEC">
              <a:alpha val="61961"/>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278" name="肘形连接符 192"/>
          <p:cNvSpPr/>
          <p:nvPr/>
        </p:nvSpPr>
        <p:spPr>
          <a:xfrm>
            <a:off x="3394075" y="2651125"/>
            <a:ext cx="163830" cy="984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0800" y="21600"/>
                </a:lnTo>
                <a:lnTo>
                  <a:pt x="21600" y="21600"/>
                </a:lnTo>
              </a:path>
            </a:pathLst>
          </a:custGeom>
          <a:noFill/>
          <a:ln w="6350" cap="flat">
            <a:solidFill>
              <a:srgbClr val="53C800"/>
            </a:solidFill>
            <a:prstDash val="dash"/>
            <a:miter lim="8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pic>
        <p:nvPicPr>
          <p:cNvPr id="1041" name="图片 1" descr="图片 1"/>
          <p:cNvPicPr>
            <a:picLocks noChangeAspect="1"/>
          </p:cNvPicPr>
          <p:nvPr/>
        </p:nvPicPr>
        <p:blipFill>
          <a:blip r:embed="rId2"/>
          <a:stretch>
            <a:fillRect/>
          </a:stretch>
        </p:blipFill>
        <p:spPr>
          <a:xfrm rot="18900000">
            <a:off x="9909175" y="1787525"/>
            <a:ext cx="681038" cy="681038"/>
          </a:xfrm>
          <a:prstGeom prst="rect">
            <a:avLst/>
          </a:prstGeom>
          <a:ln w="12700">
            <a:miter lim="400000"/>
            <a:headEnd/>
            <a:tailEnd/>
          </a:ln>
        </p:spPr>
      </p:pic>
      <p:pic>
        <p:nvPicPr>
          <p:cNvPr id="1042" name="图片 2" descr="图片 2"/>
          <p:cNvPicPr>
            <a:picLocks noChangeAspect="1"/>
          </p:cNvPicPr>
          <p:nvPr/>
        </p:nvPicPr>
        <p:blipFill>
          <a:blip r:embed="rId2"/>
          <a:stretch>
            <a:fillRect/>
          </a:stretch>
        </p:blipFill>
        <p:spPr>
          <a:xfrm rot="18900000">
            <a:off x="8283575" y="1784350"/>
            <a:ext cx="323850" cy="322265"/>
          </a:xfrm>
          <a:prstGeom prst="rect">
            <a:avLst/>
          </a:prstGeom>
          <a:ln w="12700">
            <a:miter lim="400000"/>
            <a:headEnd/>
            <a:tailEnd/>
          </a:ln>
        </p:spPr>
      </p:pic>
      <p:pic>
        <p:nvPicPr>
          <p:cNvPr id="1043" name="图片 3" descr="图片 3"/>
          <p:cNvPicPr>
            <a:picLocks noChangeAspect="1"/>
          </p:cNvPicPr>
          <p:nvPr/>
        </p:nvPicPr>
        <p:blipFill>
          <a:blip r:embed="rId2"/>
          <a:stretch>
            <a:fillRect/>
          </a:stretch>
        </p:blipFill>
        <p:spPr>
          <a:xfrm rot="18900000">
            <a:off x="7366000" y="1784350"/>
            <a:ext cx="323850" cy="322265"/>
          </a:xfrm>
          <a:prstGeom prst="rect">
            <a:avLst/>
          </a:prstGeom>
          <a:ln w="12700">
            <a:miter lim="400000"/>
            <a:headEnd/>
            <a:tailEnd/>
          </a:ln>
        </p:spPr>
      </p:pic>
      <p:pic>
        <p:nvPicPr>
          <p:cNvPr id="1044" name="图片 4" descr="图片 4"/>
          <p:cNvPicPr>
            <a:picLocks noChangeAspect="1"/>
          </p:cNvPicPr>
          <p:nvPr/>
        </p:nvPicPr>
        <p:blipFill>
          <a:blip r:embed="rId2"/>
          <a:stretch>
            <a:fillRect/>
          </a:stretch>
        </p:blipFill>
        <p:spPr>
          <a:xfrm rot="18900000">
            <a:off x="4587875" y="1889125"/>
            <a:ext cx="323850" cy="323850"/>
          </a:xfrm>
          <a:prstGeom prst="rect">
            <a:avLst/>
          </a:prstGeom>
          <a:ln w="12700">
            <a:miter lim="400000"/>
            <a:headEnd/>
            <a:tailEnd/>
          </a:ln>
        </p:spPr>
      </p:pic>
      <p:pic>
        <p:nvPicPr>
          <p:cNvPr id="1045" name="图片 5" descr="图片 5"/>
          <p:cNvPicPr>
            <a:picLocks noChangeAspect="1"/>
          </p:cNvPicPr>
          <p:nvPr/>
        </p:nvPicPr>
        <p:blipFill>
          <a:blip r:embed="rId2"/>
          <a:stretch>
            <a:fillRect/>
          </a:stretch>
        </p:blipFill>
        <p:spPr>
          <a:xfrm rot="18900000">
            <a:off x="4213225" y="1770063"/>
            <a:ext cx="323850" cy="322264"/>
          </a:xfrm>
          <a:prstGeom prst="rect">
            <a:avLst/>
          </a:prstGeom>
          <a:ln w="12700">
            <a:miter lim="400000"/>
            <a:headEnd/>
            <a:tailEnd/>
          </a:ln>
        </p:spPr>
      </p:pic>
      <p:sp>
        <p:nvSpPr>
          <p:cNvPr id="1046" name="矩形 9"/>
          <p:cNvSpPr/>
          <p:nvPr/>
        </p:nvSpPr>
        <p:spPr>
          <a:xfrm>
            <a:off x="1766888" y="5227637"/>
            <a:ext cx="1538289" cy="749302"/>
          </a:xfrm>
          <a:prstGeom prst="rect">
            <a:avLst/>
          </a:prstGeom>
          <a:solidFill>
            <a:srgbClr val="184199">
              <a:alpha val="10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047" name="矩形 10"/>
          <p:cNvSpPr/>
          <p:nvPr/>
        </p:nvSpPr>
        <p:spPr>
          <a:xfrm>
            <a:off x="863600" y="5227637"/>
            <a:ext cx="842963" cy="749302"/>
          </a:xfrm>
          <a:prstGeom prst="rect">
            <a:avLst/>
          </a:prstGeom>
          <a:solidFill>
            <a:srgbClr val="184199">
              <a:alpha val="10000"/>
            </a:srgbClr>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048" name="矩形"/>
          <p:cNvSpPr/>
          <p:nvPr/>
        </p:nvSpPr>
        <p:spPr>
          <a:xfrm>
            <a:off x="768350" y="1458595"/>
            <a:ext cx="2625725" cy="1625600"/>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049" name="文本"/>
          <p:cNvSpPr txBox="1"/>
          <p:nvPr/>
        </p:nvSpPr>
        <p:spPr>
          <a:xfrm>
            <a:off x="820420" y="2085975"/>
            <a:ext cx="2521585"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051" name="矩形"/>
          <p:cNvSpPr/>
          <p:nvPr/>
        </p:nvSpPr>
        <p:spPr>
          <a:xfrm>
            <a:off x="768350" y="1458595"/>
            <a:ext cx="2625725"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sz="2800">
                <a:latin typeface="Calibri" panose="020F0502020204030204"/>
                <a:ea typeface="Calibri" panose="020F0502020204030204"/>
                <a:cs typeface="Calibri" panose="020F0502020204030204"/>
                <a:sym typeface="Calibri" panose="020F0502020204030204"/>
              </a:defRPr>
            </a:pPr>
            <a:endParaRPr/>
          </a:p>
        </p:txBody>
      </p:sp>
      <p:sp>
        <p:nvSpPr>
          <p:cNvPr id="1052" name="内网终端接入域"/>
          <p:cNvSpPr txBox="1"/>
          <p:nvPr/>
        </p:nvSpPr>
        <p:spPr>
          <a:xfrm>
            <a:off x="1154430" y="1443355"/>
            <a:ext cx="185420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内网终端接入域</a:t>
            </a:r>
          </a:p>
        </p:txBody>
      </p:sp>
      <p:sp>
        <p:nvSpPr>
          <p:cNvPr id="1054" name="矩形"/>
          <p:cNvSpPr/>
          <p:nvPr/>
        </p:nvSpPr>
        <p:spPr>
          <a:xfrm>
            <a:off x="768350" y="4322445"/>
            <a:ext cx="2625725" cy="1945005"/>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055" name="文本"/>
          <p:cNvSpPr txBox="1"/>
          <p:nvPr/>
        </p:nvSpPr>
        <p:spPr>
          <a:xfrm>
            <a:off x="820420" y="5109845"/>
            <a:ext cx="2521585"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057" name="矩形"/>
          <p:cNvSpPr/>
          <p:nvPr/>
        </p:nvSpPr>
        <p:spPr>
          <a:xfrm>
            <a:off x="768350" y="6059170"/>
            <a:ext cx="2625725" cy="21145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058" name="核心业务域（重要系统域）"/>
          <p:cNvSpPr txBox="1"/>
          <p:nvPr/>
        </p:nvSpPr>
        <p:spPr>
          <a:xfrm>
            <a:off x="1081405" y="6043295"/>
            <a:ext cx="200025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核心业务域（重要系统域）</a:t>
            </a:r>
          </a:p>
        </p:txBody>
      </p:sp>
      <p:sp>
        <p:nvSpPr>
          <p:cNvPr id="1060" name="矩形"/>
          <p:cNvSpPr/>
          <p:nvPr/>
        </p:nvSpPr>
        <p:spPr>
          <a:xfrm>
            <a:off x="768350" y="3149600"/>
            <a:ext cx="2625725" cy="1022350"/>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061" name="文本"/>
          <p:cNvSpPr txBox="1"/>
          <p:nvPr/>
        </p:nvSpPr>
        <p:spPr>
          <a:xfrm>
            <a:off x="820420" y="3475355"/>
            <a:ext cx="2521585"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063" name="矩形"/>
          <p:cNvSpPr/>
          <p:nvPr/>
        </p:nvSpPr>
        <p:spPr>
          <a:xfrm>
            <a:off x="768350" y="3149600"/>
            <a:ext cx="2625725"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064" name="其他业务域"/>
          <p:cNvSpPr txBox="1"/>
          <p:nvPr/>
        </p:nvSpPr>
        <p:spPr>
          <a:xfrm>
            <a:off x="1017905" y="3133725"/>
            <a:ext cx="212725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其他业务域</a:t>
            </a:r>
          </a:p>
        </p:txBody>
      </p:sp>
      <p:sp>
        <p:nvSpPr>
          <p:cNvPr id="1066" name="矩形"/>
          <p:cNvSpPr/>
          <p:nvPr/>
        </p:nvSpPr>
        <p:spPr>
          <a:xfrm>
            <a:off x="3557270" y="1458595"/>
            <a:ext cx="1631950" cy="1625600"/>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067" name="文本"/>
          <p:cNvSpPr txBox="1"/>
          <p:nvPr/>
        </p:nvSpPr>
        <p:spPr>
          <a:xfrm>
            <a:off x="3609340" y="2085975"/>
            <a:ext cx="152781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069" name="矩形"/>
          <p:cNvSpPr/>
          <p:nvPr/>
        </p:nvSpPr>
        <p:spPr>
          <a:xfrm>
            <a:off x="3557270" y="1458595"/>
            <a:ext cx="1631950"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sz="2800">
                <a:latin typeface="Calibri" panose="020F0502020204030204"/>
                <a:ea typeface="Calibri" panose="020F0502020204030204"/>
                <a:cs typeface="Calibri" panose="020F0502020204030204"/>
                <a:sym typeface="Calibri" panose="020F0502020204030204"/>
              </a:defRPr>
            </a:pPr>
            <a:endParaRPr/>
          </a:p>
        </p:txBody>
      </p:sp>
      <p:sp>
        <p:nvSpPr>
          <p:cNvPr id="1070" name="外联域"/>
          <p:cNvSpPr txBox="1"/>
          <p:nvPr/>
        </p:nvSpPr>
        <p:spPr>
          <a:xfrm>
            <a:off x="3767455" y="1443355"/>
            <a:ext cx="121158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外联域</a:t>
            </a:r>
          </a:p>
        </p:txBody>
      </p:sp>
      <p:sp>
        <p:nvSpPr>
          <p:cNvPr id="1072" name="矩形 16"/>
          <p:cNvSpPr txBox="1"/>
          <p:nvPr/>
        </p:nvSpPr>
        <p:spPr>
          <a:xfrm>
            <a:off x="777556" y="3443288"/>
            <a:ext cx="480062" cy="3581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OA</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系统</a:t>
            </a:r>
          </a:p>
        </p:txBody>
      </p:sp>
      <p:sp>
        <p:nvSpPr>
          <p:cNvPr id="1073" name="矩形 17"/>
          <p:cNvSpPr txBox="1"/>
          <p:nvPr/>
        </p:nvSpPr>
        <p:spPr>
          <a:xfrm>
            <a:off x="2568257" y="3832224"/>
            <a:ext cx="854712"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（增强级）</a:t>
            </a:r>
          </a:p>
        </p:txBody>
      </p:sp>
      <p:sp>
        <p:nvSpPr>
          <p:cNvPr id="1074" name="矩形 18"/>
          <p:cNvSpPr txBox="1"/>
          <p:nvPr/>
        </p:nvSpPr>
        <p:spPr>
          <a:xfrm>
            <a:off x="777556" y="3854450"/>
            <a:ext cx="480062"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手麻</a:t>
            </a:r>
          </a:p>
        </p:txBody>
      </p:sp>
      <p:sp>
        <p:nvSpPr>
          <p:cNvPr id="1075" name="矩形 19"/>
          <p:cNvSpPr txBox="1"/>
          <p:nvPr/>
        </p:nvSpPr>
        <p:spPr>
          <a:xfrm>
            <a:off x="1407794" y="3443288"/>
            <a:ext cx="478474"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财务</a:t>
            </a: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系统</a:t>
            </a:r>
          </a:p>
        </p:txBody>
      </p:sp>
      <p:sp>
        <p:nvSpPr>
          <p:cNvPr id="1076" name="矩形 20"/>
          <p:cNvSpPr txBox="1"/>
          <p:nvPr/>
        </p:nvSpPr>
        <p:spPr>
          <a:xfrm>
            <a:off x="1407794" y="3854450"/>
            <a:ext cx="478474" cy="2184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FTP</a:t>
            </a:r>
          </a:p>
        </p:txBody>
      </p:sp>
      <p:sp>
        <p:nvSpPr>
          <p:cNvPr id="1077" name="矩形"/>
          <p:cNvSpPr/>
          <p:nvPr/>
        </p:nvSpPr>
        <p:spPr>
          <a:xfrm>
            <a:off x="3557270" y="3149600"/>
            <a:ext cx="1631950" cy="1022350"/>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078" name="文本"/>
          <p:cNvSpPr txBox="1"/>
          <p:nvPr/>
        </p:nvSpPr>
        <p:spPr>
          <a:xfrm>
            <a:off x="3609340" y="3475355"/>
            <a:ext cx="152781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080" name="矩形"/>
          <p:cNvSpPr/>
          <p:nvPr/>
        </p:nvSpPr>
        <p:spPr>
          <a:xfrm>
            <a:off x="3557270" y="3149600"/>
            <a:ext cx="1631950"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081" name="内网核心域"/>
          <p:cNvSpPr txBox="1"/>
          <p:nvPr/>
        </p:nvSpPr>
        <p:spPr>
          <a:xfrm>
            <a:off x="3796665" y="3133725"/>
            <a:ext cx="115316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内网核心域</a:t>
            </a:r>
          </a:p>
        </p:txBody>
      </p:sp>
      <p:sp>
        <p:nvSpPr>
          <p:cNvPr id="1083" name="直线连接符 39"/>
          <p:cNvSpPr/>
          <p:nvPr/>
        </p:nvSpPr>
        <p:spPr>
          <a:xfrm>
            <a:off x="4173220" y="3736975"/>
            <a:ext cx="398780"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084" name="直线连接符 189"/>
          <p:cNvSpPr/>
          <p:nvPr/>
        </p:nvSpPr>
        <p:spPr>
          <a:xfrm>
            <a:off x="4173220" y="3803650"/>
            <a:ext cx="398780"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086" name="椭圆 29"/>
          <p:cNvSpPr/>
          <p:nvPr/>
        </p:nvSpPr>
        <p:spPr>
          <a:xfrm>
            <a:off x="4338637" y="3668712"/>
            <a:ext cx="68265" cy="203203"/>
          </a:xfrm>
          <a:prstGeom prst="ellipse">
            <a:avLst/>
          </a:prstGeom>
          <a:ln w="6350">
            <a:solidFill>
              <a:srgbClr val="00479D"/>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087" name="矩形 28"/>
          <p:cNvSpPr txBox="1"/>
          <p:nvPr/>
        </p:nvSpPr>
        <p:spPr>
          <a:xfrm>
            <a:off x="1812607" y="5278438"/>
            <a:ext cx="480062" cy="3581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HIS</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系统</a:t>
            </a:r>
          </a:p>
        </p:txBody>
      </p:sp>
      <p:sp>
        <p:nvSpPr>
          <p:cNvPr id="1088" name="矩形 29"/>
          <p:cNvSpPr txBox="1"/>
          <p:nvPr/>
        </p:nvSpPr>
        <p:spPr>
          <a:xfrm>
            <a:off x="1812607" y="5638799"/>
            <a:ext cx="480062" cy="3581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EMR</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系统</a:t>
            </a:r>
          </a:p>
        </p:txBody>
      </p:sp>
      <p:sp>
        <p:nvSpPr>
          <p:cNvPr id="1089" name="矩形 30"/>
          <p:cNvSpPr txBox="1"/>
          <p:nvPr/>
        </p:nvSpPr>
        <p:spPr>
          <a:xfrm>
            <a:off x="2541167" y="5278438"/>
            <a:ext cx="478474" cy="3581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LIS</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系统</a:t>
            </a:r>
          </a:p>
        </p:txBody>
      </p:sp>
      <p:sp>
        <p:nvSpPr>
          <p:cNvPr id="1090" name="矩形 31"/>
          <p:cNvSpPr txBox="1"/>
          <p:nvPr/>
        </p:nvSpPr>
        <p:spPr>
          <a:xfrm>
            <a:off x="2541167" y="5638799"/>
            <a:ext cx="478474" cy="3581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HIP</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系统</a:t>
            </a:r>
          </a:p>
        </p:txBody>
      </p:sp>
      <p:sp>
        <p:nvSpPr>
          <p:cNvPr id="1091" name="矩形 32"/>
          <p:cNvSpPr txBox="1"/>
          <p:nvPr/>
        </p:nvSpPr>
        <p:spPr>
          <a:xfrm>
            <a:off x="872806" y="5638799"/>
            <a:ext cx="478475" cy="3581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PACS</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系统</a:t>
            </a:r>
          </a:p>
        </p:txBody>
      </p:sp>
      <p:sp>
        <p:nvSpPr>
          <p:cNvPr id="1092" name="矩形 34"/>
          <p:cNvSpPr txBox="1"/>
          <p:nvPr/>
        </p:nvSpPr>
        <p:spPr>
          <a:xfrm>
            <a:off x="779144" y="4459288"/>
            <a:ext cx="480062"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检测</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探针</a:t>
            </a:r>
          </a:p>
        </p:txBody>
      </p:sp>
      <p:sp>
        <p:nvSpPr>
          <p:cNvPr id="1093" name="矩形 35"/>
          <p:cNvSpPr txBox="1"/>
          <p:nvPr/>
        </p:nvSpPr>
        <p:spPr>
          <a:xfrm>
            <a:off x="779144" y="4808538"/>
            <a:ext cx="480062"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负载</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均衡</a:t>
            </a:r>
          </a:p>
        </p:txBody>
      </p:sp>
      <p:sp>
        <p:nvSpPr>
          <p:cNvPr id="1094" name="直线连接符 226"/>
          <p:cNvSpPr/>
          <p:nvPr/>
        </p:nvSpPr>
        <p:spPr>
          <a:xfrm>
            <a:off x="1874838" y="4789487"/>
            <a:ext cx="488952" cy="2"/>
          </a:xfrm>
          <a:prstGeom prst="line">
            <a:avLst/>
          </a:prstGeom>
          <a:ln w="6350">
            <a:solidFill>
              <a:srgbClr val="00479D"/>
            </a:solidFill>
            <a:miter/>
          </a:ln>
        </p:spPr>
        <p:txBody>
          <a:bodyPr lIns="45718" tIns="45718" rIns="45718" bIns="45718"/>
          <a:lstStyle/>
          <a:p>
            <a:endParaRPr/>
          </a:p>
        </p:txBody>
      </p:sp>
      <p:sp>
        <p:nvSpPr>
          <p:cNvPr id="1095" name="直线连接符 227"/>
          <p:cNvSpPr/>
          <p:nvPr/>
        </p:nvSpPr>
        <p:spPr>
          <a:xfrm>
            <a:off x="1727200" y="4840287"/>
            <a:ext cx="1081089" cy="4764"/>
          </a:xfrm>
          <a:prstGeom prst="line">
            <a:avLst/>
          </a:prstGeom>
          <a:ln w="6350">
            <a:solidFill>
              <a:srgbClr val="00479D"/>
            </a:solidFill>
            <a:miter/>
          </a:ln>
        </p:spPr>
        <p:txBody>
          <a:bodyPr lIns="45718" tIns="45718" rIns="45718" bIns="45718"/>
          <a:lstStyle/>
          <a:p>
            <a:endParaRPr/>
          </a:p>
        </p:txBody>
      </p:sp>
      <p:sp>
        <p:nvSpPr>
          <p:cNvPr id="1096" name="椭圆 39"/>
          <p:cNvSpPr/>
          <p:nvPr/>
        </p:nvSpPr>
        <p:spPr>
          <a:xfrm>
            <a:off x="2041525" y="4738687"/>
            <a:ext cx="66676" cy="160341"/>
          </a:xfrm>
          <a:prstGeom prst="ellipse">
            <a:avLst/>
          </a:prstGeom>
          <a:ln w="6350">
            <a:solidFill>
              <a:srgbClr val="00479D"/>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097" name="直线连接符 51"/>
          <p:cNvSpPr/>
          <p:nvPr/>
        </p:nvSpPr>
        <p:spPr>
          <a:xfrm>
            <a:off x="1773238" y="4322762"/>
            <a:ext cx="2" cy="149227"/>
          </a:xfrm>
          <a:prstGeom prst="line">
            <a:avLst/>
          </a:prstGeom>
          <a:ln w="6350">
            <a:solidFill>
              <a:srgbClr val="00479D"/>
            </a:solidFill>
            <a:miter/>
          </a:ln>
        </p:spPr>
        <p:txBody>
          <a:bodyPr lIns="45718" tIns="45718" rIns="45718" bIns="45718"/>
          <a:lstStyle/>
          <a:p>
            <a:endParaRPr/>
          </a:p>
        </p:txBody>
      </p:sp>
      <p:sp>
        <p:nvSpPr>
          <p:cNvPr id="1098" name="直线连接符 231"/>
          <p:cNvSpPr/>
          <p:nvPr/>
        </p:nvSpPr>
        <p:spPr>
          <a:xfrm>
            <a:off x="2371725" y="4322762"/>
            <a:ext cx="0" cy="149227"/>
          </a:xfrm>
          <a:prstGeom prst="line">
            <a:avLst/>
          </a:prstGeom>
          <a:ln w="6350">
            <a:solidFill>
              <a:srgbClr val="00479D"/>
            </a:solidFill>
            <a:miter/>
          </a:ln>
        </p:spPr>
        <p:txBody>
          <a:bodyPr lIns="45718" tIns="45718" rIns="45718" bIns="45718"/>
          <a:lstStyle/>
          <a:p>
            <a:endParaRPr/>
          </a:p>
        </p:txBody>
      </p:sp>
      <p:sp>
        <p:nvSpPr>
          <p:cNvPr id="1099" name="直线连接符 233"/>
          <p:cNvSpPr/>
          <p:nvPr/>
        </p:nvSpPr>
        <p:spPr>
          <a:xfrm flipH="1">
            <a:off x="1772920" y="4649470"/>
            <a:ext cx="0" cy="10668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100" name="直线连接符 234"/>
          <p:cNvSpPr/>
          <p:nvPr/>
        </p:nvSpPr>
        <p:spPr>
          <a:xfrm>
            <a:off x="2371725" y="4649470"/>
            <a:ext cx="0" cy="10668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102" name="直线连接符 236"/>
          <p:cNvSpPr/>
          <p:nvPr/>
        </p:nvSpPr>
        <p:spPr>
          <a:xfrm>
            <a:off x="1773238" y="4860925"/>
            <a:ext cx="2" cy="317502"/>
          </a:xfrm>
          <a:prstGeom prst="line">
            <a:avLst/>
          </a:prstGeom>
          <a:ln w="6350">
            <a:solidFill>
              <a:srgbClr val="00479D"/>
            </a:solidFill>
            <a:miter/>
          </a:ln>
        </p:spPr>
        <p:txBody>
          <a:bodyPr lIns="45718" tIns="45718" rIns="45718" bIns="45718"/>
          <a:lstStyle/>
          <a:p>
            <a:endParaRPr/>
          </a:p>
        </p:txBody>
      </p:sp>
      <p:sp>
        <p:nvSpPr>
          <p:cNvPr id="1103" name="直线连接符 237"/>
          <p:cNvSpPr/>
          <p:nvPr/>
        </p:nvSpPr>
        <p:spPr>
          <a:xfrm>
            <a:off x="2371725" y="4860925"/>
            <a:ext cx="0" cy="317502"/>
          </a:xfrm>
          <a:prstGeom prst="line">
            <a:avLst/>
          </a:prstGeom>
          <a:ln w="6350">
            <a:solidFill>
              <a:srgbClr val="00479D"/>
            </a:solidFill>
            <a:miter/>
          </a:ln>
        </p:spPr>
        <p:txBody>
          <a:bodyPr lIns="45718" tIns="45718" rIns="45718" bIns="45718"/>
          <a:lstStyle/>
          <a:p>
            <a:endParaRPr/>
          </a:p>
        </p:txBody>
      </p:sp>
      <p:sp>
        <p:nvSpPr>
          <p:cNvPr id="1104" name="矩形 46"/>
          <p:cNvSpPr txBox="1"/>
          <p:nvPr/>
        </p:nvSpPr>
        <p:spPr>
          <a:xfrm>
            <a:off x="2488882" y="4406899"/>
            <a:ext cx="837249"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数据中心防火墙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（增强级）</a:t>
            </a:r>
          </a:p>
        </p:txBody>
      </p:sp>
      <p:sp>
        <p:nvSpPr>
          <p:cNvPr id="1105" name="矩形 47"/>
          <p:cNvSpPr txBox="1"/>
          <p:nvPr/>
        </p:nvSpPr>
        <p:spPr>
          <a:xfrm>
            <a:off x="2592068" y="4940300"/>
            <a:ext cx="607063"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数据库审计</a:t>
            </a:r>
          </a:p>
        </p:txBody>
      </p:sp>
      <p:sp>
        <p:nvSpPr>
          <p:cNvPr id="1106" name="肘形连接符 49"/>
          <p:cNvSpPr/>
          <p:nvPr/>
        </p:nvSpPr>
        <p:spPr>
          <a:xfrm rot="16200000" flipH="1">
            <a:off x="1480344" y="4572794"/>
            <a:ext cx="92077" cy="3603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path>
            </a:pathLst>
          </a:custGeom>
          <a:ln w="6350">
            <a:solidFill>
              <a:srgbClr val="00479D"/>
            </a:solidFill>
            <a:miter/>
          </a:ln>
        </p:spPr>
        <p:txBody>
          <a:bodyPr lIns="45718" tIns="45718" rIns="45718" bIns="45718" anchor="ctr"/>
          <a:lstStyle/>
          <a:p>
            <a:pPr>
              <a:defRPr>
                <a:latin typeface="+mj-lt"/>
                <a:ea typeface="+mj-ea"/>
                <a:cs typeface="+mj-cs"/>
                <a:sym typeface="等线" panose="02010600030101010101" charset="-122"/>
              </a:defRPr>
            </a:pPr>
            <a:endParaRPr/>
          </a:p>
        </p:txBody>
      </p:sp>
      <p:sp>
        <p:nvSpPr>
          <p:cNvPr id="1107" name="肘形连接符 50"/>
          <p:cNvSpPr/>
          <p:nvPr/>
        </p:nvSpPr>
        <p:spPr>
          <a:xfrm rot="5400000" flipH="1" flipV="1">
            <a:off x="1490662" y="4687887"/>
            <a:ext cx="57152" cy="3460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path>
            </a:pathLst>
          </a:custGeom>
          <a:ln w="6350">
            <a:solidFill>
              <a:srgbClr val="00479D"/>
            </a:solidFill>
            <a:miter/>
          </a:ln>
        </p:spPr>
        <p:txBody>
          <a:bodyPr lIns="45718" tIns="45718" rIns="45718" bIns="45718" anchor="ctr"/>
          <a:lstStyle/>
          <a:p>
            <a:pPr>
              <a:defRPr>
                <a:latin typeface="+mj-lt"/>
                <a:ea typeface="+mj-ea"/>
                <a:cs typeface="+mj-cs"/>
                <a:sym typeface="等线" panose="02010600030101010101" charset="-122"/>
              </a:defRPr>
            </a:pPr>
            <a:endParaRPr/>
          </a:p>
        </p:txBody>
      </p:sp>
      <p:sp>
        <p:nvSpPr>
          <p:cNvPr id="1108" name="矩形"/>
          <p:cNvSpPr/>
          <p:nvPr/>
        </p:nvSpPr>
        <p:spPr>
          <a:xfrm>
            <a:off x="3527425" y="4322445"/>
            <a:ext cx="2449830" cy="1945005"/>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09" name="文本"/>
          <p:cNvSpPr txBox="1"/>
          <p:nvPr/>
        </p:nvSpPr>
        <p:spPr>
          <a:xfrm>
            <a:off x="3579495" y="5109845"/>
            <a:ext cx="234569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11" name="矩形"/>
          <p:cNvSpPr/>
          <p:nvPr/>
        </p:nvSpPr>
        <p:spPr>
          <a:xfrm>
            <a:off x="3527425" y="6059170"/>
            <a:ext cx="2449830" cy="21145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112" name="内网运维管理域"/>
          <p:cNvSpPr txBox="1"/>
          <p:nvPr/>
        </p:nvSpPr>
        <p:spPr>
          <a:xfrm>
            <a:off x="3801745" y="6043295"/>
            <a:ext cx="190119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内网运维管理域</a:t>
            </a:r>
          </a:p>
        </p:txBody>
      </p:sp>
      <p:sp>
        <p:nvSpPr>
          <p:cNvPr id="1114" name="矩形 52"/>
          <p:cNvSpPr txBox="1"/>
          <p:nvPr/>
        </p:nvSpPr>
        <p:spPr>
          <a:xfrm>
            <a:off x="3626167" y="5467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安全感知平台</a:t>
            </a:r>
          </a:p>
        </p:txBody>
      </p:sp>
      <p:sp>
        <p:nvSpPr>
          <p:cNvPr id="1115" name="矩形 53"/>
          <p:cNvSpPr txBox="1"/>
          <p:nvPr/>
        </p:nvSpPr>
        <p:spPr>
          <a:xfrm>
            <a:off x="4379436" y="5467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运维堡垒主机</a:t>
            </a:r>
          </a:p>
        </p:txBody>
      </p:sp>
      <p:sp>
        <p:nvSpPr>
          <p:cNvPr id="1116" name="矩形 54"/>
          <p:cNvSpPr txBox="1"/>
          <p:nvPr/>
        </p:nvSpPr>
        <p:spPr>
          <a:xfrm>
            <a:off x="5062061" y="5467350"/>
            <a:ext cx="9169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内部威胁管理系统</a:t>
            </a:r>
          </a:p>
        </p:txBody>
      </p:sp>
      <p:sp>
        <p:nvSpPr>
          <p:cNvPr id="1117" name="矩形 55"/>
          <p:cNvSpPr txBox="1"/>
          <p:nvPr/>
        </p:nvSpPr>
        <p:spPr>
          <a:xfrm>
            <a:off x="3626167" y="5848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日志审计系统</a:t>
            </a:r>
          </a:p>
        </p:txBody>
      </p:sp>
      <p:sp>
        <p:nvSpPr>
          <p:cNvPr id="1118" name="矩形 56"/>
          <p:cNvSpPr txBox="1"/>
          <p:nvPr/>
        </p:nvSpPr>
        <p:spPr>
          <a:xfrm>
            <a:off x="4379436" y="5848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防病毒服务器</a:t>
            </a:r>
          </a:p>
        </p:txBody>
      </p:sp>
      <p:sp>
        <p:nvSpPr>
          <p:cNvPr id="1119" name="矩形 57"/>
          <p:cNvSpPr txBox="1"/>
          <p:nvPr/>
        </p:nvSpPr>
        <p:spPr>
          <a:xfrm>
            <a:off x="5164454" y="5848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漏洞扫描系统</a:t>
            </a:r>
          </a:p>
        </p:txBody>
      </p:sp>
      <p:sp>
        <p:nvSpPr>
          <p:cNvPr id="1120" name="直线连接符 300"/>
          <p:cNvSpPr/>
          <p:nvPr/>
        </p:nvSpPr>
        <p:spPr>
          <a:xfrm>
            <a:off x="4751387" y="4630737"/>
            <a:ext cx="2" cy="119064"/>
          </a:xfrm>
          <a:prstGeom prst="line">
            <a:avLst/>
          </a:prstGeom>
          <a:ln w="6350">
            <a:solidFill>
              <a:srgbClr val="00479D"/>
            </a:solidFill>
            <a:miter/>
          </a:ln>
        </p:spPr>
        <p:txBody>
          <a:bodyPr lIns="45718" tIns="45718" rIns="45718" bIns="45718"/>
          <a:lstStyle/>
          <a:p>
            <a:endParaRPr/>
          </a:p>
        </p:txBody>
      </p:sp>
      <p:sp>
        <p:nvSpPr>
          <p:cNvPr id="1121" name="直线连接符 308"/>
          <p:cNvSpPr/>
          <p:nvPr/>
        </p:nvSpPr>
        <p:spPr>
          <a:xfrm>
            <a:off x="4751387" y="4860925"/>
            <a:ext cx="2" cy="317502"/>
          </a:xfrm>
          <a:prstGeom prst="line">
            <a:avLst/>
          </a:prstGeom>
          <a:ln w="6350">
            <a:solidFill>
              <a:srgbClr val="00479D"/>
            </a:solidFill>
            <a:miter/>
          </a:ln>
        </p:spPr>
        <p:txBody>
          <a:bodyPr lIns="45718" tIns="45718" rIns="45718" bIns="45718"/>
          <a:lstStyle/>
          <a:p>
            <a:endParaRPr/>
          </a:p>
        </p:txBody>
      </p:sp>
      <p:sp>
        <p:nvSpPr>
          <p:cNvPr id="1122" name="矩形 61"/>
          <p:cNvSpPr txBox="1"/>
          <p:nvPr/>
        </p:nvSpPr>
        <p:spPr>
          <a:xfrm>
            <a:off x="4814568" y="4406899"/>
            <a:ext cx="743588"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（基础级）</a:t>
            </a:r>
          </a:p>
        </p:txBody>
      </p:sp>
      <p:sp>
        <p:nvSpPr>
          <p:cNvPr id="1123" name="矩形"/>
          <p:cNvSpPr/>
          <p:nvPr/>
        </p:nvSpPr>
        <p:spPr>
          <a:xfrm>
            <a:off x="5353050" y="3149600"/>
            <a:ext cx="1631950" cy="1022350"/>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24" name="文本"/>
          <p:cNvSpPr txBox="1"/>
          <p:nvPr/>
        </p:nvSpPr>
        <p:spPr>
          <a:xfrm>
            <a:off x="5405120" y="3475355"/>
            <a:ext cx="152781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26" name="矩形 63"/>
          <p:cNvSpPr txBox="1"/>
          <p:nvPr/>
        </p:nvSpPr>
        <p:spPr>
          <a:xfrm>
            <a:off x="5370193" y="3811588"/>
            <a:ext cx="611826"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内网前置机</a:t>
            </a:r>
          </a:p>
        </p:txBody>
      </p:sp>
      <p:sp>
        <p:nvSpPr>
          <p:cNvPr id="1127" name="矩形 64"/>
          <p:cNvSpPr txBox="1"/>
          <p:nvPr/>
        </p:nvSpPr>
        <p:spPr>
          <a:xfrm>
            <a:off x="5928993" y="3811588"/>
            <a:ext cx="480062"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网闸</a:t>
            </a:r>
          </a:p>
        </p:txBody>
      </p:sp>
      <p:sp>
        <p:nvSpPr>
          <p:cNvPr id="1128" name="矩形 65"/>
          <p:cNvSpPr txBox="1"/>
          <p:nvPr/>
        </p:nvSpPr>
        <p:spPr>
          <a:xfrm>
            <a:off x="6356032" y="3811588"/>
            <a:ext cx="662624"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外网前置机</a:t>
            </a:r>
          </a:p>
        </p:txBody>
      </p:sp>
      <p:sp>
        <p:nvSpPr>
          <p:cNvPr id="1129" name="矩形 66"/>
          <p:cNvSpPr txBox="1"/>
          <p:nvPr/>
        </p:nvSpPr>
        <p:spPr>
          <a:xfrm>
            <a:off x="5641657" y="3969068"/>
            <a:ext cx="1035687" cy="256539"/>
          </a:xfrm>
          <a:prstGeom prst="rect">
            <a:avLst/>
          </a:prstGeom>
          <a:ln w="12700">
            <a:miter lim="400000"/>
          </a:ln>
        </p:spPr>
        <p:txBody>
          <a:bodyPr lIns="45718" tIns="45718" rIns="45718" bIns="45718" anchor="ctr">
            <a:spAutoFit/>
          </a:bodyPr>
          <a:lstStyle>
            <a:lvl1pPr algn="ctr">
              <a:defRPr sz="9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（下一代防火墙）</a:t>
            </a:r>
          </a:p>
        </p:txBody>
      </p:sp>
      <p:sp>
        <p:nvSpPr>
          <p:cNvPr id="1130" name="矩形 67"/>
          <p:cNvSpPr txBox="1"/>
          <p:nvPr/>
        </p:nvSpPr>
        <p:spPr>
          <a:xfrm>
            <a:off x="5233668" y="1465263"/>
            <a:ext cx="743588" cy="269239"/>
          </a:xfrm>
          <a:prstGeom prst="rect">
            <a:avLst/>
          </a:prstGeom>
          <a:ln w="12700">
            <a:miter lim="400000"/>
          </a:ln>
        </p:spPr>
        <p:txBody>
          <a:bodyPr lIns="45718" tIns="45718" rIns="45718" bIns="45718">
            <a:spAutoFit/>
          </a:bodyPr>
          <a:lstStyle>
            <a:lvl1pPr algn="ctr">
              <a:defRPr sz="10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医院内网</a:t>
            </a:r>
          </a:p>
        </p:txBody>
      </p:sp>
      <p:sp>
        <p:nvSpPr>
          <p:cNvPr id="1131" name="矩形"/>
          <p:cNvSpPr/>
          <p:nvPr/>
        </p:nvSpPr>
        <p:spPr>
          <a:xfrm>
            <a:off x="6360795" y="4322445"/>
            <a:ext cx="2449830" cy="1945005"/>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32" name="文本"/>
          <p:cNvSpPr txBox="1"/>
          <p:nvPr/>
        </p:nvSpPr>
        <p:spPr>
          <a:xfrm>
            <a:off x="6412865" y="5109845"/>
            <a:ext cx="234569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34" name="矩形"/>
          <p:cNvSpPr/>
          <p:nvPr/>
        </p:nvSpPr>
        <p:spPr>
          <a:xfrm>
            <a:off x="6360795" y="6059170"/>
            <a:ext cx="2449830" cy="21145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135" name="外网运维管理域"/>
          <p:cNvSpPr txBox="1"/>
          <p:nvPr/>
        </p:nvSpPr>
        <p:spPr>
          <a:xfrm>
            <a:off x="6666230" y="6043295"/>
            <a:ext cx="183896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外网运维管理域</a:t>
            </a:r>
          </a:p>
        </p:txBody>
      </p:sp>
      <p:sp>
        <p:nvSpPr>
          <p:cNvPr id="1137" name="矩形 70"/>
          <p:cNvSpPr txBox="1"/>
          <p:nvPr/>
        </p:nvSpPr>
        <p:spPr>
          <a:xfrm>
            <a:off x="6478904" y="5467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日志审计系统</a:t>
            </a:r>
          </a:p>
        </p:txBody>
      </p:sp>
      <p:sp>
        <p:nvSpPr>
          <p:cNvPr id="1138" name="矩形 71"/>
          <p:cNvSpPr txBox="1"/>
          <p:nvPr/>
        </p:nvSpPr>
        <p:spPr>
          <a:xfrm>
            <a:off x="7228205" y="5467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运维堡垒主机</a:t>
            </a:r>
          </a:p>
        </p:txBody>
      </p:sp>
      <p:sp>
        <p:nvSpPr>
          <p:cNvPr id="1139" name="矩形 72"/>
          <p:cNvSpPr txBox="1"/>
          <p:nvPr/>
        </p:nvSpPr>
        <p:spPr>
          <a:xfrm>
            <a:off x="7977505" y="5467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补丁分发系统</a:t>
            </a:r>
          </a:p>
        </p:txBody>
      </p:sp>
      <p:sp>
        <p:nvSpPr>
          <p:cNvPr id="1140" name="矩形 73"/>
          <p:cNvSpPr txBox="1"/>
          <p:nvPr/>
        </p:nvSpPr>
        <p:spPr>
          <a:xfrm>
            <a:off x="7564755" y="5848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防病毒服务器</a:t>
            </a:r>
          </a:p>
        </p:txBody>
      </p:sp>
      <p:sp>
        <p:nvSpPr>
          <p:cNvPr id="1141" name="矩形 74"/>
          <p:cNvSpPr txBox="1"/>
          <p:nvPr/>
        </p:nvSpPr>
        <p:spPr>
          <a:xfrm>
            <a:off x="6856730" y="5848350"/>
            <a:ext cx="713739" cy="231139"/>
          </a:xfrm>
          <a:prstGeom prst="rect">
            <a:avLst/>
          </a:prstGeom>
          <a:ln w="12700">
            <a:miter lim="400000"/>
          </a:ln>
        </p:spPr>
        <p:txBody>
          <a:bodyPr wrap="none"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漏洞扫描系统</a:t>
            </a:r>
          </a:p>
        </p:txBody>
      </p:sp>
      <p:sp>
        <p:nvSpPr>
          <p:cNvPr id="1142" name="直线连接符 334"/>
          <p:cNvSpPr/>
          <p:nvPr/>
        </p:nvSpPr>
        <p:spPr>
          <a:xfrm>
            <a:off x="7586663" y="4630737"/>
            <a:ext cx="2" cy="119064"/>
          </a:xfrm>
          <a:prstGeom prst="line">
            <a:avLst/>
          </a:prstGeom>
          <a:ln w="6350">
            <a:solidFill>
              <a:srgbClr val="00479D"/>
            </a:solidFill>
            <a:miter/>
          </a:ln>
        </p:spPr>
        <p:txBody>
          <a:bodyPr lIns="45718" tIns="45718" rIns="45718" bIns="45718"/>
          <a:lstStyle/>
          <a:p>
            <a:endParaRPr/>
          </a:p>
        </p:txBody>
      </p:sp>
      <p:sp>
        <p:nvSpPr>
          <p:cNvPr id="1143" name="直线连接符 337"/>
          <p:cNvSpPr/>
          <p:nvPr/>
        </p:nvSpPr>
        <p:spPr>
          <a:xfrm>
            <a:off x="7586663" y="4860925"/>
            <a:ext cx="2" cy="317502"/>
          </a:xfrm>
          <a:prstGeom prst="line">
            <a:avLst/>
          </a:prstGeom>
          <a:ln w="6350">
            <a:solidFill>
              <a:srgbClr val="00479D"/>
            </a:solidFill>
            <a:miter/>
          </a:ln>
        </p:spPr>
        <p:txBody>
          <a:bodyPr lIns="45718" tIns="45718" rIns="45718" bIns="45718"/>
          <a:lstStyle/>
          <a:p>
            <a:endParaRPr/>
          </a:p>
        </p:txBody>
      </p:sp>
      <p:sp>
        <p:nvSpPr>
          <p:cNvPr id="1144" name="矩形 78"/>
          <p:cNvSpPr txBox="1"/>
          <p:nvPr/>
        </p:nvSpPr>
        <p:spPr>
          <a:xfrm>
            <a:off x="7656193" y="4406899"/>
            <a:ext cx="743588"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（基础级）</a:t>
            </a:r>
          </a:p>
        </p:txBody>
      </p:sp>
      <p:sp>
        <p:nvSpPr>
          <p:cNvPr id="1145" name="矩形"/>
          <p:cNvSpPr/>
          <p:nvPr/>
        </p:nvSpPr>
        <p:spPr>
          <a:xfrm>
            <a:off x="7146925" y="3160395"/>
            <a:ext cx="1631950" cy="1024255"/>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46" name="文本"/>
          <p:cNvSpPr txBox="1"/>
          <p:nvPr/>
        </p:nvSpPr>
        <p:spPr>
          <a:xfrm>
            <a:off x="7198995" y="3487420"/>
            <a:ext cx="152781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48" name="矩形"/>
          <p:cNvSpPr/>
          <p:nvPr/>
        </p:nvSpPr>
        <p:spPr>
          <a:xfrm>
            <a:off x="7146925" y="3160395"/>
            <a:ext cx="1631950"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149" name="外网核心域"/>
          <p:cNvSpPr txBox="1"/>
          <p:nvPr/>
        </p:nvSpPr>
        <p:spPr>
          <a:xfrm>
            <a:off x="7383145" y="3145155"/>
            <a:ext cx="115951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外网核心域</a:t>
            </a:r>
          </a:p>
        </p:txBody>
      </p:sp>
      <p:sp>
        <p:nvSpPr>
          <p:cNvPr id="1151" name="直线连接符 360"/>
          <p:cNvSpPr/>
          <p:nvPr/>
        </p:nvSpPr>
        <p:spPr>
          <a:xfrm>
            <a:off x="7762875" y="3658870"/>
            <a:ext cx="396875"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152" name="直线连接符 361"/>
          <p:cNvSpPr/>
          <p:nvPr/>
        </p:nvSpPr>
        <p:spPr>
          <a:xfrm>
            <a:off x="7762875" y="3724275"/>
            <a:ext cx="396875"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154" name="椭圆 83"/>
          <p:cNvSpPr/>
          <p:nvPr/>
        </p:nvSpPr>
        <p:spPr>
          <a:xfrm>
            <a:off x="7927975" y="3590923"/>
            <a:ext cx="66676" cy="201617"/>
          </a:xfrm>
          <a:prstGeom prst="ellipse">
            <a:avLst/>
          </a:prstGeom>
          <a:ln w="6350">
            <a:solidFill>
              <a:srgbClr val="00479D"/>
            </a:solidFill>
            <a:miter/>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155" name="矩形 85"/>
          <p:cNvSpPr txBox="1"/>
          <p:nvPr/>
        </p:nvSpPr>
        <p:spPr>
          <a:xfrm>
            <a:off x="7538718" y="3940175"/>
            <a:ext cx="564201"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检测探针</a:t>
            </a:r>
          </a:p>
        </p:txBody>
      </p:sp>
      <p:sp>
        <p:nvSpPr>
          <p:cNvPr id="1156" name="矩形"/>
          <p:cNvSpPr/>
          <p:nvPr/>
        </p:nvSpPr>
        <p:spPr>
          <a:xfrm>
            <a:off x="8938895" y="2868295"/>
            <a:ext cx="2627630" cy="1316355"/>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57" name="文本"/>
          <p:cNvSpPr txBox="1"/>
          <p:nvPr/>
        </p:nvSpPr>
        <p:spPr>
          <a:xfrm>
            <a:off x="8990965" y="3341370"/>
            <a:ext cx="252349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59" name="矩形"/>
          <p:cNvSpPr/>
          <p:nvPr/>
        </p:nvSpPr>
        <p:spPr>
          <a:xfrm>
            <a:off x="8938895" y="2868295"/>
            <a:ext cx="2627630"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160" name="对外服务域"/>
          <p:cNvSpPr txBox="1"/>
          <p:nvPr/>
        </p:nvSpPr>
        <p:spPr>
          <a:xfrm>
            <a:off x="9303385" y="2853055"/>
            <a:ext cx="189865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对外服务域</a:t>
            </a:r>
          </a:p>
        </p:txBody>
      </p:sp>
      <p:sp>
        <p:nvSpPr>
          <p:cNvPr id="1162" name="矩形"/>
          <p:cNvSpPr/>
          <p:nvPr/>
        </p:nvSpPr>
        <p:spPr>
          <a:xfrm>
            <a:off x="8938895" y="1458595"/>
            <a:ext cx="2627630" cy="1314450"/>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63" name="文本"/>
          <p:cNvSpPr txBox="1"/>
          <p:nvPr/>
        </p:nvSpPr>
        <p:spPr>
          <a:xfrm>
            <a:off x="8990965" y="1930400"/>
            <a:ext cx="252349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65" name="矩形"/>
          <p:cNvSpPr/>
          <p:nvPr/>
        </p:nvSpPr>
        <p:spPr>
          <a:xfrm>
            <a:off x="8938895" y="1458595"/>
            <a:ext cx="2627630"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166" name="云端安全服务域"/>
          <p:cNvSpPr txBox="1"/>
          <p:nvPr/>
        </p:nvSpPr>
        <p:spPr>
          <a:xfrm>
            <a:off x="9149080" y="1443355"/>
            <a:ext cx="220726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云端安全服务域</a:t>
            </a:r>
          </a:p>
        </p:txBody>
      </p:sp>
      <p:sp>
        <p:nvSpPr>
          <p:cNvPr id="1168" name="矩形 90"/>
          <p:cNvSpPr txBox="1"/>
          <p:nvPr/>
        </p:nvSpPr>
        <p:spPr>
          <a:xfrm>
            <a:off x="8930957" y="3746500"/>
            <a:ext cx="743587"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（增强级）</a:t>
            </a:r>
          </a:p>
        </p:txBody>
      </p:sp>
      <p:sp>
        <p:nvSpPr>
          <p:cNvPr id="1169" name="矩形 91"/>
          <p:cNvSpPr txBox="1"/>
          <p:nvPr/>
        </p:nvSpPr>
        <p:spPr>
          <a:xfrm>
            <a:off x="9237343" y="3238500"/>
            <a:ext cx="538801"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负载均衡</a:t>
            </a:r>
          </a:p>
        </p:txBody>
      </p:sp>
      <p:sp>
        <p:nvSpPr>
          <p:cNvPr id="1170" name="矩形 91"/>
          <p:cNvSpPr/>
          <p:nvPr/>
        </p:nvSpPr>
        <p:spPr>
          <a:xfrm>
            <a:off x="10261600" y="3189288"/>
            <a:ext cx="17463" cy="89852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171" name="矩形 93"/>
          <p:cNvSpPr txBox="1"/>
          <p:nvPr/>
        </p:nvSpPr>
        <p:spPr>
          <a:xfrm>
            <a:off x="10808968" y="3238500"/>
            <a:ext cx="546738" cy="231139"/>
          </a:xfrm>
          <a:prstGeom prst="rect">
            <a:avLst/>
          </a:prstGeom>
          <a:ln w="12700">
            <a:miter lim="400000"/>
          </a:ln>
        </p:spPr>
        <p:txBody>
          <a:bodyPr lIns="45718" tIns="45718" rIns="45718" bIns="45718">
            <a:spAutoFit/>
          </a:bodyPr>
          <a:lstStyle>
            <a:lvl1pP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门户网站</a:t>
            </a:r>
          </a:p>
        </p:txBody>
      </p:sp>
      <p:sp>
        <p:nvSpPr>
          <p:cNvPr id="1172" name="直线连接符 187"/>
          <p:cNvSpPr/>
          <p:nvPr/>
        </p:nvSpPr>
        <p:spPr>
          <a:xfrm flipH="1">
            <a:off x="10279065" y="3333750"/>
            <a:ext cx="242887" cy="0"/>
          </a:xfrm>
          <a:prstGeom prst="line">
            <a:avLst/>
          </a:prstGeom>
          <a:ln w="6350">
            <a:solidFill>
              <a:srgbClr val="00479D"/>
            </a:solidFill>
            <a:miter/>
          </a:ln>
        </p:spPr>
        <p:txBody>
          <a:bodyPr lIns="45718" tIns="45718" rIns="45718" bIns="45718"/>
          <a:lstStyle/>
          <a:p>
            <a:endParaRPr/>
          </a:p>
        </p:txBody>
      </p:sp>
      <p:sp>
        <p:nvSpPr>
          <p:cNvPr id="1173" name="矩形 95"/>
          <p:cNvSpPr txBox="1"/>
          <p:nvPr/>
        </p:nvSpPr>
        <p:spPr>
          <a:xfrm>
            <a:off x="10808968" y="3541713"/>
            <a:ext cx="794388" cy="231139"/>
          </a:xfrm>
          <a:prstGeom prst="rect">
            <a:avLst/>
          </a:prstGeom>
          <a:ln w="12700">
            <a:miter lim="400000"/>
          </a:ln>
        </p:spPr>
        <p:txBody>
          <a:bodyPr lIns="45718" tIns="45718" rIns="45718" bIns="45718">
            <a:spAutoFit/>
          </a:bodyPr>
          <a:lstStyle>
            <a:lvl1pP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预约挂号系统</a:t>
            </a:r>
          </a:p>
        </p:txBody>
      </p:sp>
      <p:sp>
        <p:nvSpPr>
          <p:cNvPr id="1174" name="直线连接符 385"/>
          <p:cNvSpPr/>
          <p:nvPr/>
        </p:nvSpPr>
        <p:spPr>
          <a:xfrm flipH="1">
            <a:off x="10279065" y="3636962"/>
            <a:ext cx="242887" cy="2"/>
          </a:xfrm>
          <a:prstGeom prst="line">
            <a:avLst/>
          </a:prstGeom>
          <a:ln w="6350">
            <a:solidFill>
              <a:srgbClr val="00479D"/>
            </a:solidFill>
            <a:miter/>
          </a:ln>
        </p:spPr>
        <p:txBody>
          <a:bodyPr lIns="45718" tIns="45718" rIns="45718" bIns="45718"/>
          <a:lstStyle/>
          <a:p>
            <a:endParaRPr/>
          </a:p>
        </p:txBody>
      </p:sp>
      <p:sp>
        <p:nvSpPr>
          <p:cNvPr id="1175" name="矩形 97"/>
          <p:cNvSpPr txBox="1"/>
          <p:nvPr/>
        </p:nvSpPr>
        <p:spPr>
          <a:xfrm>
            <a:off x="10808968" y="3844925"/>
            <a:ext cx="622938" cy="231139"/>
          </a:xfrm>
          <a:prstGeom prst="rect">
            <a:avLst/>
          </a:prstGeom>
          <a:ln w="12700">
            <a:miter lim="400000"/>
          </a:ln>
        </p:spPr>
        <p:txBody>
          <a:bodyPr lIns="45718" tIns="45718" rIns="45718" bIns="45718">
            <a:spAutoFit/>
          </a:bodyPr>
          <a:lstStyle>
            <a:lvl1pP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互联网医疗</a:t>
            </a:r>
          </a:p>
        </p:txBody>
      </p:sp>
      <p:sp>
        <p:nvSpPr>
          <p:cNvPr id="1176" name="直线连接符 389"/>
          <p:cNvSpPr/>
          <p:nvPr/>
        </p:nvSpPr>
        <p:spPr>
          <a:xfrm flipH="1">
            <a:off x="10279065" y="3940175"/>
            <a:ext cx="242887" cy="0"/>
          </a:xfrm>
          <a:prstGeom prst="line">
            <a:avLst/>
          </a:prstGeom>
          <a:ln w="6350">
            <a:solidFill>
              <a:srgbClr val="00479D"/>
            </a:solidFill>
            <a:miter/>
          </a:ln>
        </p:spPr>
        <p:txBody>
          <a:bodyPr lIns="45718" tIns="45718" rIns="45718" bIns="45718"/>
          <a:lstStyle/>
          <a:p>
            <a:endParaRPr/>
          </a:p>
        </p:txBody>
      </p:sp>
      <p:sp>
        <p:nvSpPr>
          <p:cNvPr id="1177" name="矩形 99"/>
          <p:cNvSpPr txBox="1"/>
          <p:nvPr/>
        </p:nvSpPr>
        <p:spPr>
          <a:xfrm>
            <a:off x="9304018" y="2460625"/>
            <a:ext cx="1897701" cy="231139"/>
          </a:xfrm>
          <a:prstGeom prst="rect">
            <a:avLst/>
          </a:prstGeom>
          <a:ln w="12700">
            <a:miter lim="400000"/>
          </a:ln>
        </p:spPr>
        <p:txBody>
          <a:bodyPr lIns="45718" tIns="45718" rIns="45718" bIns="45718">
            <a:spAutoFit/>
          </a:bodyPr>
          <a:lstStyle>
            <a:lvl1pPr algn="ctr">
              <a:defRPr sz="8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对外业务安全云监测、云防护</a:t>
            </a:r>
          </a:p>
        </p:txBody>
      </p:sp>
      <p:sp>
        <p:nvSpPr>
          <p:cNvPr id="1178" name="矩形 100"/>
          <p:cNvSpPr/>
          <p:nvPr/>
        </p:nvSpPr>
        <p:spPr>
          <a:xfrm>
            <a:off x="9752013" y="2025649"/>
            <a:ext cx="938214" cy="205739"/>
          </a:xfrm>
          <a:prstGeom prst="rect">
            <a:avLst/>
          </a:prstGeom>
          <a:solidFill>
            <a:srgbClr val="006CD9"/>
          </a:solidFill>
          <a:ln w="12700">
            <a:miter lim="400000"/>
          </a:ln>
        </p:spPr>
        <p:txBody>
          <a:bodyPr lIns="45718" tIns="45718" rIns="45718" bIns="45718">
            <a:spAutoFit/>
          </a:bodyPr>
          <a:lstStyle>
            <a:lvl1pPr algn="ctr">
              <a:defRPr sz="7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云安全服务</a:t>
            </a:r>
          </a:p>
        </p:txBody>
      </p:sp>
      <p:sp>
        <p:nvSpPr>
          <p:cNvPr id="1179" name="矩形 101"/>
          <p:cNvSpPr txBox="1"/>
          <p:nvPr/>
        </p:nvSpPr>
        <p:spPr>
          <a:xfrm>
            <a:off x="9745343" y="2290764"/>
            <a:ext cx="1124588"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云防御+安全专家职守</a:t>
            </a:r>
          </a:p>
        </p:txBody>
      </p:sp>
      <p:sp>
        <p:nvSpPr>
          <p:cNvPr id="1180" name="矩形"/>
          <p:cNvSpPr/>
          <p:nvPr/>
        </p:nvSpPr>
        <p:spPr>
          <a:xfrm>
            <a:off x="7146925" y="1458595"/>
            <a:ext cx="1631950" cy="1625600"/>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81" name="文本"/>
          <p:cNvSpPr txBox="1"/>
          <p:nvPr/>
        </p:nvSpPr>
        <p:spPr>
          <a:xfrm>
            <a:off x="7198995" y="2085975"/>
            <a:ext cx="152781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83" name="矩形"/>
          <p:cNvSpPr/>
          <p:nvPr/>
        </p:nvSpPr>
        <p:spPr>
          <a:xfrm>
            <a:off x="7146925" y="1458595"/>
            <a:ext cx="1631950" cy="21272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184" name="互联网域"/>
          <p:cNvSpPr txBox="1"/>
          <p:nvPr/>
        </p:nvSpPr>
        <p:spPr>
          <a:xfrm>
            <a:off x="7497445" y="1443355"/>
            <a:ext cx="93091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互联网域</a:t>
            </a:r>
          </a:p>
        </p:txBody>
      </p:sp>
      <p:sp>
        <p:nvSpPr>
          <p:cNvPr id="1186" name="矩形 104"/>
          <p:cNvSpPr txBox="1"/>
          <p:nvPr/>
        </p:nvSpPr>
        <p:spPr>
          <a:xfrm>
            <a:off x="6363970" y="1465263"/>
            <a:ext cx="741999" cy="269239"/>
          </a:xfrm>
          <a:prstGeom prst="rect">
            <a:avLst/>
          </a:prstGeom>
          <a:ln w="12700">
            <a:miter lim="400000"/>
          </a:ln>
        </p:spPr>
        <p:txBody>
          <a:bodyPr lIns="45718" tIns="45718" rIns="45718" bIns="45718">
            <a:spAutoFit/>
          </a:bodyPr>
          <a:lstStyle>
            <a:lvl1pPr algn="ctr">
              <a:defRPr sz="1000" b="1">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医院外网</a:t>
            </a:r>
          </a:p>
        </p:txBody>
      </p:sp>
      <p:sp>
        <p:nvSpPr>
          <p:cNvPr id="1187" name="矩形"/>
          <p:cNvSpPr/>
          <p:nvPr/>
        </p:nvSpPr>
        <p:spPr>
          <a:xfrm>
            <a:off x="8938895" y="4322445"/>
            <a:ext cx="2627630" cy="1945005"/>
          </a:xfrm>
          <a:prstGeom prst="rect">
            <a:avLst/>
          </a:prstGeom>
          <a:solidFill>
            <a:srgbClr val="F2F2F2"/>
          </a:solidFill>
          <a:ln w="12700" cap="flat">
            <a:solidFill>
              <a:srgbClr val="006CD9"/>
            </a:solidFill>
            <a:prstDash val="solid"/>
            <a:miter lim="8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188" name="文本"/>
          <p:cNvSpPr txBox="1"/>
          <p:nvPr/>
        </p:nvSpPr>
        <p:spPr>
          <a:xfrm>
            <a:off x="8990965" y="5109845"/>
            <a:ext cx="2523490" cy="370840"/>
          </a:xfrm>
          <a:prstGeom prst="rect">
            <a:avLst/>
          </a:prstGeom>
          <a:noFill/>
          <a:ln w="12700" cap="flat">
            <a:noFill/>
            <a:miter lim="400000"/>
          </a:ln>
          <a:effectLst/>
        </p:spPr>
        <p:txBody>
          <a:bodyPr wrap="square" lIns="45718" tIns="45718" rIns="45718" bIns="45718" numCol="1" anchor="ctr">
            <a:spAutoFit/>
          </a:bodyPr>
          <a:lstStyle>
            <a:lvl1pPr algn="ctr">
              <a:defRPr>
                <a:solidFill>
                  <a:srgbClr val="FFFFFF"/>
                </a:solidFill>
                <a:latin typeface="+mj-lt"/>
                <a:ea typeface="+mj-ea"/>
                <a:cs typeface="+mj-cs"/>
                <a:sym typeface="等线" panose="02010600030101010101" charset="-122"/>
              </a:defRPr>
            </a:lvl1pPr>
          </a:lstStyle>
          <a:p>
            <a:r>
              <a:t>       </a:t>
            </a:r>
          </a:p>
        </p:txBody>
      </p:sp>
      <p:sp>
        <p:nvSpPr>
          <p:cNvPr id="1190" name="矩形"/>
          <p:cNvSpPr/>
          <p:nvPr/>
        </p:nvSpPr>
        <p:spPr>
          <a:xfrm>
            <a:off x="8938895" y="6059170"/>
            <a:ext cx="2627630" cy="211455"/>
          </a:xfrm>
          <a:prstGeom prst="rect">
            <a:avLst/>
          </a:prstGeom>
          <a:solidFill>
            <a:srgbClr val="006CD9"/>
          </a:solidFill>
          <a:ln w="12700" cap="flat">
            <a:noFill/>
            <a:miter lim="400000"/>
          </a:ln>
          <a:effectLst/>
        </p:spPr>
        <p:txBody>
          <a:bodyPr wrap="square" lIns="45718" tIns="45718" rIns="45718" bIns="45718" numCol="1" anchor="ctr">
            <a:noAutofit/>
          </a:bodyPr>
          <a:lstStyle/>
          <a:p>
            <a:pPr algn="ctr" defTabSz="457200">
              <a:defRPr>
                <a:latin typeface="+mj-lt"/>
                <a:ea typeface="+mj-ea"/>
                <a:cs typeface="+mj-cs"/>
                <a:sym typeface="等线" panose="02010600030101010101" charset="-122"/>
              </a:defRPr>
            </a:pPr>
            <a:endParaRPr/>
          </a:p>
        </p:txBody>
      </p:sp>
      <p:sp>
        <p:nvSpPr>
          <p:cNvPr id="1191" name="终端接入域"/>
          <p:cNvSpPr txBox="1"/>
          <p:nvPr/>
        </p:nvSpPr>
        <p:spPr>
          <a:xfrm>
            <a:off x="9349105" y="6043295"/>
            <a:ext cx="1807210" cy="243840"/>
          </a:xfrm>
          <a:prstGeom prst="rect">
            <a:avLst/>
          </a:prstGeom>
          <a:noFill/>
          <a:ln w="12700" cap="flat">
            <a:noFill/>
            <a:miter lim="400000"/>
          </a:ln>
          <a:effectLst/>
        </p:spPr>
        <p:txBody>
          <a:bodyPr wrap="square" lIns="45718" tIns="45718" rIns="45718" bIns="45718" numCol="1" anchor="ctr">
            <a:spAutoFit/>
          </a:bodyPr>
          <a:lstStyle>
            <a:lvl1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终端接入域</a:t>
            </a:r>
          </a:p>
        </p:txBody>
      </p:sp>
      <p:sp>
        <p:nvSpPr>
          <p:cNvPr id="1193" name="矩形 106"/>
          <p:cNvSpPr/>
          <p:nvPr/>
        </p:nvSpPr>
        <p:spPr>
          <a:xfrm>
            <a:off x="9348788" y="5413375"/>
            <a:ext cx="1808162" cy="46038"/>
          </a:xfrm>
          <a:prstGeom prst="rect">
            <a:avLst/>
          </a:prstGeom>
          <a:solidFill>
            <a:srgbClr val="006CD9"/>
          </a:solidFill>
          <a:ln w="12700">
            <a:miter lim="400000"/>
          </a:ln>
        </p:spPr>
        <p:txBody>
          <a:bodyPr lIns="45718" tIns="45718" rIns="45718" bIns="45718" anchor="ctr"/>
          <a:lstStyle/>
          <a:p>
            <a: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194" name="直线连接符 424"/>
          <p:cNvSpPr/>
          <p:nvPr/>
        </p:nvSpPr>
        <p:spPr>
          <a:xfrm>
            <a:off x="10253663" y="4630737"/>
            <a:ext cx="2" cy="152402"/>
          </a:xfrm>
          <a:prstGeom prst="line">
            <a:avLst/>
          </a:prstGeom>
          <a:ln w="6350">
            <a:solidFill>
              <a:srgbClr val="00479D"/>
            </a:solidFill>
            <a:miter/>
          </a:ln>
        </p:spPr>
        <p:txBody>
          <a:bodyPr lIns="45718" tIns="45718" rIns="45718" bIns="45718"/>
          <a:lstStyle/>
          <a:p>
            <a:endParaRPr/>
          </a:p>
        </p:txBody>
      </p:sp>
      <p:sp>
        <p:nvSpPr>
          <p:cNvPr id="1195" name="直线连接符 427"/>
          <p:cNvSpPr/>
          <p:nvPr/>
        </p:nvSpPr>
        <p:spPr>
          <a:xfrm>
            <a:off x="10253663" y="4960937"/>
            <a:ext cx="2" cy="158752"/>
          </a:xfrm>
          <a:prstGeom prst="line">
            <a:avLst/>
          </a:prstGeom>
          <a:ln w="6350">
            <a:solidFill>
              <a:srgbClr val="00479D"/>
            </a:solidFill>
            <a:miter/>
          </a:ln>
        </p:spPr>
        <p:txBody>
          <a:bodyPr lIns="45718" tIns="45718" rIns="45718" bIns="45718"/>
          <a:lstStyle/>
          <a:p>
            <a:endParaRPr/>
          </a:p>
        </p:txBody>
      </p:sp>
      <p:sp>
        <p:nvSpPr>
          <p:cNvPr id="1196" name="矩形 110"/>
          <p:cNvSpPr txBox="1"/>
          <p:nvPr/>
        </p:nvSpPr>
        <p:spPr>
          <a:xfrm>
            <a:off x="10342244" y="4406899"/>
            <a:ext cx="741999"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（基础级）</a:t>
            </a:r>
          </a:p>
        </p:txBody>
      </p:sp>
      <p:sp>
        <p:nvSpPr>
          <p:cNvPr id="1197" name="矩形 111"/>
          <p:cNvSpPr txBox="1"/>
          <p:nvPr/>
        </p:nvSpPr>
        <p:spPr>
          <a:xfrm>
            <a:off x="10431143" y="4783138"/>
            <a:ext cx="743588" cy="231139"/>
          </a:xfrm>
          <a:prstGeom prst="rect">
            <a:avLst/>
          </a:prstGeom>
          <a:ln w="12700">
            <a:miter lim="400000"/>
          </a:ln>
        </p:spPr>
        <p:txBody>
          <a:bodyPr lIns="45718" tIns="45718" rIns="45718" bIns="45718">
            <a:spAutoFit/>
          </a:bodyPr>
          <a:lstStyle>
            <a:lvl1pP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上网行为管理</a:t>
            </a:r>
          </a:p>
        </p:txBody>
      </p:sp>
      <p:sp>
        <p:nvSpPr>
          <p:cNvPr id="1198" name="矩形 112"/>
          <p:cNvSpPr txBox="1"/>
          <p:nvPr/>
        </p:nvSpPr>
        <p:spPr>
          <a:xfrm>
            <a:off x="9238932" y="5842000"/>
            <a:ext cx="422912"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住院区</a:t>
            </a:r>
          </a:p>
        </p:txBody>
      </p:sp>
      <p:sp>
        <p:nvSpPr>
          <p:cNvPr id="1199" name="矩形 113"/>
          <p:cNvSpPr txBox="1"/>
          <p:nvPr/>
        </p:nvSpPr>
        <p:spPr>
          <a:xfrm>
            <a:off x="9685018" y="5842000"/>
            <a:ext cx="422912"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办公区</a:t>
            </a:r>
          </a:p>
        </p:txBody>
      </p:sp>
      <p:sp>
        <p:nvSpPr>
          <p:cNvPr id="1200" name="矩形 114"/>
          <p:cNvSpPr txBox="1"/>
          <p:nvPr/>
        </p:nvSpPr>
        <p:spPr>
          <a:xfrm>
            <a:off x="10129518" y="5842000"/>
            <a:ext cx="422912"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访问区</a:t>
            </a:r>
          </a:p>
        </p:txBody>
      </p:sp>
      <p:sp>
        <p:nvSpPr>
          <p:cNvPr id="1201" name="矩形 115"/>
          <p:cNvSpPr txBox="1"/>
          <p:nvPr/>
        </p:nvSpPr>
        <p:spPr>
          <a:xfrm>
            <a:off x="10753407" y="5842000"/>
            <a:ext cx="416562"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无线区</a:t>
            </a:r>
          </a:p>
        </p:txBody>
      </p:sp>
      <p:sp>
        <p:nvSpPr>
          <p:cNvPr id="1202" name="直线连接符 439"/>
          <p:cNvSpPr/>
          <p:nvPr/>
        </p:nvSpPr>
        <p:spPr>
          <a:xfrm>
            <a:off x="10253663" y="5238749"/>
            <a:ext cx="2" cy="158752"/>
          </a:xfrm>
          <a:prstGeom prst="line">
            <a:avLst/>
          </a:prstGeom>
          <a:ln w="6350">
            <a:solidFill>
              <a:srgbClr val="20ADEC"/>
            </a:solidFill>
            <a:miter/>
          </a:ln>
        </p:spPr>
        <p:txBody>
          <a:bodyPr lIns="45718" tIns="45718" rIns="45718" bIns="45718"/>
          <a:lstStyle/>
          <a:p>
            <a:endParaRPr/>
          </a:p>
        </p:txBody>
      </p:sp>
      <p:sp>
        <p:nvSpPr>
          <p:cNvPr id="1203" name="矩形 117"/>
          <p:cNvSpPr/>
          <p:nvPr/>
        </p:nvSpPr>
        <p:spPr>
          <a:xfrm>
            <a:off x="8228013" y="1843088"/>
            <a:ext cx="433389" cy="180339"/>
          </a:xfrm>
          <a:prstGeom prst="rect">
            <a:avLst/>
          </a:prstGeom>
          <a:solidFill>
            <a:srgbClr val="006CD9"/>
          </a:solidFill>
          <a:ln w="12700">
            <a:miter lim="400000"/>
          </a:ln>
        </p:spPr>
        <p:txBody>
          <a:bodyPr lIns="45718" tIns="45718" rIns="45718" bIns="45718">
            <a:spAutoFit/>
          </a:bodyPr>
          <a:lstStyle>
            <a:lvl1pPr algn="ctr">
              <a:defRPr sz="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ISP2</a:t>
            </a:r>
          </a:p>
        </p:txBody>
      </p:sp>
      <p:sp>
        <p:nvSpPr>
          <p:cNvPr id="1204" name="矩形 118"/>
          <p:cNvSpPr/>
          <p:nvPr/>
        </p:nvSpPr>
        <p:spPr>
          <a:xfrm>
            <a:off x="7296150" y="1843088"/>
            <a:ext cx="433388" cy="180339"/>
          </a:xfrm>
          <a:prstGeom prst="rect">
            <a:avLst/>
          </a:prstGeom>
          <a:solidFill>
            <a:srgbClr val="006CD9"/>
          </a:solidFill>
          <a:ln w="12700">
            <a:miter lim="400000"/>
          </a:ln>
        </p:spPr>
        <p:txBody>
          <a:bodyPr lIns="45718" tIns="45718" rIns="45718" bIns="45718">
            <a:spAutoFit/>
          </a:bodyPr>
          <a:lstStyle>
            <a:lvl1pPr algn="ctr">
              <a:defRPr sz="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ISP1</a:t>
            </a:r>
          </a:p>
        </p:txBody>
      </p:sp>
      <p:sp>
        <p:nvSpPr>
          <p:cNvPr id="1205" name="矩形 119"/>
          <p:cNvSpPr txBox="1"/>
          <p:nvPr/>
        </p:nvSpPr>
        <p:spPr>
          <a:xfrm>
            <a:off x="7645082" y="2260600"/>
            <a:ext cx="703899"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链路负载均衡</a:t>
            </a:r>
          </a:p>
        </p:txBody>
      </p:sp>
      <p:sp>
        <p:nvSpPr>
          <p:cNvPr id="1206" name="矩形 120"/>
          <p:cNvSpPr txBox="1"/>
          <p:nvPr/>
        </p:nvSpPr>
        <p:spPr>
          <a:xfrm>
            <a:off x="7622857" y="2528889"/>
            <a:ext cx="749937"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（增强级）</a:t>
            </a:r>
          </a:p>
        </p:txBody>
      </p:sp>
      <p:sp>
        <p:nvSpPr>
          <p:cNvPr id="1207" name="矩形 121"/>
          <p:cNvSpPr txBox="1"/>
          <p:nvPr/>
        </p:nvSpPr>
        <p:spPr>
          <a:xfrm>
            <a:off x="7716518" y="2851150"/>
            <a:ext cx="562613"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流量管理</a:t>
            </a:r>
          </a:p>
        </p:txBody>
      </p:sp>
      <p:sp>
        <p:nvSpPr>
          <p:cNvPr id="1208" name="直线连接符 454"/>
          <p:cNvSpPr/>
          <p:nvPr/>
        </p:nvSpPr>
        <p:spPr>
          <a:xfrm>
            <a:off x="7513638" y="2020888"/>
            <a:ext cx="2" cy="120652"/>
          </a:xfrm>
          <a:prstGeom prst="line">
            <a:avLst/>
          </a:prstGeom>
          <a:ln w="6350">
            <a:solidFill>
              <a:srgbClr val="00479D"/>
            </a:solidFill>
            <a:miter/>
          </a:ln>
        </p:spPr>
        <p:txBody>
          <a:bodyPr lIns="45718" tIns="45718" rIns="45718" bIns="45718"/>
          <a:lstStyle/>
          <a:p>
            <a:endParaRPr/>
          </a:p>
        </p:txBody>
      </p:sp>
      <p:sp>
        <p:nvSpPr>
          <p:cNvPr id="1209" name="直线连接符 455"/>
          <p:cNvSpPr/>
          <p:nvPr/>
        </p:nvSpPr>
        <p:spPr>
          <a:xfrm>
            <a:off x="7513638" y="2325688"/>
            <a:ext cx="2" cy="120652"/>
          </a:xfrm>
          <a:prstGeom prst="line">
            <a:avLst/>
          </a:prstGeom>
          <a:ln w="6350">
            <a:solidFill>
              <a:srgbClr val="00479D"/>
            </a:solidFill>
            <a:miter/>
          </a:ln>
        </p:spPr>
        <p:txBody>
          <a:bodyPr lIns="45718" tIns="45718" rIns="45718" bIns="45718"/>
          <a:lstStyle/>
          <a:p>
            <a:endParaRPr/>
          </a:p>
        </p:txBody>
      </p:sp>
      <p:sp>
        <p:nvSpPr>
          <p:cNvPr id="1210" name="直线连接符 456"/>
          <p:cNvSpPr/>
          <p:nvPr/>
        </p:nvSpPr>
        <p:spPr>
          <a:xfrm>
            <a:off x="7513638" y="2617788"/>
            <a:ext cx="2" cy="120652"/>
          </a:xfrm>
          <a:prstGeom prst="line">
            <a:avLst/>
          </a:prstGeom>
          <a:ln w="6350">
            <a:solidFill>
              <a:srgbClr val="00479D"/>
            </a:solidFill>
            <a:miter/>
          </a:ln>
        </p:spPr>
        <p:txBody>
          <a:bodyPr lIns="45718" tIns="45718" rIns="45718" bIns="45718"/>
          <a:lstStyle/>
          <a:p>
            <a:endParaRPr/>
          </a:p>
        </p:txBody>
      </p:sp>
      <p:sp>
        <p:nvSpPr>
          <p:cNvPr id="1211" name="直线连接符 457"/>
          <p:cNvSpPr/>
          <p:nvPr/>
        </p:nvSpPr>
        <p:spPr>
          <a:xfrm>
            <a:off x="7513638" y="2020888"/>
            <a:ext cx="931864" cy="120652"/>
          </a:xfrm>
          <a:prstGeom prst="line">
            <a:avLst/>
          </a:prstGeom>
          <a:ln w="6350">
            <a:solidFill>
              <a:srgbClr val="00479D"/>
            </a:solidFill>
            <a:miter/>
          </a:ln>
        </p:spPr>
        <p:txBody>
          <a:bodyPr lIns="45718" tIns="45718" rIns="45718" bIns="45718"/>
          <a:lstStyle/>
          <a:p>
            <a:endParaRPr/>
          </a:p>
        </p:txBody>
      </p:sp>
      <p:sp>
        <p:nvSpPr>
          <p:cNvPr id="1212" name="直线连接符 460"/>
          <p:cNvSpPr/>
          <p:nvPr/>
        </p:nvSpPr>
        <p:spPr>
          <a:xfrm>
            <a:off x="8445500" y="2020888"/>
            <a:ext cx="0" cy="120652"/>
          </a:xfrm>
          <a:prstGeom prst="line">
            <a:avLst/>
          </a:prstGeom>
          <a:ln w="6350">
            <a:solidFill>
              <a:srgbClr val="00479D"/>
            </a:solidFill>
            <a:miter/>
          </a:ln>
        </p:spPr>
        <p:txBody>
          <a:bodyPr lIns="45718" tIns="45718" rIns="45718" bIns="45718"/>
          <a:lstStyle/>
          <a:p>
            <a:endParaRPr/>
          </a:p>
        </p:txBody>
      </p:sp>
      <p:sp>
        <p:nvSpPr>
          <p:cNvPr id="1213" name="直线连接符 461"/>
          <p:cNvSpPr/>
          <p:nvPr/>
        </p:nvSpPr>
        <p:spPr>
          <a:xfrm>
            <a:off x="8445500" y="2325688"/>
            <a:ext cx="0" cy="120652"/>
          </a:xfrm>
          <a:prstGeom prst="line">
            <a:avLst/>
          </a:prstGeom>
          <a:ln w="6350">
            <a:solidFill>
              <a:srgbClr val="00479D"/>
            </a:solidFill>
            <a:miter/>
          </a:ln>
        </p:spPr>
        <p:txBody>
          <a:bodyPr lIns="45718" tIns="45718" rIns="45718" bIns="45718"/>
          <a:lstStyle/>
          <a:p>
            <a:endParaRPr/>
          </a:p>
        </p:txBody>
      </p:sp>
      <p:sp>
        <p:nvSpPr>
          <p:cNvPr id="1214" name="直线连接符 462"/>
          <p:cNvSpPr/>
          <p:nvPr/>
        </p:nvSpPr>
        <p:spPr>
          <a:xfrm>
            <a:off x="8445500" y="2617788"/>
            <a:ext cx="0" cy="120652"/>
          </a:xfrm>
          <a:prstGeom prst="line">
            <a:avLst/>
          </a:prstGeom>
          <a:ln w="6350">
            <a:solidFill>
              <a:srgbClr val="00479D"/>
            </a:solidFill>
            <a:miter/>
          </a:ln>
        </p:spPr>
        <p:txBody>
          <a:bodyPr lIns="45718" tIns="45718" rIns="45718" bIns="45718"/>
          <a:lstStyle/>
          <a:p>
            <a:endParaRPr/>
          </a:p>
        </p:txBody>
      </p:sp>
      <p:sp>
        <p:nvSpPr>
          <p:cNvPr id="1215" name="直线连接符 463"/>
          <p:cNvSpPr/>
          <p:nvPr/>
        </p:nvSpPr>
        <p:spPr>
          <a:xfrm flipH="1">
            <a:off x="7513638" y="2020888"/>
            <a:ext cx="931864" cy="120652"/>
          </a:xfrm>
          <a:prstGeom prst="line">
            <a:avLst/>
          </a:prstGeom>
          <a:ln w="6350">
            <a:solidFill>
              <a:srgbClr val="00479D"/>
            </a:solidFill>
            <a:miter/>
          </a:ln>
        </p:spPr>
        <p:txBody>
          <a:bodyPr lIns="45718" tIns="45718" rIns="45718" bIns="45718"/>
          <a:lstStyle/>
          <a:p>
            <a:endParaRPr/>
          </a:p>
        </p:txBody>
      </p:sp>
      <p:sp>
        <p:nvSpPr>
          <p:cNvPr id="1216" name="直线连接符 468"/>
          <p:cNvSpPr/>
          <p:nvPr/>
        </p:nvSpPr>
        <p:spPr>
          <a:xfrm flipH="1">
            <a:off x="7608888" y="2236788"/>
            <a:ext cx="741364" cy="2"/>
          </a:xfrm>
          <a:prstGeom prst="line">
            <a:avLst/>
          </a:prstGeom>
          <a:ln w="6350">
            <a:solidFill>
              <a:srgbClr val="00479D"/>
            </a:solidFill>
            <a:prstDash val="dash"/>
            <a:miter/>
          </a:ln>
        </p:spPr>
        <p:txBody>
          <a:bodyPr lIns="45718" tIns="45718" rIns="45718" bIns="45718"/>
          <a:lstStyle/>
          <a:p>
            <a:endParaRPr/>
          </a:p>
        </p:txBody>
      </p:sp>
      <p:sp>
        <p:nvSpPr>
          <p:cNvPr id="1217" name="直线连接符 471"/>
          <p:cNvSpPr/>
          <p:nvPr/>
        </p:nvSpPr>
        <p:spPr>
          <a:xfrm flipH="1">
            <a:off x="7608888" y="2541588"/>
            <a:ext cx="741364" cy="2"/>
          </a:xfrm>
          <a:prstGeom prst="line">
            <a:avLst/>
          </a:prstGeom>
          <a:ln w="6350">
            <a:solidFill>
              <a:srgbClr val="00479D"/>
            </a:solidFill>
            <a:prstDash val="dash"/>
            <a:miter/>
          </a:ln>
        </p:spPr>
        <p:txBody>
          <a:bodyPr lIns="45718" tIns="45718" rIns="45718" bIns="45718"/>
          <a:lstStyle/>
          <a:p>
            <a:endParaRPr/>
          </a:p>
        </p:txBody>
      </p:sp>
      <p:sp>
        <p:nvSpPr>
          <p:cNvPr id="1218" name="直线连接符 472"/>
          <p:cNvSpPr/>
          <p:nvPr/>
        </p:nvSpPr>
        <p:spPr>
          <a:xfrm flipH="1">
            <a:off x="7608888" y="2847975"/>
            <a:ext cx="741364" cy="0"/>
          </a:xfrm>
          <a:prstGeom prst="line">
            <a:avLst/>
          </a:prstGeom>
          <a:ln w="6350">
            <a:solidFill>
              <a:srgbClr val="53C800"/>
            </a:solidFill>
            <a:prstDash val="dash"/>
            <a:miter/>
          </a:ln>
        </p:spPr>
        <p:txBody>
          <a:bodyPr lIns="45718" tIns="45718" rIns="45718" bIns="45718"/>
          <a:lstStyle/>
          <a:p>
            <a:endParaRPr/>
          </a:p>
        </p:txBody>
      </p:sp>
      <p:sp>
        <p:nvSpPr>
          <p:cNvPr id="1219" name="矩形 133"/>
          <p:cNvSpPr txBox="1"/>
          <p:nvPr/>
        </p:nvSpPr>
        <p:spPr>
          <a:xfrm>
            <a:off x="4506593" y="2173289"/>
            <a:ext cx="600713"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交换机</a:t>
            </a:r>
          </a:p>
        </p:txBody>
      </p:sp>
      <p:sp>
        <p:nvSpPr>
          <p:cNvPr id="1220" name="矩形 134"/>
          <p:cNvSpPr txBox="1"/>
          <p:nvPr/>
        </p:nvSpPr>
        <p:spPr>
          <a:xfrm>
            <a:off x="4443093" y="2749550"/>
            <a:ext cx="708663"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（基础级）</a:t>
            </a:r>
          </a:p>
        </p:txBody>
      </p:sp>
      <p:sp>
        <p:nvSpPr>
          <p:cNvPr id="1221" name="矩形 135"/>
          <p:cNvSpPr txBox="1"/>
          <p:nvPr/>
        </p:nvSpPr>
        <p:spPr>
          <a:xfrm>
            <a:off x="4566918" y="2411414"/>
            <a:ext cx="480062" cy="3708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广域网优化</a:t>
            </a:r>
          </a:p>
        </p:txBody>
      </p:sp>
      <p:sp>
        <p:nvSpPr>
          <p:cNvPr id="1222" name="直线连接符 495"/>
          <p:cNvSpPr/>
          <p:nvPr/>
        </p:nvSpPr>
        <p:spPr>
          <a:xfrm>
            <a:off x="4367212" y="2690813"/>
            <a:ext cx="2" cy="115889"/>
          </a:xfrm>
          <a:prstGeom prst="line">
            <a:avLst/>
          </a:prstGeom>
          <a:ln w="6350">
            <a:solidFill>
              <a:srgbClr val="00479D"/>
            </a:solidFill>
            <a:miter/>
          </a:ln>
        </p:spPr>
        <p:txBody>
          <a:bodyPr lIns="45718" tIns="45718" rIns="45718" bIns="45718"/>
          <a:lstStyle/>
          <a:p>
            <a:endParaRPr/>
          </a:p>
        </p:txBody>
      </p:sp>
      <p:sp>
        <p:nvSpPr>
          <p:cNvPr id="1223" name="直线连接符 496"/>
          <p:cNvSpPr/>
          <p:nvPr/>
        </p:nvSpPr>
        <p:spPr>
          <a:xfrm>
            <a:off x="4367212" y="2957513"/>
            <a:ext cx="2" cy="200027"/>
          </a:xfrm>
          <a:prstGeom prst="line">
            <a:avLst/>
          </a:prstGeom>
          <a:ln w="6350">
            <a:solidFill>
              <a:srgbClr val="53C800"/>
            </a:solidFill>
            <a:prstDash val="dash"/>
            <a:miter/>
          </a:ln>
        </p:spPr>
        <p:txBody>
          <a:bodyPr lIns="45718" tIns="45718" rIns="45718" bIns="45718"/>
          <a:lstStyle/>
          <a:p>
            <a:endParaRPr/>
          </a:p>
        </p:txBody>
      </p:sp>
      <p:sp>
        <p:nvSpPr>
          <p:cNvPr id="1224" name="直线连接符 500"/>
          <p:cNvSpPr/>
          <p:nvPr/>
        </p:nvSpPr>
        <p:spPr>
          <a:xfrm>
            <a:off x="4367212" y="2357438"/>
            <a:ext cx="2" cy="141289"/>
          </a:xfrm>
          <a:prstGeom prst="line">
            <a:avLst/>
          </a:prstGeom>
          <a:ln w="6350">
            <a:solidFill>
              <a:srgbClr val="00479D"/>
            </a:solidFill>
            <a:miter/>
          </a:ln>
        </p:spPr>
        <p:txBody>
          <a:bodyPr lIns="45718" tIns="45718" rIns="45718" bIns="45718"/>
          <a:lstStyle/>
          <a:p>
            <a:endParaRPr/>
          </a:p>
        </p:txBody>
      </p:sp>
      <p:sp>
        <p:nvSpPr>
          <p:cNvPr id="1225" name="肘形连接符 138"/>
          <p:cNvSpPr/>
          <p:nvPr/>
        </p:nvSpPr>
        <p:spPr>
          <a:xfrm rot="16200000" flipH="1">
            <a:off x="4139407" y="2010567"/>
            <a:ext cx="115889" cy="333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10800" y="21600"/>
                </a:lnTo>
                <a:lnTo>
                  <a:pt x="21600" y="21600"/>
                </a:lnTo>
              </a:path>
            </a:pathLst>
          </a:custGeom>
          <a:ln w="6350">
            <a:solidFill>
              <a:srgbClr val="00479D"/>
            </a:solidFill>
            <a:miter/>
          </a:ln>
        </p:spPr>
        <p:txBody>
          <a:bodyPr lIns="45718" tIns="45718" rIns="45718" bIns="45718" anchor="ctr"/>
          <a:lstStyle/>
          <a:p>
            <a:pPr>
              <a:defRPr>
                <a:latin typeface="+mj-lt"/>
                <a:ea typeface="+mj-ea"/>
                <a:cs typeface="+mj-cs"/>
                <a:sym typeface="等线" panose="02010600030101010101" charset="-122"/>
              </a:defRPr>
            </a:pPr>
            <a:endParaRPr/>
          </a:p>
        </p:txBody>
      </p:sp>
      <p:sp>
        <p:nvSpPr>
          <p:cNvPr id="1226" name="肘形连接符 139"/>
          <p:cNvSpPr/>
          <p:nvPr/>
        </p:nvSpPr>
        <p:spPr>
          <a:xfrm rot="5400000">
            <a:off x="4477544" y="2010567"/>
            <a:ext cx="115889" cy="333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1480" y="0"/>
                </a:lnTo>
                <a:lnTo>
                  <a:pt x="11480" y="21600"/>
                </a:lnTo>
                <a:lnTo>
                  <a:pt x="21600" y="21600"/>
                </a:lnTo>
              </a:path>
            </a:pathLst>
          </a:custGeom>
          <a:ln w="6350">
            <a:solidFill>
              <a:srgbClr val="00479D"/>
            </a:solidFill>
            <a:miter/>
          </a:ln>
        </p:spPr>
        <p:txBody>
          <a:bodyPr lIns="45718" tIns="45718" rIns="45718" bIns="45718" anchor="ctr"/>
          <a:lstStyle/>
          <a:p>
            <a:pPr>
              <a:defRPr>
                <a:latin typeface="+mj-lt"/>
                <a:ea typeface="+mj-ea"/>
                <a:cs typeface="+mj-cs"/>
                <a:sym typeface="等线" panose="02010600030101010101" charset="-122"/>
              </a:defRPr>
            </a:pPr>
            <a:endParaRPr/>
          </a:p>
        </p:txBody>
      </p:sp>
      <p:sp>
        <p:nvSpPr>
          <p:cNvPr id="1227" name="直线连接符 511"/>
          <p:cNvSpPr/>
          <p:nvPr/>
        </p:nvSpPr>
        <p:spPr>
          <a:xfrm>
            <a:off x="4368800" y="2009775"/>
            <a:ext cx="0" cy="311152"/>
          </a:xfrm>
          <a:prstGeom prst="line">
            <a:avLst/>
          </a:prstGeom>
          <a:ln w="6350">
            <a:solidFill>
              <a:srgbClr val="00479D"/>
            </a:solidFill>
            <a:miter/>
          </a:ln>
        </p:spPr>
        <p:txBody>
          <a:bodyPr lIns="45718" tIns="45718" rIns="45718" bIns="45718"/>
          <a:lstStyle/>
          <a:p>
            <a:endParaRPr/>
          </a:p>
        </p:txBody>
      </p:sp>
      <p:sp>
        <p:nvSpPr>
          <p:cNvPr id="1228" name="直线连接符 516"/>
          <p:cNvSpPr/>
          <p:nvPr/>
        </p:nvSpPr>
        <p:spPr>
          <a:xfrm>
            <a:off x="5741987" y="3462337"/>
            <a:ext cx="2" cy="87314"/>
          </a:xfrm>
          <a:prstGeom prst="line">
            <a:avLst/>
          </a:prstGeom>
          <a:ln w="6350">
            <a:solidFill>
              <a:srgbClr val="184199"/>
            </a:solidFill>
            <a:prstDash val="dash"/>
            <a:miter/>
          </a:ln>
        </p:spPr>
        <p:txBody>
          <a:bodyPr lIns="45718" tIns="45718" rIns="45718" bIns="45718"/>
          <a:lstStyle/>
          <a:p>
            <a:endParaRPr/>
          </a:p>
        </p:txBody>
      </p:sp>
      <p:sp>
        <p:nvSpPr>
          <p:cNvPr id="1229" name="直线连接符 518"/>
          <p:cNvSpPr/>
          <p:nvPr/>
        </p:nvSpPr>
        <p:spPr>
          <a:xfrm>
            <a:off x="6169025" y="3462337"/>
            <a:ext cx="0" cy="87314"/>
          </a:xfrm>
          <a:prstGeom prst="line">
            <a:avLst/>
          </a:prstGeom>
          <a:ln w="6350">
            <a:solidFill>
              <a:srgbClr val="184199"/>
            </a:solidFill>
            <a:prstDash val="dash"/>
            <a:miter/>
          </a:ln>
        </p:spPr>
        <p:txBody>
          <a:bodyPr lIns="45718" tIns="45718" rIns="45718" bIns="45718"/>
          <a:lstStyle/>
          <a:p>
            <a:endParaRPr/>
          </a:p>
        </p:txBody>
      </p:sp>
      <p:sp>
        <p:nvSpPr>
          <p:cNvPr id="1230" name="直线连接符 519"/>
          <p:cNvSpPr/>
          <p:nvPr/>
        </p:nvSpPr>
        <p:spPr>
          <a:xfrm>
            <a:off x="6596063" y="3462337"/>
            <a:ext cx="2" cy="87314"/>
          </a:xfrm>
          <a:prstGeom prst="line">
            <a:avLst/>
          </a:prstGeom>
          <a:ln w="6350">
            <a:solidFill>
              <a:srgbClr val="184199"/>
            </a:solidFill>
            <a:prstDash val="dash"/>
            <a:miter/>
          </a:ln>
        </p:spPr>
        <p:txBody>
          <a:bodyPr lIns="45718" tIns="45718" rIns="45718" bIns="45718"/>
          <a:lstStyle/>
          <a:p>
            <a:endParaRPr/>
          </a:p>
        </p:txBody>
      </p:sp>
      <p:sp>
        <p:nvSpPr>
          <p:cNvPr id="1231" name="直线连接符 520"/>
          <p:cNvSpPr/>
          <p:nvPr/>
        </p:nvSpPr>
        <p:spPr>
          <a:xfrm flipV="1">
            <a:off x="5818187" y="3671887"/>
            <a:ext cx="276227" cy="3177"/>
          </a:xfrm>
          <a:prstGeom prst="line">
            <a:avLst/>
          </a:prstGeom>
          <a:ln w="6350">
            <a:solidFill>
              <a:srgbClr val="00479D"/>
            </a:solidFill>
            <a:miter/>
          </a:ln>
        </p:spPr>
        <p:txBody>
          <a:bodyPr lIns="45718" tIns="45718" rIns="45718" bIns="45718"/>
          <a:lstStyle/>
          <a:p>
            <a:endParaRPr/>
          </a:p>
        </p:txBody>
      </p:sp>
      <p:sp>
        <p:nvSpPr>
          <p:cNvPr id="1232" name="直线连接符 522"/>
          <p:cNvSpPr/>
          <p:nvPr/>
        </p:nvSpPr>
        <p:spPr>
          <a:xfrm flipV="1">
            <a:off x="6235700" y="3671887"/>
            <a:ext cx="276227" cy="3177"/>
          </a:xfrm>
          <a:prstGeom prst="line">
            <a:avLst/>
          </a:prstGeom>
          <a:ln w="6350">
            <a:solidFill>
              <a:srgbClr val="20ADEC"/>
            </a:solidFill>
            <a:miter/>
          </a:ln>
        </p:spPr>
        <p:txBody>
          <a:bodyPr lIns="45718" tIns="45718" rIns="45718" bIns="45718"/>
          <a:lstStyle/>
          <a:p>
            <a:endParaRPr/>
          </a:p>
        </p:txBody>
      </p:sp>
      <p:sp>
        <p:nvSpPr>
          <p:cNvPr id="1233" name="直线连接符 523"/>
          <p:cNvSpPr/>
          <p:nvPr/>
        </p:nvSpPr>
        <p:spPr>
          <a:xfrm>
            <a:off x="6169025" y="1458912"/>
            <a:ext cx="0" cy="1679577"/>
          </a:xfrm>
          <a:prstGeom prst="line">
            <a:avLst/>
          </a:prstGeom>
          <a:ln w="6350">
            <a:solidFill>
              <a:srgbClr val="53C800"/>
            </a:solidFill>
            <a:prstDash val="dash"/>
            <a:miter/>
          </a:ln>
        </p:spPr>
        <p:txBody>
          <a:bodyPr lIns="45718" tIns="45718" rIns="45718" bIns="45718"/>
          <a:lstStyle/>
          <a:p>
            <a:endParaRPr/>
          </a:p>
        </p:txBody>
      </p:sp>
      <p:sp>
        <p:nvSpPr>
          <p:cNvPr id="1234" name="直线连接符 527"/>
          <p:cNvSpPr/>
          <p:nvPr/>
        </p:nvSpPr>
        <p:spPr>
          <a:xfrm flipH="1">
            <a:off x="6169023" y="4171950"/>
            <a:ext cx="2" cy="2098677"/>
          </a:xfrm>
          <a:prstGeom prst="line">
            <a:avLst/>
          </a:prstGeom>
          <a:ln w="6350">
            <a:solidFill>
              <a:srgbClr val="53C800"/>
            </a:solidFill>
            <a:prstDash val="dash"/>
            <a:miter/>
          </a:ln>
        </p:spPr>
        <p:txBody>
          <a:bodyPr lIns="45718" tIns="45718" rIns="45718" bIns="45718"/>
          <a:lstStyle/>
          <a:p>
            <a:endParaRPr/>
          </a:p>
        </p:txBody>
      </p:sp>
      <p:sp>
        <p:nvSpPr>
          <p:cNvPr id="1235" name="直线连接符 529"/>
          <p:cNvSpPr/>
          <p:nvPr/>
        </p:nvSpPr>
        <p:spPr>
          <a:xfrm>
            <a:off x="9455150" y="5413375"/>
            <a:ext cx="0" cy="298452"/>
          </a:xfrm>
          <a:prstGeom prst="line">
            <a:avLst/>
          </a:prstGeom>
          <a:ln w="6350">
            <a:solidFill>
              <a:srgbClr val="00479D"/>
            </a:solidFill>
            <a:miter/>
          </a:ln>
        </p:spPr>
        <p:txBody>
          <a:bodyPr lIns="45718" tIns="45718" rIns="45718" bIns="45718"/>
          <a:lstStyle/>
          <a:p>
            <a:endParaRPr/>
          </a:p>
        </p:txBody>
      </p:sp>
      <p:sp>
        <p:nvSpPr>
          <p:cNvPr id="1236" name="直线连接符 534"/>
          <p:cNvSpPr/>
          <p:nvPr/>
        </p:nvSpPr>
        <p:spPr>
          <a:xfrm>
            <a:off x="9901238" y="5413375"/>
            <a:ext cx="2" cy="298452"/>
          </a:xfrm>
          <a:prstGeom prst="line">
            <a:avLst/>
          </a:prstGeom>
          <a:ln w="6350">
            <a:solidFill>
              <a:srgbClr val="00479D"/>
            </a:solidFill>
            <a:miter/>
          </a:ln>
        </p:spPr>
        <p:txBody>
          <a:bodyPr lIns="45718" tIns="45718" rIns="45718" bIns="45718"/>
          <a:lstStyle/>
          <a:p>
            <a:endParaRPr/>
          </a:p>
        </p:txBody>
      </p:sp>
      <p:sp>
        <p:nvSpPr>
          <p:cNvPr id="1237" name="直线连接符 535"/>
          <p:cNvSpPr/>
          <p:nvPr/>
        </p:nvSpPr>
        <p:spPr>
          <a:xfrm>
            <a:off x="10350500" y="5413375"/>
            <a:ext cx="0" cy="298452"/>
          </a:xfrm>
          <a:prstGeom prst="line">
            <a:avLst/>
          </a:prstGeom>
          <a:ln w="6350">
            <a:solidFill>
              <a:srgbClr val="00479D"/>
            </a:solidFill>
            <a:miter/>
          </a:ln>
        </p:spPr>
        <p:txBody>
          <a:bodyPr lIns="45718" tIns="45718" rIns="45718" bIns="45718"/>
          <a:lstStyle/>
          <a:p>
            <a:endParaRPr/>
          </a:p>
        </p:txBody>
      </p:sp>
      <p:sp>
        <p:nvSpPr>
          <p:cNvPr id="1238" name="直线连接符 536"/>
          <p:cNvSpPr/>
          <p:nvPr/>
        </p:nvSpPr>
        <p:spPr>
          <a:xfrm>
            <a:off x="10941050" y="5426073"/>
            <a:ext cx="0" cy="300041"/>
          </a:xfrm>
          <a:prstGeom prst="line">
            <a:avLst/>
          </a:prstGeom>
          <a:ln w="6350">
            <a:solidFill>
              <a:srgbClr val="00479D"/>
            </a:solidFill>
            <a:miter/>
          </a:ln>
        </p:spPr>
        <p:txBody>
          <a:bodyPr lIns="45718" tIns="45718" rIns="45718" bIns="45718"/>
          <a:lstStyle/>
          <a:p>
            <a:endParaRPr/>
          </a:p>
        </p:txBody>
      </p:sp>
      <p:sp>
        <p:nvSpPr>
          <p:cNvPr id="1239" name="矩形 153"/>
          <p:cNvSpPr txBox="1"/>
          <p:nvPr/>
        </p:nvSpPr>
        <p:spPr>
          <a:xfrm>
            <a:off x="10481943" y="5097463"/>
            <a:ext cx="413387"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交换机</a:t>
            </a:r>
          </a:p>
        </p:txBody>
      </p:sp>
      <p:sp>
        <p:nvSpPr>
          <p:cNvPr id="1240" name="矩形 154"/>
          <p:cNvSpPr txBox="1"/>
          <p:nvPr/>
        </p:nvSpPr>
        <p:spPr>
          <a:xfrm>
            <a:off x="7814944" y="4727575"/>
            <a:ext cx="411799"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交换机</a:t>
            </a:r>
          </a:p>
        </p:txBody>
      </p:sp>
      <p:sp>
        <p:nvSpPr>
          <p:cNvPr id="1241" name="矩形 155"/>
          <p:cNvSpPr txBox="1"/>
          <p:nvPr/>
        </p:nvSpPr>
        <p:spPr>
          <a:xfrm>
            <a:off x="4962207" y="4772025"/>
            <a:ext cx="413387"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交换机</a:t>
            </a:r>
          </a:p>
        </p:txBody>
      </p:sp>
      <p:sp>
        <p:nvSpPr>
          <p:cNvPr id="1242" name="矩形 156"/>
          <p:cNvSpPr txBox="1"/>
          <p:nvPr/>
        </p:nvSpPr>
        <p:spPr>
          <a:xfrm>
            <a:off x="1882457" y="4927600"/>
            <a:ext cx="411799"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交换机</a:t>
            </a:r>
          </a:p>
        </p:txBody>
      </p:sp>
      <p:sp>
        <p:nvSpPr>
          <p:cNvPr id="1243" name="直线连接符 543"/>
          <p:cNvSpPr/>
          <p:nvPr/>
        </p:nvSpPr>
        <p:spPr>
          <a:xfrm>
            <a:off x="2182813" y="3748087"/>
            <a:ext cx="557214" cy="2"/>
          </a:xfrm>
          <a:prstGeom prst="line">
            <a:avLst/>
          </a:prstGeom>
          <a:ln w="6350">
            <a:solidFill>
              <a:srgbClr val="00479D"/>
            </a:solidFill>
            <a:miter/>
          </a:ln>
        </p:spPr>
        <p:txBody>
          <a:bodyPr lIns="45718" tIns="45718" rIns="45718" bIns="45718"/>
          <a:lstStyle/>
          <a:p>
            <a:endParaRPr/>
          </a:p>
        </p:txBody>
      </p:sp>
      <p:sp>
        <p:nvSpPr>
          <p:cNvPr id="1244" name="直线连接符 544"/>
          <p:cNvSpPr/>
          <p:nvPr/>
        </p:nvSpPr>
        <p:spPr>
          <a:xfrm>
            <a:off x="2409825" y="3770312"/>
            <a:ext cx="0" cy="115889"/>
          </a:xfrm>
          <a:prstGeom prst="line">
            <a:avLst/>
          </a:prstGeom>
          <a:ln w="6350">
            <a:solidFill>
              <a:srgbClr val="20ADEC"/>
            </a:solidFill>
            <a:miter/>
          </a:ln>
        </p:spPr>
        <p:txBody>
          <a:bodyPr lIns="45718" tIns="45718" rIns="45718" bIns="45718"/>
          <a:lstStyle/>
          <a:p>
            <a:endParaRPr/>
          </a:p>
        </p:txBody>
      </p:sp>
      <p:sp>
        <p:nvSpPr>
          <p:cNvPr id="1245" name="直线连接符 560"/>
          <p:cNvSpPr/>
          <p:nvPr/>
        </p:nvSpPr>
        <p:spPr>
          <a:xfrm flipH="1">
            <a:off x="1827213" y="4560887"/>
            <a:ext cx="436564" cy="3177"/>
          </a:xfrm>
          <a:prstGeom prst="line">
            <a:avLst/>
          </a:prstGeom>
          <a:ln w="6350">
            <a:solidFill>
              <a:srgbClr val="184199"/>
            </a:solidFill>
            <a:prstDash val="dash"/>
            <a:miter/>
          </a:ln>
        </p:spPr>
        <p:txBody>
          <a:bodyPr lIns="45718" tIns="45718" rIns="45718" bIns="45718"/>
          <a:lstStyle/>
          <a:p>
            <a:endParaRPr/>
          </a:p>
        </p:txBody>
      </p:sp>
      <p:sp>
        <p:nvSpPr>
          <p:cNvPr id="1246" name="直线连接符 584"/>
          <p:cNvSpPr/>
          <p:nvPr/>
        </p:nvSpPr>
        <p:spPr>
          <a:xfrm>
            <a:off x="8299450" y="3783012"/>
            <a:ext cx="0" cy="120652"/>
          </a:xfrm>
          <a:prstGeom prst="line">
            <a:avLst/>
          </a:prstGeom>
          <a:ln w="6350">
            <a:solidFill>
              <a:srgbClr val="184199"/>
            </a:solidFill>
            <a:miter/>
          </a:ln>
        </p:spPr>
        <p:txBody>
          <a:bodyPr lIns="45718" tIns="45718" rIns="45718" bIns="45718"/>
          <a:lstStyle/>
          <a:p>
            <a:endParaRPr/>
          </a:p>
        </p:txBody>
      </p:sp>
      <p:sp>
        <p:nvSpPr>
          <p:cNvPr id="1247" name="直线连接符 589"/>
          <p:cNvSpPr/>
          <p:nvPr/>
        </p:nvSpPr>
        <p:spPr>
          <a:xfrm flipV="1">
            <a:off x="9486900" y="3657598"/>
            <a:ext cx="276227" cy="3177"/>
          </a:xfrm>
          <a:prstGeom prst="line">
            <a:avLst/>
          </a:prstGeom>
          <a:ln w="6350">
            <a:solidFill>
              <a:srgbClr val="00479D"/>
            </a:solidFill>
            <a:miter/>
          </a:ln>
        </p:spPr>
        <p:txBody>
          <a:bodyPr lIns="45718" tIns="45718" rIns="45718" bIns="45718"/>
          <a:lstStyle/>
          <a:p>
            <a:endParaRPr/>
          </a:p>
        </p:txBody>
      </p:sp>
      <p:sp>
        <p:nvSpPr>
          <p:cNvPr id="1248" name="直线连接符 590"/>
          <p:cNvSpPr/>
          <p:nvPr/>
        </p:nvSpPr>
        <p:spPr>
          <a:xfrm>
            <a:off x="9858375" y="3441699"/>
            <a:ext cx="0" cy="120652"/>
          </a:xfrm>
          <a:prstGeom prst="line">
            <a:avLst/>
          </a:prstGeom>
          <a:ln w="6350">
            <a:solidFill>
              <a:srgbClr val="00479D"/>
            </a:solidFill>
            <a:miter/>
          </a:ln>
        </p:spPr>
        <p:txBody>
          <a:bodyPr lIns="45718" tIns="45718" rIns="45718" bIns="45718"/>
          <a:lstStyle/>
          <a:p>
            <a:endParaRPr/>
          </a:p>
        </p:txBody>
      </p:sp>
      <p:sp>
        <p:nvSpPr>
          <p:cNvPr id="1249" name="直线连接符 591"/>
          <p:cNvSpPr/>
          <p:nvPr/>
        </p:nvSpPr>
        <p:spPr>
          <a:xfrm>
            <a:off x="9858375" y="3682999"/>
            <a:ext cx="0" cy="120652"/>
          </a:xfrm>
          <a:prstGeom prst="line">
            <a:avLst/>
          </a:prstGeom>
          <a:ln w="6350">
            <a:solidFill>
              <a:srgbClr val="00479D"/>
            </a:solidFill>
            <a:miter/>
          </a:ln>
        </p:spPr>
        <p:txBody>
          <a:bodyPr lIns="45718" tIns="45718" rIns="45718" bIns="45718"/>
          <a:lstStyle/>
          <a:p>
            <a:endParaRPr/>
          </a:p>
        </p:txBody>
      </p:sp>
      <p:sp>
        <p:nvSpPr>
          <p:cNvPr id="1250" name="矩形 164"/>
          <p:cNvSpPr txBox="1"/>
          <p:nvPr/>
        </p:nvSpPr>
        <p:spPr>
          <a:xfrm>
            <a:off x="888681" y="1839914"/>
            <a:ext cx="478475"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门诊区</a:t>
            </a:r>
          </a:p>
        </p:txBody>
      </p:sp>
      <p:sp>
        <p:nvSpPr>
          <p:cNvPr id="1251" name="矩形 165"/>
          <p:cNvSpPr txBox="1"/>
          <p:nvPr/>
        </p:nvSpPr>
        <p:spPr>
          <a:xfrm>
            <a:off x="888681" y="2144714"/>
            <a:ext cx="478475"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行政区</a:t>
            </a:r>
          </a:p>
        </p:txBody>
      </p:sp>
      <p:sp>
        <p:nvSpPr>
          <p:cNvPr id="1252" name="矩形 166"/>
          <p:cNvSpPr txBox="1"/>
          <p:nvPr/>
        </p:nvSpPr>
        <p:spPr>
          <a:xfrm>
            <a:off x="888681" y="2449514"/>
            <a:ext cx="478475"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住院区</a:t>
            </a:r>
          </a:p>
        </p:txBody>
      </p:sp>
      <p:sp>
        <p:nvSpPr>
          <p:cNvPr id="1253" name="矩形 167"/>
          <p:cNvSpPr txBox="1"/>
          <p:nvPr/>
        </p:nvSpPr>
        <p:spPr>
          <a:xfrm>
            <a:off x="888681" y="2754314"/>
            <a:ext cx="478475"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药房区</a:t>
            </a:r>
          </a:p>
        </p:txBody>
      </p:sp>
      <p:sp>
        <p:nvSpPr>
          <p:cNvPr id="1254" name="直线连接符 609"/>
          <p:cNvSpPr/>
          <p:nvPr/>
        </p:nvSpPr>
        <p:spPr>
          <a:xfrm>
            <a:off x="1534795" y="1936750"/>
            <a:ext cx="259080"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255" name="直线连接符 611"/>
          <p:cNvSpPr/>
          <p:nvPr/>
        </p:nvSpPr>
        <p:spPr>
          <a:xfrm>
            <a:off x="1534795" y="2243455"/>
            <a:ext cx="259080"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256" name="直线连接符 612"/>
          <p:cNvSpPr/>
          <p:nvPr/>
        </p:nvSpPr>
        <p:spPr>
          <a:xfrm>
            <a:off x="1534795" y="2550795"/>
            <a:ext cx="259080"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257" name="直线连接符 613"/>
          <p:cNvSpPr/>
          <p:nvPr/>
        </p:nvSpPr>
        <p:spPr>
          <a:xfrm>
            <a:off x="1534795" y="2857500"/>
            <a:ext cx="259080" cy="0"/>
          </a:xfrm>
          <a:prstGeom prst="line">
            <a:avLst/>
          </a:prstGeom>
          <a:noFill/>
          <a:ln w="6350" cap="flat">
            <a:solidFill>
              <a:srgbClr val="00479D"/>
            </a:solidFill>
            <a:prstDash val="solid"/>
            <a:miter lim="800000"/>
          </a:ln>
          <a:effectLst/>
        </p:spPr>
        <p:txBody>
          <a:bodyPr wrap="square" lIns="45718" tIns="45718" rIns="45718" bIns="45718" numCol="1" anchor="t">
            <a:noAutofit/>
          </a:bodyPr>
          <a:lstStyle/>
          <a:p>
            <a:endParaRPr/>
          </a:p>
        </p:txBody>
      </p:sp>
      <p:sp>
        <p:nvSpPr>
          <p:cNvPr id="1259" name="矩形 172"/>
          <p:cNvSpPr/>
          <p:nvPr/>
        </p:nvSpPr>
        <p:spPr>
          <a:xfrm flipH="1">
            <a:off x="1787524" y="1828800"/>
            <a:ext cx="17465" cy="1146175"/>
          </a:xfrm>
          <a:prstGeom prst="rect">
            <a:avLst/>
          </a:prstGeom>
          <a:solidFill>
            <a:srgbClr val="006CD9"/>
          </a:solidFill>
          <a:ln w="12700">
            <a:miter lim="400000"/>
          </a:ln>
        </p:spPr>
        <p:txBody>
          <a:bodyPr lIns="45718" tIns="45718" rIns="45718" bIns="45718" anchor="ctr"/>
          <a:lstStyle/>
          <a:p>
            <a: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260" name="矩形 174"/>
          <p:cNvSpPr txBox="1"/>
          <p:nvPr/>
        </p:nvSpPr>
        <p:spPr>
          <a:xfrm>
            <a:off x="1925318" y="2695575"/>
            <a:ext cx="549913"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检测探针</a:t>
            </a:r>
          </a:p>
        </p:txBody>
      </p:sp>
      <p:sp>
        <p:nvSpPr>
          <p:cNvPr id="1261" name="矩形 175"/>
          <p:cNvSpPr txBox="1"/>
          <p:nvPr/>
        </p:nvSpPr>
        <p:spPr>
          <a:xfrm>
            <a:off x="2365057" y="1800225"/>
            <a:ext cx="487999"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全网行</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为管理</a:t>
            </a:r>
          </a:p>
        </p:txBody>
      </p:sp>
      <p:sp>
        <p:nvSpPr>
          <p:cNvPr id="1262" name="矩形 176"/>
          <p:cNvSpPr txBox="1"/>
          <p:nvPr/>
        </p:nvSpPr>
        <p:spPr>
          <a:xfrm>
            <a:off x="2552382" y="2417764"/>
            <a:ext cx="811849" cy="370839"/>
          </a:xfrm>
          <a:prstGeom prst="rect">
            <a:avLst/>
          </a:prstGeom>
          <a:ln w="12700">
            <a:miter lim="400000"/>
          </a:ln>
        </p:spPr>
        <p:txBody>
          <a:bodyPr lIns="45718" tIns="45718" rIns="45718" bIns="45718">
            <a:spAutoFit/>
          </a:bodyPr>
          <a:lstStyle/>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下一代防火墙</a:t>
            </a:r>
            <a:endParaRPr sz="2800">
              <a:latin typeface="Calibri" panose="020F0502020204030204"/>
              <a:ea typeface="Calibri" panose="020F0502020204030204"/>
              <a:cs typeface="Calibri" panose="020F0502020204030204"/>
              <a:sym typeface="Calibri" panose="020F0502020204030204"/>
            </a:endParaRPr>
          </a:p>
          <a:p>
            <a: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t>（基础级）</a:t>
            </a:r>
          </a:p>
        </p:txBody>
      </p:sp>
      <p:sp>
        <p:nvSpPr>
          <p:cNvPr id="1263" name="矩形 177"/>
          <p:cNvSpPr txBox="1"/>
          <p:nvPr/>
        </p:nvSpPr>
        <p:spPr>
          <a:xfrm>
            <a:off x="1885632" y="1890714"/>
            <a:ext cx="546737"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交换机</a:t>
            </a:r>
          </a:p>
        </p:txBody>
      </p:sp>
      <p:sp>
        <p:nvSpPr>
          <p:cNvPr id="1264" name="直线连接符 625"/>
          <p:cNvSpPr/>
          <p:nvPr/>
        </p:nvSpPr>
        <p:spPr>
          <a:xfrm>
            <a:off x="1800224" y="2273299"/>
            <a:ext cx="768353" cy="4"/>
          </a:xfrm>
          <a:prstGeom prst="line">
            <a:avLst/>
          </a:prstGeom>
          <a:ln w="6350">
            <a:solidFill>
              <a:srgbClr val="00479D"/>
            </a:solidFill>
            <a:miter/>
          </a:ln>
        </p:spPr>
        <p:txBody>
          <a:bodyPr lIns="45718" tIns="45718" rIns="45718" bIns="45718"/>
          <a:lstStyle/>
          <a:p>
            <a:endParaRPr/>
          </a:p>
        </p:txBody>
      </p:sp>
      <p:sp>
        <p:nvSpPr>
          <p:cNvPr id="1265" name="直线连接符 626"/>
          <p:cNvSpPr/>
          <p:nvPr/>
        </p:nvSpPr>
        <p:spPr>
          <a:xfrm flipV="1">
            <a:off x="2689224" y="2271713"/>
            <a:ext cx="319091" cy="3177"/>
          </a:xfrm>
          <a:prstGeom prst="line">
            <a:avLst/>
          </a:prstGeom>
          <a:ln w="6350">
            <a:solidFill>
              <a:srgbClr val="00479D"/>
            </a:solidFill>
            <a:miter/>
          </a:ln>
        </p:spPr>
        <p:txBody>
          <a:bodyPr lIns="45718" tIns="45718" rIns="45718" bIns="45718"/>
          <a:lstStyle/>
          <a:p>
            <a:endParaRPr/>
          </a:p>
        </p:txBody>
      </p:sp>
      <p:sp>
        <p:nvSpPr>
          <p:cNvPr id="1266" name="直线连接符 627"/>
          <p:cNvSpPr/>
          <p:nvPr/>
        </p:nvSpPr>
        <p:spPr>
          <a:xfrm>
            <a:off x="2162175" y="2284413"/>
            <a:ext cx="1590" cy="257177"/>
          </a:xfrm>
          <a:prstGeom prst="line">
            <a:avLst/>
          </a:prstGeom>
          <a:ln w="6350">
            <a:solidFill>
              <a:srgbClr val="00479D"/>
            </a:solidFill>
            <a:miter/>
          </a:ln>
        </p:spPr>
        <p:txBody>
          <a:bodyPr lIns="45718" tIns="45718" rIns="45718" bIns="45718"/>
          <a:lstStyle/>
          <a:p>
            <a:endParaRPr/>
          </a:p>
        </p:txBody>
      </p:sp>
      <p:sp>
        <p:nvSpPr>
          <p:cNvPr id="1267" name="直线连接符 568"/>
          <p:cNvSpPr/>
          <p:nvPr/>
        </p:nvSpPr>
        <p:spPr>
          <a:xfrm>
            <a:off x="10253663" y="4224337"/>
            <a:ext cx="2" cy="250827"/>
          </a:xfrm>
          <a:prstGeom prst="line">
            <a:avLst/>
          </a:prstGeom>
          <a:ln w="6350">
            <a:solidFill>
              <a:srgbClr val="53C800"/>
            </a:solidFill>
            <a:prstDash val="dash"/>
            <a:miter/>
          </a:ln>
        </p:spPr>
        <p:txBody>
          <a:bodyPr lIns="45718" tIns="45718" rIns="45718" bIns="45718"/>
          <a:lstStyle/>
          <a:p>
            <a:endParaRPr/>
          </a:p>
        </p:txBody>
      </p:sp>
      <p:sp>
        <p:nvSpPr>
          <p:cNvPr id="1268" name="直线连接符 592"/>
          <p:cNvSpPr/>
          <p:nvPr/>
        </p:nvSpPr>
        <p:spPr>
          <a:xfrm flipH="1">
            <a:off x="10252868" y="2779711"/>
            <a:ext cx="2" cy="60645"/>
          </a:xfrm>
          <a:prstGeom prst="line">
            <a:avLst/>
          </a:prstGeom>
          <a:ln w="6350">
            <a:solidFill>
              <a:srgbClr val="184199"/>
            </a:solidFill>
            <a:prstDash val="dash"/>
            <a:miter/>
          </a:ln>
        </p:spPr>
        <p:txBody>
          <a:bodyPr lIns="45718" tIns="45718" rIns="45718" bIns="45718"/>
          <a:lstStyle/>
          <a:p>
            <a:endParaRPr/>
          </a:p>
        </p:txBody>
      </p:sp>
      <p:sp>
        <p:nvSpPr>
          <p:cNvPr id="1269" name="直线连接符 473"/>
          <p:cNvSpPr/>
          <p:nvPr/>
        </p:nvSpPr>
        <p:spPr>
          <a:xfrm>
            <a:off x="7513955" y="2909570"/>
            <a:ext cx="0" cy="247650"/>
          </a:xfrm>
          <a:prstGeom prst="line">
            <a:avLst/>
          </a:prstGeom>
          <a:noFill/>
          <a:ln w="6350" cap="flat">
            <a:solidFill>
              <a:srgbClr val="53C800"/>
            </a:solidFill>
            <a:prstDash val="dash"/>
            <a:miter lim="800000"/>
          </a:ln>
          <a:effectLst/>
        </p:spPr>
        <p:txBody>
          <a:bodyPr wrap="square" lIns="45718" tIns="45718" rIns="45718" bIns="45718" numCol="1" anchor="t">
            <a:noAutofit/>
          </a:bodyPr>
          <a:lstStyle/>
          <a:p>
            <a:endParaRPr/>
          </a:p>
        </p:txBody>
      </p:sp>
      <p:sp>
        <p:nvSpPr>
          <p:cNvPr id="1270" name="直线连接符 474"/>
          <p:cNvSpPr/>
          <p:nvPr/>
        </p:nvSpPr>
        <p:spPr>
          <a:xfrm>
            <a:off x="8445500" y="2909570"/>
            <a:ext cx="0" cy="247650"/>
          </a:xfrm>
          <a:prstGeom prst="line">
            <a:avLst/>
          </a:prstGeom>
          <a:noFill/>
          <a:ln w="6350" cap="flat">
            <a:solidFill>
              <a:srgbClr val="53C800"/>
            </a:solidFill>
            <a:prstDash val="dash"/>
            <a:miter lim="800000"/>
          </a:ln>
          <a:effectLst/>
        </p:spPr>
        <p:txBody>
          <a:bodyPr wrap="square" lIns="45718" tIns="45718" rIns="45718" bIns="45718" numCol="1" anchor="t">
            <a:noAutofit/>
          </a:bodyPr>
          <a:lstStyle/>
          <a:p>
            <a:endParaRPr/>
          </a:p>
        </p:txBody>
      </p:sp>
      <p:sp>
        <p:nvSpPr>
          <p:cNvPr id="1271" name="直线连接符 542"/>
          <p:cNvSpPr/>
          <p:nvPr/>
        </p:nvSpPr>
        <p:spPr>
          <a:xfrm flipH="1" flipV="1">
            <a:off x="2860675" y="3748405"/>
            <a:ext cx="1054100" cy="0"/>
          </a:xfrm>
          <a:prstGeom prst="line">
            <a:avLst/>
          </a:prstGeom>
          <a:noFill/>
          <a:ln w="6350" cap="flat">
            <a:solidFill>
              <a:srgbClr val="53C800"/>
            </a:solidFill>
            <a:prstDash val="dash"/>
            <a:miter lim="800000"/>
          </a:ln>
          <a:effectLst/>
        </p:spPr>
        <p:txBody>
          <a:bodyPr wrap="square" lIns="45718" tIns="45718" rIns="45718" bIns="45718" numCol="1" anchor="t">
            <a:noAutofit/>
          </a:bodyPr>
          <a:lstStyle/>
          <a:p>
            <a:endParaRPr/>
          </a:p>
        </p:txBody>
      </p:sp>
      <p:sp>
        <p:nvSpPr>
          <p:cNvPr id="1272" name="肘形连接符 186"/>
          <p:cNvSpPr/>
          <p:nvPr/>
        </p:nvSpPr>
        <p:spPr>
          <a:xfrm rot="5400000">
            <a:off x="2844165" y="3110865"/>
            <a:ext cx="151130" cy="22923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7268" y="0"/>
                </a:lnTo>
                <a:lnTo>
                  <a:pt x="7268" y="21600"/>
                </a:lnTo>
                <a:lnTo>
                  <a:pt x="21600" y="21600"/>
                </a:lnTo>
              </a:path>
            </a:pathLst>
          </a:custGeom>
          <a:noFill/>
          <a:ln w="6350" cap="flat">
            <a:solidFill>
              <a:srgbClr val="53C800"/>
            </a:solidFill>
            <a:prstDash val="dash"/>
            <a:miter lim="8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sp>
        <p:nvSpPr>
          <p:cNvPr id="1273" name="肘形连接符 187"/>
          <p:cNvSpPr/>
          <p:nvPr/>
        </p:nvSpPr>
        <p:spPr>
          <a:xfrm rot="5400000">
            <a:off x="3194685" y="3356610"/>
            <a:ext cx="151130" cy="18002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4332" y="0"/>
                </a:lnTo>
                <a:lnTo>
                  <a:pt x="14332" y="21600"/>
                </a:lnTo>
                <a:lnTo>
                  <a:pt x="21600" y="21600"/>
                </a:lnTo>
              </a:path>
            </a:pathLst>
          </a:custGeom>
          <a:noFill/>
          <a:ln w="6350" cap="flat">
            <a:solidFill>
              <a:srgbClr val="53C800"/>
            </a:solidFill>
            <a:prstDash val="dash"/>
            <a:miter lim="8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sp>
        <p:nvSpPr>
          <p:cNvPr id="1274" name="直线连接符 562"/>
          <p:cNvSpPr/>
          <p:nvPr/>
        </p:nvSpPr>
        <p:spPr>
          <a:xfrm>
            <a:off x="4749800" y="4184650"/>
            <a:ext cx="0" cy="290830"/>
          </a:xfrm>
          <a:prstGeom prst="line">
            <a:avLst/>
          </a:prstGeom>
          <a:noFill/>
          <a:ln w="6350" cap="flat">
            <a:solidFill>
              <a:srgbClr val="53C800"/>
            </a:solidFill>
            <a:prstDash val="dash"/>
            <a:miter lim="800000"/>
          </a:ln>
          <a:effectLst/>
        </p:spPr>
        <p:txBody>
          <a:bodyPr wrap="square" lIns="45718" tIns="45718" rIns="45718" bIns="45718" numCol="1" anchor="t">
            <a:noAutofit/>
          </a:bodyPr>
          <a:lstStyle/>
          <a:p>
            <a:endParaRPr/>
          </a:p>
        </p:txBody>
      </p:sp>
      <p:sp>
        <p:nvSpPr>
          <p:cNvPr id="1275" name="直线连接符 565"/>
          <p:cNvSpPr/>
          <p:nvPr/>
        </p:nvSpPr>
        <p:spPr>
          <a:xfrm>
            <a:off x="7585075" y="4184650"/>
            <a:ext cx="0" cy="290830"/>
          </a:xfrm>
          <a:prstGeom prst="line">
            <a:avLst/>
          </a:prstGeom>
          <a:noFill/>
          <a:ln w="6350" cap="flat">
            <a:solidFill>
              <a:srgbClr val="53C800"/>
            </a:solidFill>
            <a:prstDash val="dash"/>
            <a:miter lim="800000"/>
          </a:ln>
          <a:effectLst/>
        </p:spPr>
        <p:txBody>
          <a:bodyPr wrap="square" lIns="45718" tIns="45718" rIns="45718" bIns="45718" numCol="1" anchor="t">
            <a:noAutofit/>
          </a:bodyPr>
          <a:lstStyle/>
          <a:p>
            <a:endParaRPr/>
          </a:p>
        </p:txBody>
      </p:sp>
      <p:sp>
        <p:nvSpPr>
          <p:cNvPr id="1276" name="肘形连接符 190"/>
          <p:cNvSpPr/>
          <p:nvPr/>
        </p:nvSpPr>
        <p:spPr>
          <a:xfrm>
            <a:off x="8434705" y="3721100"/>
            <a:ext cx="1819275" cy="50355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144" y="0"/>
                </a:lnTo>
                <a:lnTo>
                  <a:pt x="5144" y="21600"/>
                </a:lnTo>
                <a:lnTo>
                  <a:pt x="21600" y="21600"/>
                </a:lnTo>
              </a:path>
            </a:pathLst>
          </a:custGeom>
          <a:noFill/>
          <a:ln w="6350" cap="flat">
            <a:solidFill>
              <a:srgbClr val="53C800"/>
            </a:solidFill>
            <a:prstDash val="dash"/>
            <a:miter lim="8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sp>
        <p:nvSpPr>
          <p:cNvPr id="1277" name="肘形连接符 191"/>
          <p:cNvSpPr/>
          <p:nvPr/>
        </p:nvSpPr>
        <p:spPr>
          <a:xfrm rot="10800000" flipH="1">
            <a:off x="8431530" y="3653790"/>
            <a:ext cx="904240" cy="127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1600"/>
                </a:lnTo>
                <a:lnTo>
                  <a:pt x="21204" y="21600"/>
                </a:lnTo>
              </a:path>
            </a:pathLst>
          </a:custGeom>
          <a:noFill/>
          <a:ln w="6350" cap="flat">
            <a:solidFill>
              <a:srgbClr val="53C800"/>
            </a:solidFill>
            <a:prstDash val="dash"/>
            <a:miter lim="8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sp>
        <p:nvSpPr>
          <p:cNvPr id="1279" name="直线连接符 629"/>
          <p:cNvSpPr/>
          <p:nvPr/>
        </p:nvSpPr>
        <p:spPr>
          <a:xfrm flipH="1">
            <a:off x="4822825" y="3785870"/>
            <a:ext cx="363855" cy="0"/>
          </a:xfrm>
          <a:prstGeom prst="line">
            <a:avLst/>
          </a:prstGeom>
          <a:noFill/>
          <a:ln w="6350" cap="flat">
            <a:solidFill>
              <a:srgbClr val="53C800"/>
            </a:solidFill>
            <a:prstDash val="dash"/>
            <a:miter lim="800000"/>
          </a:ln>
          <a:effectLst/>
        </p:spPr>
        <p:txBody>
          <a:bodyPr wrap="square" lIns="45718" tIns="45718" rIns="45718" bIns="45718" numCol="1" anchor="t">
            <a:noAutofit/>
          </a:bodyPr>
          <a:lstStyle/>
          <a:p>
            <a:endParaRPr/>
          </a:p>
        </p:txBody>
      </p:sp>
      <p:sp>
        <p:nvSpPr>
          <p:cNvPr id="1281" name="矩形 195"/>
          <p:cNvSpPr txBox="1"/>
          <p:nvPr/>
        </p:nvSpPr>
        <p:spPr>
          <a:xfrm>
            <a:off x="2142807" y="3357563"/>
            <a:ext cx="600712"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交换机</a:t>
            </a:r>
          </a:p>
        </p:txBody>
      </p:sp>
      <p:sp>
        <p:nvSpPr>
          <p:cNvPr id="1282" name="矩形 196"/>
          <p:cNvSpPr txBox="1"/>
          <p:nvPr/>
        </p:nvSpPr>
        <p:spPr>
          <a:xfrm>
            <a:off x="2022157" y="3994150"/>
            <a:ext cx="640399" cy="2311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检测探针</a:t>
            </a:r>
          </a:p>
        </p:txBody>
      </p:sp>
      <p:sp>
        <p:nvSpPr>
          <p:cNvPr id="1283" name="矩形 197"/>
          <p:cNvSpPr txBox="1"/>
          <p:nvPr/>
        </p:nvSpPr>
        <p:spPr>
          <a:xfrm>
            <a:off x="895031" y="5273674"/>
            <a:ext cx="437200" cy="3708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数据备份存储</a:t>
            </a:r>
          </a:p>
        </p:txBody>
      </p:sp>
      <p:sp>
        <p:nvSpPr>
          <p:cNvPr id="1284" name="矩形 198"/>
          <p:cNvSpPr txBox="1"/>
          <p:nvPr/>
        </p:nvSpPr>
        <p:spPr>
          <a:xfrm>
            <a:off x="9583418" y="3997325"/>
            <a:ext cx="564201" cy="218439"/>
          </a:xfrm>
          <a:prstGeom prst="rect">
            <a:avLst/>
          </a:prstGeom>
          <a:ln w="12700">
            <a:miter lim="400000"/>
          </a:ln>
        </p:spPr>
        <p:txBody>
          <a:bodyPr lIns="45718" tIns="45718" rIns="45718" bIns="45718">
            <a:spAutoFit/>
          </a:bodyPr>
          <a:lstStyle>
            <a:lvl1pPr algn="ctr">
              <a:defRPr sz="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SSL VPN</a:t>
            </a:r>
          </a:p>
        </p:txBody>
      </p:sp>
      <p:pic>
        <p:nvPicPr>
          <p:cNvPr id="1285" name="图片 199" descr="图片 199"/>
          <p:cNvPicPr>
            <a:picLocks noChangeAspect="1"/>
          </p:cNvPicPr>
          <p:nvPr/>
        </p:nvPicPr>
        <p:blipFill>
          <a:blip r:embed="rId3"/>
          <a:stretch>
            <a:fillRect/>
          </a:stretch>
        </p:blipFill>
        <p:spPr>
          <a:xfrm>
            <a:off x="1385887" y="1844675"/>
            <a:ext cx="182564" cy="184150"/>
          </a:xfrm>
          <a:prstGeom prst="rect">
            <a:avLst/>
          </a:prstGeom>
          <a:ln w="12700">
            <a:miter lim="400000"/>
            <a:headEnd/>
            <a:tailEnd/>
          </a:ln>
        </p:spPr>
      </p:pic>
      <p:pic>
        <p:nvPicPr>
          <p:cNvPr id="1286" name="图片 200" descr="图片 200"/>
          <p:cNvPicPr>
            <a:picLocks noChangeAspect="1"/>
          </p:cNvPicPr>
          <p:nvPr/>
        </p:nvPicPr>
        <p:blipFill>
          <a:blip r:embed="rId3"/>
          <a:stretch>
            <a:fillRect/>
          </a:stretch>
        </p:blipFill>
        <p:spPr>
          <a:xfrm>
            <a:off x="1385887" y="2154238"/>
            <a:ext cx="182564" cy="185739"/>
          </a:xfrm>
          <a:prstGeom prst="rect">
            <a:avLst/>
          </a:prstGeom>
          <a:ln w="12700">
            <a:miter lim="400000"/>
            <a:headEnd/>
            <a:tailEnd/>
          </a:ln>
        </p:spPr>
      </p:pic>
      <p:pic>
        <p:nvPicPr>
          <p:cNvPr id="1287" name="图片 201" descr="图片 201"/>
          <p:cNvPicPr>
            <a:picLocks noChangeAspect="1"/>
          </p:cNvPicPr>
          <p:nvPr/>
        </p:nvPicPr>
        <p:blipFill>
          <a:blip r:embed="rId3"/>
          <a:stretch>
            <a:fillRect/>
          </a:stretch>
        </p:blipFill>
        <p:spPr>
          <a:xfrm>
            <a:off x="1385887" y="2465388"/>
            <a:ext cx="182564" cy="185739"/>
          </a:xfrm>
          <a:prstGeom prst="rect">
            <a:avLst/>
          </a:prstGeom>
          <a:ln w="12700">
            <a:miter lim="400000"/>
            <a:headEnd/>
            <a:tailEnd/>
          </a:ln>
        </p:spPr>
      </p:pic>
      <p:pic>
        <p:nvPicPr>
          <p:cNvPr id="1288" name="图片 202" descr="图片 202"/>
          <p:cNvPicPr>
            <a:picLocks noChangeAspect="1"/>
          </p:cNvPicPr>
          <p:nvPr/>
        </p:nvPicPr>
        <p:blipFill>
          <a:blip r:embed="rId3"/>
          <a:stretch>
            <a:fillRect/>
          </a:stretch>
        </p:blipFill>
        <p:spPr>
          <a:xfrm>
            <a:off x="1385887" y="2776538"/>
            <a:ext cx="182564" cy="185739"/>
          </a:xfrm>
          <a:prstGeom prst="rect">
            <a:avLst/>
          </a:prstGeom>
          <a:ln w="12700">
            <a:miter lim="400000"/>
            <a:headEnd/>
            <a:tailEnd/>
          </a:ln>
        </p:spPr>
      </p:pic>
      <p:pic>
        <p:nvPicPr>
          <p:cNvPr id="1289" name="图片 203" descr="图片 203"/>
          <p:cNvPicPr>
            <a:picLocks noChangeAspect="1"/>
          </p:cNvPicPr>
          <p:nvPr/>
        </p:nvPicPr>
        <p:blipFill>
          <a:blip r:embed="rId4"/>
          <a:stretch>
            <a:fillRect/>
          </a:stretch>
        </p:blipFill>
        <p:spPr>
          <a:xfrm>
            <a:off x="2055813" y="2119313"/>
            <a:ext cx="201614" cy="200027"/>
          </a:xfrm>
          <a:prstGeom prst="rect">
            <a:avLst/>
          </a:prstGeom>
          <a:ln w="12700">
            <a:miter lim="400000"/>
            <a:headEnd/>
            <a:tailEnd/>
          </a:ln>
        </p:spPr>
      </p:pic>
      <p:pic>
        <p:nvPicPr>
          <p:cNvPr id="1290" name="图片 204" descr="图片 204"/>
          <p:cNvPicPr>
            <a:picLocks noChangeAspect="1"/>
          </p:cNvPicPr>
          <p:nvPr/>
        </p:nvPicPr>
        <p:blipFill>
          <a:blip r:embed="rId5"/>
          <a:stretch>
            <a:fillRect/>
          </a:stretch>
        </p:blipFill>
        <p:spPr>
          <a:xfrm>
            <a:off x="1970088" y="2517775"/>
            <a:ext cx="360364" cy="163513"/>
          </a:xfrm>
          <a:prstGeom prst="rect">
            <a:avLst/>
          </a:prstGeom>
          <a:ln w="12700">
            <a:miter lim="400000"/>
            <a:headEnd/>
            <a:tailEnd/>
          </a:ln>
        </p:spPr>
      </p:pic>
      <p:pic>
        <p:nvPicPr>
          <p:cNvPr id="1291" name="图片 205" descr="图片 205"/>
          <p:cNvPicPr>
            <a:picLocks noChangeAspect="1"/>
          </p:cNvPicPr>
          <p:nvPr/>
        </p:nvPicPr>
        <p:blipFill>
          <a:blip r:embed="rId6"/>
          <a:stretch>
            <a:fillRect/>
          </a:stretch>
        </p:blipFill>
        <p:spPr>
          <a:xfrm>
            <a:off x="2527300" y="2187575"/>
            <a:ext cx="193675" cy="193675"/>
          </a:xfrm>
          <a:prstGeom prst="rect">
            <a:avLst/>
          </a:prstGeom>
          <a:ln w="12700">
            <a:miter lim="400000"/>
            <a:headEnd/>
            <a:tailEnd/>
          </a:ln>
        </p:spPr>
      </p:pic>
      <p:pic>
        <p:nvPicPr>
          <p:cNvPr id="1292" name="图片 206" descr="图片 206"/>
          <p:cNvPicPr>
            <a:picLocks noChangeAspect="1"/>
          </p:cNvPicPr>
          <p:nvPr/>
        </p:nvPicPr>
        <p:blipFill>
          <a:blip r:embed="rId7"/>
          <a:stretch>
            <a:fillRect/>
          </a:stretch>
        </p:blipFill>
        <p:spPr>
          <a:xfrm>
            <a:off x="2965450" y="2203450"/>
            <a:ext cx="204790" cy="204790"/>
          </a:xfrm>
          <a:prstGeom prst="rect">
            <a:avLst/>
          </a:prstGeom>
          <a:ln w="12700">
            <a:miter lim="400000"/>
            <a:headEnd/>
            <a:tailEnd/>
          </a:ln>
        </p:spPr>
      </p:pic>
      <p:pic>
        <p:nvPicPr>
          <p:cNvPr id="1293" name="图片 207" descr="图片 207"/>
          <p:cNvPicPr>
            <a:picLocks noChangeAspect="1"/>
          </p:cNvPicPr>
          <p:nvPr/>
        </p:nvPicPr>
        <p:blipFill>
          <a:blip r:embed="rId4"/>
          <a:stretch>
            <a:fillRect/>
          </a:stretch>
        </p:blipFill>
        <p:spPr>
          <a:xfrm>
            <a:off x="2312988" y="3614737"/>
            <a:ext cx="201614" cy="198439"/>
          </a:xfrm>
          <a:prstGeom prst="rect">
            <a:avLst/>
          </a:prstGeom>
          <a:ln w="12700">
            <a:miter lim="400000"/>
            <a:headEnd/>
            <a:tailEnd/>
          </a:ln>
        </p:spPr>
      </p:pic>
      <p:pic>
        <p:nvPicPr>
          <p:cNvPr id="1294" name="图片 208" descr="图片 208"/>
          <p:cNvPicPr>
            <a:picLocks noChangeAspect="1"/>
          </p:cNvPicPr>
          <p:nvPr/>
        </p:nvPicPr>
        <p:blipFill>
          <a:blip r:embed="rId5"/>
          <a:stretch>
            <a:fillRect/>
          </a:stretch>
        </p:blipFill>
        <p:spPr>
          <a:xfrm>
            <a:off x="2238375" y="3876675"/>
            <a:ext cx="358775" cy="163513"/>
          </a:xfrm>
          <a:prstGeom prst="rect">
            <a:avLst/>
          </a:prstGeom>
          <a:ln w="12700">
            <a:miter lim="400000"/>
            <a:headEnd/>
            <a:tailEnd/>
          </a:ln>
        </p:spPr>
      </p:pic>
      <p:pic>
        <p:nvPicPr>
          <p:cNvPr id="1295" name="图片 209" descr="图片 209"/>
          <p:cNvPicPr>
            <a:picLocks noChangeAspect="1"/>
          </p:cNvPicPr>
          <p:nvPr/>
        </p:nvPicPr>
        <p:blipFill>
          <a:blip r:embed="rId7"/>
          <a:stretch>
            <a:fillRect/>
          </a:stretch>
        </p:blipFill>
        <p:spPr>
          <a:xfrm>
            <a:off x="2690813" y="3660775"/>
            <a:ext cx="204789" cy="204790"/>
          </a:xfrm>
          <a:prstGeom prst="rect">
            <a:avLst/>
          </a:prstGeom>
          <a:ln w="12700">
            <a:miter lim="400000"/>
            <a:headEnd/>
            <a:tailEnd/>
          </a:ln>
        </p:spPr>
      </p:pic>
      <p:pic>
        <p:nvPicPr>
          <p:cNvPr id="1296" name="图片 210" descr="图片 210"/>
          <p:cNvPicPr>
            <a:picLocks noChangeAspect="1"/>
          </p:cNvPicPr>
          <p:nvPr/>
        </p:nvPicPr>
        <p:blipFill>
          <a:blip r:embed="rId8"/>
          <a:stretch>
            <a:fillRect/>
          </a:stretch>
        </p:blipFill>
        <p:spPr>
          <a:xfrm>
            <a:off x="1189037" y="3484562"/>
            <a:ext cx="223839" cy="207964"/>
          </a:xfrm>
          <a:prstGeom prst="rect">
            <a:avLst/>
          </a:prstGeom>
          <a:ln w="12700">
            <a:miter lim="400000"/>
            <a:headEnd/>
            <a:tailEnd/>
          </a:ln>
        </p:spPr>
      </p:pic>
      <p:pic>
        <p:nvPicPr>
          <p:cNvPr id="1297" name="图片 211" descr="图片 211"/>
          <p:cNvPicPr>
            <a:picLocks noChangeAspect="1"/>
          </p:cNvPicPr>
          <p:nvPr/>
        </p:nvPicPr>
        <p:blipFill>
          <a:blip r:embed="rId8"/>
          <a:stretch>
            <a:fillRect/>
          </a:stretch>
        </p:blipFill>
        <p:spPr>
          <a:xfrm>
            <a:off x="1189037" y="3846512"/>
            <a:ext cx="223839" cy="207964"/>
          </a:xfrm>
          <a:prstGeom prst="rect">
            <a:avLst/>
          </a:prstGeom>
          <a:ln w="12700">
            <a:miter lim="400000"/>
            <a:headEnd/>
            <a:tailEnd/>
          </a:ln>
        </p:spPr>
      </p:pic>
      <p:pic>
        <p:nvPicPr>
          <p:cNvPr id="1298" name="图片 212" descr="图片 212"/>
          <p:cNvPicPr>
            <a:picLocks noChangeAspect="1"/>
          </p:cNvPicPr>
          <p:nvPr/>
        </p:nvPicPr>
        <p:blipFill>
          <a:blip r:embed="rId8"/>
          <a:stretch>
            <a:fillRect/>
          </a:stretch>
        </p:blipFill>
        <p:spPr>
          <a:xfrm>
            <a:off x="1800225" y="3484562"/>
            <a:ext cx="225425" cy="207964"/>
          </a:xfrm>
          <a:prstGeom prst="rect">
            <a:avLst/>
          </a:prstGeom>
          <a:ln w="12700">
            <a:miter lim="400000"/>
            <a:headEnd/>
            <a:tailEnd/>
          </a:ln>
        </p:spPr>
      </p:pic>
      <p:pic>
        <p:nvPicPr>
          <p:cNvPr id="1299" name="图片 213" descr="图片 213"/>
          <p:cNvPicPr>
            <a:picLocks noChangeAspect="1"/>
          </p:cNvPicPr>
          <p:nvPr/>
        </p:nvPicPr>
        <p:blipFill>
          <a:blip r:embed="rId8"/>
          <a:stretch>
            <a:fillRect/>
          </a:stretch>
        </p:blipFill>
        <p:spPr>
          <a:xfrm>
            <a:off x="1800225" y="3846512"/>
            <a:ext cx="225425" cy="207964"/>
          </a:xfrm>
          <a:prstGeom prst="rect">
            <a:avLst/>
          </a:prstGeom>
          <a:ln w="12700">
            <a:miter lim="400000"/>
            <a:headEnd/>
            <a:tailEnd/>
          </a:ln>
        </p:spPr>
      </p:pic>
      <p:pic>
        <p:nvPicPr>
          <p:cNvPr id="1300" name="图片 214" descr="图片 214"/>
          <p:cNvPicPr>
            <a:picLocks noChangeAspect="1"/>
          </p:cNvPicPr>
          <p:nvPr/>
        </p:nvPicPr>
        <p:blipFill>
          <a:blip r:embed="rId9"/>
          <a:stretch>
            <a:fillRect/>
          </a:stretch>
        </p:blipFill>
        <p:spPr>
          <a:xfrm>
            <a:off x="1246187" y="4886325"/>
            <a:ext cx="174627" cy="174625"/>
          </a:xfrm>
          <a:prstGeom prst="rect">
            <a:avLst/>
          </a:prstGeom>
          <a:ln w="12700">
            <a:miter lim="400000"/>
            <a:headEnd/>
            <a:tailEnd/>
          </a:ln>
        </p:spPr>
      </p:pic>
      <p:pic>
        <p:nvPicPr>
          <p:cNvPr id="1301" name="图片 215" descr="图片 215"/>
          <p:cNvPicPr>
            <a:picLocks noChangeAspect="1"/>
          </p:cNvPicPr>
          <p:nvPr/>
        </p:nvPicPr>
        <p:blipFill>
          <a:blip r:embed="rId5"/>
          <a:stretch>
            <a:fillRect/>
          </a:stretch>
        </p:blipFill>
        <p:spPr>
          <a:xfrm>
            <a:off x="1182687" y="4584700"/>
            <a:ext cx="360364" cy="163513"/>
          </a:xfrm>
          <a:prstGeom prst="rect">
            <a:avLst/>
          </a:prstGeom>
          <a:ln w="12700">
            <a:miter lim="400000"/>
            <a:headEnd/>
            <a:tailEnd/>
          </a:ln>
        </p:spPr>
      </p:pic>
      <p:pic>
        <p:nvPicPr>
          <p:cNvPr id="1302" name="图片 216" descr="图片 216"/>
          <p:cNvPicPr>
            <a:picLocks noChangeAspect="1"/>
          </p:cNvPicPr>
          <p:nvPr/>
        </p:nvPicPr>
        <p:blipFill>
          <a:blip r:embed="rId7"/>
          <a:stretch>
            <a:fillRect/>
          </a:stretch>
        </p:blipFill>
        <p:spPr>
          <a:xfrm>
            <a:off x="1665288" y="4457700"/>
            <a:ext cx="206377" cy="206375"/>
          </a:xfrm>
          <a:prstGeom prst="rect">
            <a:avLst/>
          </a:prstGeom>
          <a:ln w="12700">
            <a:miter lim="400000"/>
            <a:headEnd/>
            <a:tailEnd/>
          </a:ln>
        </p:spPr>
      </p:pic>
      <p:pic>
        <p:nvPicPr>
          <p:cNvPr id="1303" name="图片 217" descr="图片 217"/>
          <p:cNvPicPr>
            <a:picLocks noChangeAspect="1"/>
          </p:cNvPicPr>
          <p:nvPr/>
        </p:nvPicPr>
        <p:blipFill>
          <a:blip r:embed="rId7"/>
          <a:stretch>
            <a:fillRect/>
          </a:stretch>
        </p:blipFill>
        <p:spPr>
          <a:xfrm>
            <a:off x="2263775" y="4457700"/>
            <a:ext cx="204790" cy="206375"/>
          </a:xfrm>
          <a:prstGeom prst="rect">
            <a:avLst/>
          </a:prstGeom>
          <a:ln w="12700">
            <a:miter lim="400000"/>
            <a:headEnd/>
            <a:tailEnd/>
          </a:ln>
        </p:spPr>
      </p:pic>
      <p:pic>
        <p:nvPicPr>
          <p:cNvPr id="1304" name="图片 218" descr="图片 218"/>
          <p:cNvPicPr>
            <a:picLocks noChangeAspect="1"/>
          </p:cNvPicPr>
          <p:nvPr/>
        </p:nvPicPr>
        <p:blipFill>
          <a:blip r:embed="rId4"/>
          <a:stretch>
            <a:fillRect/>
          </a:stretch>
        </p:blipFill>
        <p:spPr>
          <a:xfrm>
            <a:off x="1674813" y="4729162"/>
            <a:ext cx="201614" cy="200027"/>
          </a:xfrm>
          <a:prstGeom prst="rect">
            <a:avLst/>
          </a:prstGeom>
          <a:ln w="12700">
            <a:miter lim="400000"/>
            <a:headEnd/>
            <a:tailEnd/>
          </a:ln>
        </p:spPr>
      </p:pic>
      <p:pic>
        <p:nvPicPr>
          <p:cNvPr id="1305" name="图片 219" descr="图片 219"/>
          <p:cNvPicPr>
            <a:picLocks noChangeAspect="1"/>
          </p:cNvPicPr>
          <p:nvPr/>
        </p:nvPicPr>
        <p:blipFill>
          <a:blip r:embed="rId4"/>
          <a:stretch>
            <a:fillRect/>
          </a:stretch>
        </p:blipFill>
        <p:spPr>
          <a:xfrm>
            <a:off x="2271713" y="4729162"/>
            <a:ext cx="201614" cy="200027"/>
          </a:xfrm>
          <a:prstGeom prst="rect">
            <a:avLst/>
          </a:prstGeom>
          <a:ln w="12700">
            <a:miter lim="400000"/>
            <a:headEnd/>
            <a:tailEnd/>
          </a:ln>
        </p:spPr>
      </p:pic>
      <p:pic>
        <p:nvPicPr>
          <p:cNvPr id="1306" name="图片 220" descr="图片 220"/>
          <p:cNvPicPr>
            <a:picLocks noChangeAspect="1"/>
          </p:cNvPicPr>
          <p:nvPr/>
        </p:nvPicPr>
        <p:blipFill>
          <a:blip r:embed="rId8"/>
          <a:stretch>
            <a:fillRect/>
          </a:stretch>
        </p:blipFill>
        <p:spPr>
          <a:xfrm>
            <a:off x="1379537" y="5346700"/>
            <a:ext cx="225427" cy="207965"/>
          </a:xfrm>
          <a:prstGeom prst="rect">
            <a:avLst/>
          </a:prstGeom>
          <a:ln w="12700">
            <a:miter lim="400000"/>
            <a:headEnd/>
            <a:tailEnd/>
          </a:ln>
        </p:spPr>
      </p:pic>
      <p:pic>
        <p:nvPicPr>
          <p:cNvPr id="1307" name="图片 221" descr="图片 221"/>
          <p:cNvPicPr>
            <a:picLocks noChangeAspect="1"/>
          </p:cNvPicPr>
          <p:nvPr/>
        </p:nvPicPr>
        <p:blipFill>
          <a:blip r:embed="rId8"/>
          <a:stretch>
            <a:fillRect/>
          </a:stretch>
        </p:blipFill>
        <p:spPr>
          <a:xfrm>
            <a:off x="1379537" y="5702300"/>
            <a:ext cx="225427" cy="207965"/>
          </a:xfrm>
          <a:prstGeom prst="rect">
            <a:avLst/>
          </a:prstGeom>
          <a:ln w="12700">
            <a:miter lim="400000"/>
            <a:headEnd/>
            <a:tailEnd/>
          </a:ln>
        </p:spPr>
      </p:pic>
      <p:pic>
        <p:nvPicPr>
          <p:cNvPr id="1308" name="图片 222" descr="图片 222"/>
          <p:cNvPicPr>
            <a:picLocks noChangeAspect="1"/>
          </p:cNvPicPr>
          <p:nvPr/>
        </p:nvPicPr>
        <p:blipFill>
          <a:blip r:embed="rId8"/>
          <a:stretch>
            <a:fillRect/>
          </a:stretch>
        </p:blipFill>
        <p:spPr>
          <a:xfrm>
            <a:off x="2274888" y="5346700"/>
            <a:ext cx="223839" cy="207965"/>
          </a:xfrm>
          <a:prstGeom prst="rect">
            <a:avLst/>
          </a:prstGeom>
          <a:ln w="12700">
            <a:miter lim="400000"/>
            <a:headEnd/>
            <a:tailEnd/>
          </a:ln>
        </p:spPr>
      </p:pic>
      <p:pic>
        <p:nvPicPr>
          <p:cNvPr id="1309" name="图片 223" descr="图片 223"/>
          <p:cNvPicPr>
            <a:picLocks noChangeAspect="1"/>
          </p:cNvPicPr>
          <p:nvPr/>
        </p:nvPicPr>
        <p:blipFill>
          <a:blip r:embed="rId8"/>
          <a:stretch>
            <a:fillRect/>
          </a:stretch>
        </p:blipFill>
        <p:spPr>
          <a:xfrm>
            <a:off x="2274888" y="5702300"/>
            <a:ext cx="223839" cy="207965"/>
          </a:xfrm>
          <a:prstGeom prst="rect">
            <a:avLst/>
          </a:prstGeom>
          <a:ln w="12700">
            <a:miter lim="400000"/>
            <a:headEnd/>
            <a:tailEnd/>
          </a:ln>
        </p:spPr>
      </p:pic>
      <p:pic>
        <p:nvPicPr>
          <p:cNvPr id="1310" name="图片 224" descr="图片 224"/>
          <p:cNvPicPr>
            <a:picLocks noChangeAspect="1"/>
          </p:cNvPicPr>
          <p:nvPr/>
        </p:nvPicPr>
        <p:blipFill>
          <a:blip r:embed="rId8"/>
          <a:stretch>
            <a:fillRect/>
          </a:stretch>
        </p:blipFill>
        <p:spPr>
          <a:xfrm>
            <a:off x="2943225" y="5346700"/>
            <a:ext cx="223840" cy="207965"/>
          </a:xfrm>
          <a:prstGeom prst="rect">
            <a:avLst/>
          </a:prstGeom>
          <a:ln w="12700">
            <a:miter lim="400000"/>
            <a:headEnd/>
            <a:tailEnd/>
          </a:ln>
        </p:spPr>
      </p:pic>
      <p:pic>
        <p:nvPicPr>
          <p:cNvPr id="1311" name="图片 225" descr="图片 225"/>
          <p:cNvPicPr>
            <a:picLocks noChangeAspect="1"/>
          </p:cNvPicPr>
          <p:nvPr/>
        </p:nvPicPr>
        <p:blipFill>
          <a:blip r:embed="rId8"/>
          <a:stretch>
            <a:fillRect/>
          </a:stretch>
        </p:blipFill>
        <p:spPr>
          <a:xfrm>
            <a:off x="2943225" y="5702300"/>
            <a:ext cx="223840" cy="207965"/>
          </a:xfrm>
          <a:prstGeom prst="rect">
            <a:avLst/>
          </a:prstGeom>
          <a:ln w="12700">
            <a:miter lim="400000"/>
            <a:headEnd/>
            <a:tailEnd/>
          </a:ln>
        </p:spPr>
      </p:pic>
      <p:pic>
        <p:nvPicPr>
          <p:cNvPr id="1312" name="图片 226" descr="图片 226"/>
          <p:cNvPicPr>
            <a:picLocks noChangeAspect="1"/>
          </p:cNvPicPr>
          <p:nvPr/>
        </p:nvPicPr>
        <p:blipFill>
          <a:blip r:embed="rId10"/>
          <a:stretch>
            <a:fillRect/>
          </a:stretch>
        </p:blipFill>
        <p:spPr>
          <a:xfrm>
            <a:off x="2755900" y="4768850"/>
            <a:ext cx="388940" cy="177800"/>
          </a:xfrm>
          <a:prstGeom prst="rect">
            <a:avLst/>
          </a:prstGeom>
          <a:ln w="12700">
            <a:miter lim="400000"/>
            <a:headEnd/>
            <a:tailEnd/>
          </a:ln>
        </p:spPr>
      </p:pic>
      <p:pic>
        <p:nvPicPr>
          <p:cNvPr id="1313" name="图片 227" descr="图片 227"/>
          <p:cNvPicPr>
            <a:picLocks noChangeAspect="1"/>
          </p:cNvPicPr>
          <p:nvPr/>
        </p:nvPicPr>
        <p:blipFill>
          <a:blip r:embed="rId11"/>
          <a:stretch>
            <a:fillRect/>
          </a:stretch>
        </p:blipFill>
        <p:spPr>
          <a:xfrm>
            <a:off x="3900487" y="3587750"/>
            <a:ext cx="320677" cy="314325"/>
          </a:xfrm>
          <a:prstGeom prst="rect">
            <a:avLst/>
          </a:prstGeom>
          <a:ln w="12700">
            <a:miter lim="400000"/>
            <a:headEnd/>
            <a:tailEnd/>
          </a:ln>
        </p:spPr>
      </p:pic>
      <p:pic>
        <p:nvPicPr>
          <p:cNvPr id="1314" name="图片 228" descr="图片 228"/>
          <p:cNvPicPr>
            <a:picLocks noChangeAspect="1"/>
          </p:cNvPicPr>
          <p:nvPr/>
        </p:nvPicPr>
        <p:blipFill>
          <a:blip r:embed="rId11"/>
          <a:stretch>
            <a:fillRect/>
          </a:stretch>
        </p:blipFill>
        <p:spPr>
          <a:xfrm>
            <a:off x="4522787" y="3587750"/>
            <a:ext cx="320677" cy="314325"/>
          </a:xfrm>
          <a:prstGeom prst="rect">
            <a:avLst/>
          </a:prstGeom>
          <a:ln w="12700">
            <a:miter lim="400000"/>
            <a:headEnd/>
            <a:tailEnd/>
          </a:ln>
        </p:spPr>
      </p:pic>
      <p:pic>
        <p:nvPicPr>
          <p:cNvPr id="1315" name="图片 229" descr="图片 229"/>
          <p:cNvPicPr>
            <a:picLocks noChangeAspect="1"/>
          </p:cNvPicPr>
          <p:nvPr/>
        </p:nvPicPr>
        <p:blipFill>
          <a:blip r:embed="rId4"/>
          <a:stretch>
            <a:fillRect/>
          </a:stretch>
        </p:blipFill>
        <p:spPr>
          <a:xfrm>
            <a:off x="4646612" y="4748212"/>
            <a:ext cx="201614" cy="198439"/>
          </a:xfrm>
          <a:prstGeom prst="rect">
            <a:avLst/>
          </a:prstGeom>
          <a:ln w="12700">
            <a:miter lim="400000"/>
            <a:headEnd/>
            <a:tailEnd/>
          </a:ln>
        </p:spPr>
      </p:pic>
      <p:pic>
        <p:nvPicPr>
          <p:cNvPr id="1316" name="图片 230" descr="图片 230"/>
          <p:cNvPicPr>
            <a:picLocks noChangeAspect="1"/>
          </p:cNvPicPr>
          <p:nvPr/>
        </p:nvPicPr>
        <p:blipFill>
          <a:blip r:embed="rId7"/>
          <a:stretch>
            <a:fillRect/>
          </a:stretch>
        </p:blipFill>
        <p:spPr>
          <a:xfrm>
            <a:off x="4645025" y="4446587"/>
            <a:ext cx="204790" cy="206377"/>
          </a:xfrm>
          <a:prstGeom prst="rect">
            <a:avLst/>
          </a:prstGeom>
          <a:ln w="12700">
            <a:miter lim="400000"/>
            <a:headEnd/>
            <a:tailEnd/>
          </a:ln>
        </p:spPr>
      </p:pic>
      <p:pic>
        <p:nvPicPr>
          <p:cNvPr id="1317" name="图片 231" descr="图片 231"/>
          <p:cNvPicPr>
            <a:picLocks noChangeAspect="1"/>
          </p:cNvPicPr>
          <p:nvPr/>
        </p:nvPicPr>
        <p:blipFill>
          <a:blip r:embed="rId2"/>
          <a:stretch>
            <a:fillRect/>
          </a:stretch>
        </p:blipFill>
        <p:spPr>
          <a:xfrm rot="18900000">
            <a:off x="3808412" y="1889125"/>
            <a:ext cx="323852" cy="323850"/>
          </a:xfrm>
          <a:prstGeom prst="rect">
            <a:avLst/>
          </a:prstGeom>
          <a:ln w="12700">
            <a:miter lim="400000"/>
            <a:headEnd/>
            <a:tailEnd/>
          </a:ln>
        </p:spPr>
      </p:pic>
      <p:sp>
        <p:nvSpPr>
          <p:cNvPr id="1318" name="矩形 232"/>
          <p:cNvSpPr txBox="1"/>
          <p:nvPr/>
        </p:nvSpPr>
        <p:spPr>
          <a:xfrm>
            <a:off x="3782695" y="1947864"/>
            <a:ext cx="341949" cy="193039"/>
          </a:xfrm>
          <a:prstGeom prst="rect">
            <a:avLst/>
          </a:prstGeom>
          <a:ln w="12700">
            <a:miter lim="400000"/>
          </a:ln>
        </p:spPr>
        <p:txBody>
          <a:bodyPr lIns="45718" tIns="45718" rIns="45718" bIns="45718">
            <a:spAutoFit/>
          </a:bodyPr>
          <a:lstStyle>
            <a:lvl1pPr algn="ctr">
              <a:defRPr sz="600">
                <a:solidFill>
                  <a:srgbClr val="00206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卫健委</a:t>
            </a:r>
          </a:p>
        </p:txBody>
      </p:sp>
      <p:sp>
        <p:nvSpPr>
          <p:cNvPr id="1319" name="矩形 233"/>
          <p:cNvSpPr/>
          <p:nvPr/>
        </p:nvSpPr>
        <p:spPr>
          <a:xfrm>
            <a:off x="4146550" y="1824038"/>
            <a:ext cx="433388" cy="193039"/>
          </a:xfrm>
          <a:prstGeom prst="rect">
            <a:avLst/>
          </a:prstGeom>
          <a:solidFill>
            <a:srgbClr val="006CD9"/>
          </a:solidFill>
          <a:ln w="12700">
            <a:miter lim="400000"/>
          </a:ln>
        </p:spPr>
        <p:txBody>
          <a:bodyPr lIns="45718" tIns="45718" rIns="45718" bIns="45718">
            <a:spAutoFit/>
          </a:bodyPr>
          <a:lstStyle>
            <a:lvl1pPr algn="ctr">
              <a:defRPr sz="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银联</a:t>
            </a:r>
          </a:p>
        </p:txBody>
      </p:sp>
      <p:sp>
        <p:nvSpPr>
          <p:cNvPr id="1320" name="矩形 234"/>
          <p:cNvSpPr/>
          <p:nvPr/>
        </p:nvSpPr>
        <p:spPr>
          <a:xfrm>
            <a:off x="4516437" y="1947863"/>
            <a:ext cx="433389" cy="193039"/>
          </a:xfrm>
          <a:prstGeom prst="rect">
            <a:avLst/>
          </a:prstGeom>
          <a:solidFill>
            <a:srgbClr val="006CD9"/>
          </a:solidFill>
          <a:ln w="12700">
            <a:miter lim="400000"/>
          </a:ln>
        </p:spPr>
        <p:txBody>
          <a:bodyPr lIns="45718" tIns="45718" rIns="45718" bIns="45718">
            <a:spAutoFit/>
          </a:bodyPr>
          <a:lstStyle>
            <a:lvl1pPr algn="ctr">
              <a:defRPr sz="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医保局</a:t>
            </a:r>
          </a:p>
        </p:txBody>
      </p:sp>
      <p:pic>
        <p:nvPicPr>
          <p:cNvPr id="1321" name="图片 235" descr="图片 235"/>
          <p:cNvPicPr>
            <a:picLocks noChangeAspect="1"/>
          </p:cNvPicPr>
          <p:nvPr/>
        </p:nvPicPr>
        <p:blipFill>
          <a:blip r:embed="rId4"/>
          <a:stretch>
            <a:fillRect/>
          </a:stretch>
        </p:blipFill>
        <p:spPr>
          <a:xfrm>
            <a:off x="4260850" y="2219325"/>
            <a:ext cx="201613" cy="198438"/>
          </a:xfrm>
          <a:prstGeom prst="rect">
            <a:avLst/>
          </a:prstGeom>
          <a:ln w="12700">
            <a:miter lim="400000"/>
            <a:headEnd/>
            <a:tailEnd/>
          </a:ln>
        </p:spPr>
      </p:pic>
      <p:pic>
        <p:nvPicPr>
          <p:cNvPr id="1322" name="图片 236" descr="图片 236"/>
          <p:cNvPicPr>
            <a:picLocks noChangeAspect="1"/>
          </p:cNvPicPr>
          <p:nvPr/>
        </p:nvPicPr>
        <p:blipFill>
          <a:blip r:embed="rId7"/>
          <a:stretch>
            <a:fillRect/>
          </a:stretch>
        </p:blipFill>
        <p:spPr>
          <a:xfrm>
            <a:off x="4260850" y="2792413"/>
            <a:ext cx="204790" cy="206377"/>
          </a:xfrm>
          <a:prstGeom prst="rect">
            <a:avLst/>
          </a:prstGeom>
          <a:ln w="12700">
            <a:miter lim="400000"/>
            <a:headEnd/>
            <a:tailEnd/>
          </a:ln>
        </p:spPr>
      </p:pic>
      <p:pic>
        <p:nvPicPr>
          <p:cNvPr id="1323" name="图片 237" descr="图片 237"/>
          <p:cNvPicPr>
            <a:picLocks noChangeAspect="1"/>
          </p:cNvPicPr>
          <p:nvPr/>
        </p:nvPicPr>
        <p:blipFill>
          <a:blip r:embed="rId12"/>
          <a:stretch>
            <a:fillRect/>
          </a:stretch>
        </p:blipFill>
        <p:spPr>
          <a:xfrm>
            <a:off x="4259262" y="2498725"/>
            <a:ext cx="206377" cy="192088"/>
          </a:xfrm>
          <a:prstGeom prst="rect">
            <a:avLst/>
          </a:prstGeom>
          <a:ln w="12700">
            <a:miter lim="400000"/>
            <a:headEnd/>
            <a:tailEnd/>
          </a:ln>
        </p:spPr>
      </p:pic>
      <p:pic>
        <p:nvPicPr>
          <p:cNvPr id="1324" name="图片 238" descr="图片 238"/>
          <p:cNvPicPr>
            <a:picLocks noChangeAspect="1"/>
          </p:cNvPicPr>
          <p:nvPr/>
        </p:nvPicPr>
        <p:blipFill>
          <a:blip r:embed="rId13"/>
          <a:stretch>
            <a:fillRect/>
          </a:stretch>
        </p:blipFill>
        <p:spPr>
          <a:xfrm>
            <a:off x="3894137" y="5267325"/>
            <a:ext cx="179389" cy="195263"/>
          </a:xfrm>
          <a:prstGeom prst="rect">
            <a:avLst/>
          </a:prstGeom>
          <a:ln w="12700">
            <a:miter lim="400000"/>
            <a:headEnd/>
            <a:tailEnd/>
          </a:ln>
        </p:spPr>
      </p:pic>
      <p:pic>
        <p:nvPicPr>
          <p:cNvPr id="1325" name="图片 239" descr="图片 239"/>
          <p:cNvPicPr>
            <a:picLocks noChangeAspect="1"/>
          </p:cNvPicPr>
          <p:nvPr/>
        </p:nvPicPr>
        <p:blipFill>
          <a:blip r:embed="rId14"/>
          <a:stretch>
            <a:fillRect/>
          </a:stretch>
        </p:blipFill>
        <p:spPr>
          <a:xfrm>
            <a:off x="3884612" y="5670550"/>
            <a:ext cx="188914" cy="187325"/>
          </a:xfrm>
          <a:prstGeom prst="rect">
            <a:avLst/>
          </a:prstGeom>
          <a:ln w="12700">
            <a:miter lim="400000"/>
            <a:headEnd/>
            <a:tailEnd/>
          </a:ln>
        </p:spPr>
      </p:pic>
      <p:pic>
        <p:nvPicPr>
          <p:cNvPr id="1326" name="图片 240" descr="图片 240"/>
          <p:cNvPicPr>
            <a:picLocks noChangeAspect="1"/>
          </p:cNvPicPr>
          <p:nvPr/>
        </p:nvPicPr>
        <p:blipFill>
          <a:blip r:embed="rId15"/>
          <a:stretch>
            <a:fillRect/>
          </a:stretch>
        </p:blipFill>
        <p:spPr>
          <a:xfrm>
            <a:off x="4646612" y="5284787"/>
            <a:ext cx="179389" cy="177802"/>
          </a:xfrm>
          <a:prstGeom prst="rect">
            <a:avLst/>
          </a:prstGeom>
          <a:ln w="12700">
            <a:miter lim="400000"/>
            <a:headEnd/>
            <a:tailEnd/>
          </a:ln>
        </p:spPr>
      </p:pic>
      <p:pic>
        <p:nvPicPr>
          <p:cNvPr id="1327" name="图片 241" descr="图片 241"/>
          <p:cNvPicPr>
            <a:picLocks noChangeAspect="1"/>
          </p:cNvPicPr>
          <p:nvPr/>
        </p:nvPicPr>
        <p:blipFill>
          <a:blip r:embed="rId16"/>
          <a:stretch>
            <a:fillRect/>
          </a:stretch>
        </p:blipFill>
        <p:spPr>
          <a:xfrm>
            <a:off x="5427662" y="5672137"/>
            <a:ext cx="185739" cy="185739"/>
          </a:xfrm>
          <a:prstGeom prst="rect">
            <a:avLst/>
          </a:prstGeom>
          <a:ln w="12700">
            <a:miter lim="400000"/>
            <a:headEnd/>
            <a:tailEnd/>
          </a:ln>
        </p:spPr>
      </p:pic>
      <p:pic>
        <p:nvPicPr>
          <p:cNvPr id="1328" name="图片 242" descr="图片 242"/>
          <p:cNvPicPr>
            <a:picLocks noChangeAspect="1"/>
          </p:cNvPicPr>
          <p:nvPr/>
        </p:nvPicPr>
        <p:blipFill>
          <a:blip r:embed="rId17"/>
          <a:stretch>
            <a:fillRect/>
          </a:stretch>
        </p:blipFill>
        <p:spPr>
          <a:xfrm>
            <a:off x="4648200" y="5670550"/>
            <a:ext cx="176213" cy="188913"/>
          </a:xfrm>
          <a:prstGeom prst="rect">
            <a:avLst/>
          </a:prstGeom>
          <a:ln w="12700">
            <a:miter lim="400000"/>
            <a:headEnd/>
            <a:tailEnd/>
          </a:ln>
        </p:spPr>
      </p:pic>
      <p:pic>
        <p:nvPicPr>
          <p:cNvPr id="1329" name="图片 243" descr="图片 243"/>
          <p:cNvPicPr>
            <a:picLocks noChangeAspect="1"/>
          </p:cNvPicPr>
          <p:nvPr/>
        </p:nvPicPr>
        <p:blipFill>
          <a:blip r:embed="rId18"/>
          <a:stretch>
            <a:fillRect/>
          </a:stretch>
        </p:blipFill>
        <p:spPr>
          <a:xfrm>
            <a:off x="5340350" y="5319712"/>
            <a:ext cx="361950" cy="133352"/>
          </a:xfrm>
          <a:prstGeom prst="rect">
            <a:avLst/>
          </a:prstGeom>
          <a:ln w="12700">
            <a:miter lim="400000"/>
            <a:headEnd/>
            <a:tailEnd/>
          </a:ln>
        </p:spPr>
      </p:pic>
      <p:pic>
        <p:nvPicPr>
          <p:cNvPr id="1330" name="图片 244" descr="图片 244"/>
          <p:cNvPicPr>
            <a:picLocks noChangeAspect="1"/>
          </p:cNvPicPr>
          <p:nvPr/>
        </p:nvPicPr>
        <p:blipFill>
          <a:blip r:embed="rId19"/>
          <a:stretch>
            <a:fillRect/>
          </a:stretch>
        </p:blipFill>
        <p:spPr>
          <a:xfrm>
            <a:off x="5664200" y="3205163"/>
            <a:ext cx="150813" cy="260352"/>
          </a:xfrm>
          <a:prstGeom prst="rect">
            <a:avLst/>
          </a:prstGeom>
          <a:ln w="12700">
            <a:miter lim="400000"/>
            <a:headEnd/>
            <a:tailEnd/>
          </a:ln>
        </p:spPr>
      </p:pic>
      <p:pic>
        <p:nvPicPr>
          <p:cNvPr id="1331" name="图片 245" descr="图片 245"/>
          <p:cNvPicPr>
            <a:picLocks noChangeAspect="1"/>
          </p:cNvPicPr>
          <p:nvPr/>
        </p:nvPicPr>
        <p:blipFill>
          <a:blip r:embed="rId19"/>
          <a:stretch>
            <a:fillRect/>
          </a:stretch>
        </p:blipFill>
        <p:spPr>
          <a:xfrm>
            <a:off x="5670550" y="3548062"/>
            <a:ext cx="150813" cy="260352"/>
          </a:xfrm>
          <a:prstGeom prst="rect">
            <a:avLst/>
          </a:prstGeom>
          <a:ln w="12700">
            <a:miter lim="400000"/>
            <a:headEnd/>
            <a:tailEnd/>
          </a:ln>
        </p:spPr>
      </p:pic>
      <p:pic>
        <p:nvPicPr>
          <p:cNvPr id="1332" name="图片 246" descr="图片 246"/>
          <p:cNvPicPr>
            <a:picLocks noChangeAspect="1"/>
          </p:cNvPicPr>
          <p:nvPr/>
        </p:nvPicPr>
        <p:blipFill>
          <a:blip r:embed="rId19"/>
          <a:stretch>
            <a:fillRect/>
          </a:stretch>
        </p:blipFill>
        <p:spPr>
          <a:xfrm>
            <a:off x="6513513" y="3205163"/>
            <a:ext cx="150814" cy="260352"/>
          </a:xfrm>
          <a:prstGeom prst="rect">
            <a:avLst/>
          </a:prstGeom>
          <a:ln w="12700">
            <a:miter lim="400000"/>
            <a:headEnd/>
            <a:tailEnd/>
          </a:ln>
        </p:spPr>
      </p:pic>
      <p:pic>
        <p:nvPicPr>
          <p:cNvPr id="1333" name="图片 247" descr="图片 247"/>
          <p:cNvPicPr>
            <a:picLocks noChangeAspect="1"/>
          </p:cNvPicPr>
          <p:nvPr/>
        </p:nvPicPr>
        <p:blipFill>
          <a:blip r:embed="rId19"/>
          <a:stretch>
            <a:fillRect/>
          </a:stretch>
        </p:blipFill>
        <p:spPr>
          <a:xfrm>
            <a:off x="6519863" y="3548062"/>
            <a:ext cx="150814" cy="260352"/>
          </a:xfrm>
          <a:prstGeom prst="rect">
            <a:avLst/>
          </a:prstGeom>
          <a:ln w="12700">
            <a:miter lim="400000"/>
            <a:headEnd/>
            <a:tailEnd/>
          </a:ln>
        </p:spPr>
      </p:pic>
      <p:pic>
        <p:nvPicPr>
          <p:cNvPr id="1334" name="图片 248" descr="图片 248"/>
          <p:cNvPicPr>
            <a:picLocks noChangeAspect="1"/>
          </p:cNvPicPr>
          <p:nvPr/>
        </p:nvPicPr>
        <p:blipFill>
          <a:blip r:embed="rId11"/>
          <a:stretch>
            <a:fillRect/>
          </a:stretch>
        </p:blipFill>
        <p:spPr>
          <a:xfrm>
            <a:off x="7512050" y="3500437"/>
            <a:ext cx="320675" cy="314327"/>
          </a:xfrm>
          <a:prstGeom prst="rect">
            <a:avLst/>
          </a:prstGeom>
          <a:ln w="12700">
            <a:miter lim="400000"/>
            <a:headEnd/>
            <a:tailEnd/>
          </a:ln>
        </p:spPr>
      </p:pic>
      <p:pic>
        <p:nvPicPr>
          <p:cNvPr id="1335" name="图片 249" descr="图片 249"/>
          <p:cNvPicPr>
            <a:picLocks noChangeAspect="1"/>
          </p:cNvPicPr>
          <p:nvPr/>
        </p:nvPicPr>
        <p:blipFill>
          <a:blip r:embed="rId11"/>
          <a:stretch>
            <a:fillRect/>
          </a:stretch>
        </p:blipFill>
        <p:spPr>
          <a:xfrm>
            <a:off x="8134350" y="3500437"/>
            <a:ext cx="322265" cy="314327"/>
          </a:xfrm>
          <a:prstGeom prst="rect">
            <a:avLst/>
          </a:prstGeom>
          <a:ln w="12700">
            <a:miter lim="400000"/>
            <a:headEnd/>
            <a:tailEnd/>
          </a:ln>
        </p:spPr>
      </p:pic>
      <p:pic>
        <p:nvPicPr>
          <p:cNvPr id="1336" name="图片 250" descr="图片 250"/>
          <p:cNvPicPr>
            <a:picLocks noChangeAspect="1"/>
          </p:cNvPicPr>
          <p:nvPr/>
        </p:nvPicPr>
        <p:blipFill>
          <a:blip r:embed="rId5"/>
          <a:stretch>
            <a:fillRect/>
          </a:stretch>
        </p:blipFill>
        <p:spPr>
          <a:xfrm>
            <a:off x="8104188" y="3892550"/>
            <a:ext cx="360364" cy="165100"/>
          </a:xfrm>
          <a:prstGeom prst="rect">
            <a:avLst/>
          </a:prstGeom>
          <a:ln w="12700">
            <a:miter lim="400000"/>
            <a:headEnd/>
            <a:tailEnd/>
          </a:ln>
        </p:spPr>
      </p:pic>
      <p:pic>
        <p:nvPicPr>
          <p:cNvPr id="1337" name="图片 251" descr="图片 251"/>
          <p:cNvPicPr>
            <a:picLocks noChangeAspect="1"/>
          </p:cNvPicPr>
          <p:nvPr/>
        </p:nvPicPr>
        <p:blipFill>
          <a:blip r:embed="rId4"/>
          <a:stretch>
            <a:fillRect/>
          </a:stretch>
        </p:blipFill>
        <p:spPr>
          <a:xfrm>
            <a:off x="7475538" y="4748212"/>
            <a:ext cx="201614" cy="198439"/>
          </a:xfrm>
          <a:prstGeom prst="rect">
            <a:avLst/>
          </a:prstGeom>
          <a:ln w="12700">
            <a:miter lim="400000"/>
            <a:headEnd/>
            <a:tailEnd/>
          </a:ln>
        </p:spPr>
      </p:pic>
      <p:pic>
        <p:nvPicPr>
          <p:cNvPr id="1338" name="图片 252" descr="图片 252"/>
          <p:cNvPicPr>
            <a:picLocks noChangeAspect="1"/>
          </p:cNvPicPr>
          <p:nvPr/>
        </p:nvPicPr>
        <p:blipFill>
          <a:blip r:embed="rId7"/>
          <a:stretch>
            <a:fillRect/>
          </a:stretch>
        </p:blipFill>
        <p:spPr>
          <a:xfrm>
            <a:off x="7473950" y="4446587"/>
            <a:ext cx="204790" cy="206377"/>
          </a:xfrm>
          <a:prstGeom prst="rect">
            <a:avLst/>
          </a:prstGeom>
          <a:ln w="12700">
            <a:miter lim="400000"/>
            <a:headEnd/>
            <a:tailEnd/>
          </a:ln>
        </p:spPr>
      </p:pic>
      <p:pic>
        <p:nvPicPr>
          <p:cNvPr id="1339" name="图片 253" descr="图片 253"/>
          <p:cNvPicPr>
            <a:picLocks noChangeAspect="1"/>
          </p:cNvPicPr>
          <p:nvPr/>
        </p:nvPicPr>
        <p:blipFill>
          <a:blip r:embed="rId14"/>
          <a:stretch>
            <a:fillRect/>
          </a:stretch>
        </p:blipFill>
        <p:spPr>
          <a:xfrm>
            <a:off x="6761163" y="5276850"/>
            <a:ext cx="188914" cy="185738"/>
          </a:xfrm>
          <a:prstGeom prst="rect">
            <a:avLst/>
          </a:prstGeom>
          <a:ln w="12700">
            <a:miter lim="400000"/>
            <a:headEnd/>
            <a:tailEnd/>
          </a:ln>
        </p:spPr>
      </p:pic>
      <p:pic>
        <p:nvPicPr>
          <p:cNvPr id="1340" name="图片 254" descr="图片 254"/>
          <p:cNvPicPr>
            <a:picLocks noChangeAspect="1"/>
          </p:cNvPicPr>
          <p:nvPr/>
        </p:nvPicPr>
        <p:blipFill>
          <a:blip r:embed="rId15"/>
          <a:stretch>
            <a:fillRect/>
          </a:stretch>
        </p:blipFill>
        <p:spPr>
          <a:xfrm>
            <a:off x="7512050" y="5284787"/>
            <a:ext cx="180975" cy="177802"/>
          </a:xfrm>
          <a:prstGeom prst="rect">
            <a:avLst/>
          </a:prstGeom>
          <a:ln w="12700">
            <a:miter lim="400000"/>
            <a:headEnd/>
            <a:tailEnd/>
          </a:ln>
        </p:spPr>
      </p:pic>
      <p:pic>
        <p:nvPicPr>
          <p:cNvPr id="1341" name="图片 255" descr="图片 255"/>
          <p:cNvPicPr>
            <a:picLocks noChangeAspect="1"/>
          </p:cNvPicPr>
          <p:nvPr/>
        </p:nvPicPr>
        <p:blipFill>
          <a:blip r:embed="rId16"/>
          <a:stretch>
            <a:fillRect/>
          </a:stretch>
        </p:blipFill>
        <p:spPr>
          <a:xfrm>
            <a:off x="7127875" y="5681662"/>
            <a:ext cx="187325" cy="185739"/>
          </a:xfrm>
          <a:prstGeom prst="rect">
            <a:avLst/>
          </a:prstGeom>
          <a:ln w="12700">
            <a:miter lim="400000"/>
            <a:headEnd/>
            <a:tailEnd/>
          </a:ln>
        </p:spPr>
      </p:pic>
      <p:pic>
        <p:nvPicPr>
          <p:cNvPr id="1342" name="图片 256" descr="图片 256"/>
          <p:cNvPicPr>
            <a:picLocks noChangeAspect="1"/>
          </p:cNvPicPr>
          <p:nvPr/>
        </p:nvPicPr>
        <p:blipFill>
          <a:blip r:embed="rId17"/>
          <a:stretch>
            <a:fillRect/>
          </a:stretch>
        </p:blipFill>
        <p:spPr>
          <a:xfrm>
            <a:off x="7823200" y="5670550"/>
            <a:ext cx="174625" cy="188913"/>
          </a:xfrm>
          <a:prstGeom prst="rect">
            <a:avLst/>
          </a:prstGeom>
          <a:ln w="12700">
            <a:miter lim="400000"/>
            <a:headEnd/>
            <a:tailEnd/>
          </a:ln>
        </p:spPr>
      </p:pic>
      <p:pic>
        <p:nvPicPr>
          <p:cNvPr id="1343" name="图片 257" descr="图片 257"/>
          <p:cNvPicPr>
            <a:picLocks noChangeAspect="1"/>
          </p:cNvPicPr>
          <p:nvPr/>
        </p:nvPicPr>
        <p:blipFill>
          <a:blip r:embed="rId18"/>
          <a:stretch>
            <a:fillRect/>
          </a:stretch>
        </p:blipFill>
        <p:spPr>
          <a:xfrm>
            <a:off x="8143875" y="5319712"/>
            <a:ext cx="361950" cy="133352"/>
          </a:xfrm>
          <a:prstGeom prst="rect">
            <a:avLst/>
          </a:prstGeom>
          <a:ln w="12700">
            <a:miter lim="400000"/>
            <a:headEnd/>
            <a:tailEnd/>
          </a:ln>
        </p:spPr>
      </p:pic>
      <p:pic>
        <p:nvPicPr>
          <p:cNvPr id="1344" name="图片 258" descr="图片 258"/>
          <p:cNvPicPr>
            <a:picLocks noChangeAspect="1"/>
          </p:cNvPicPr>
          <p:nvPr/>
        </p:nvPicPr>
        <p:blipFill>
          <a:blip r:embed="rId6"/>
          <a:stretch>
            <a:fillRect/>
          </a:stretch>
        </p:blipFill>
        <p:spPr>
          <a:xfrm>
            <a:off x="7413625" y="2733675"/>
            <a:ext cx="193675" cy="195263"/>
          </a:xfrm>
          <a:prstGeom prst="rect">
            <a:avLst/>
          </a:prstGeom>
          <a:ln w="12700">
            <a:miter lim="400000"/>
            <a:headEnd/>
            <a:tailEnd/>
          </a:ln>
        </p:spPr>
      </p:pic>
      <p:pic>
        <p:nvPicPr>
          <p:cNvPr id="1345" name="图片 259" descr="图片 259"/>
          <p:cNvPicPr>
            <a:picLocks noChangeAspect="1"/>
          </p:cNvPicPr>
          <p:nvPr/>
        </p:nvPicPr>
        <p:blipFill>
          <a:blip r:embed="rId7"/>
          <a:stretch>
            <a:fillRect/>
          </a:stretch>
        </p:blipFill>
        <p:spPr>
          <a:xfrm>
            <a:off x="7407275" y="2435225"/>
            <a:ext cx="206375" cy="204790"/>
          </a:xfrm>
          <a:prstGeom prst="rect">
            <a:avLst/>
          </a:prstGeom>
          <a:ln w="12700">
            <a:miter lim="400000"/>
            <a:headEnd/>
            <a:tailEnd/>
          </a:ln>
        </p:spPr>
      </p:pic>
      <p:pic>
        <p:nvPicPr>
          <p:cNvPr id="1346" name="图片 260" descr="图片 260"/>
          <p:cNvPicPr>
            <a:picLocks noChangeAspect="1"/>
          </p:cNvPicPr>
          <p:nvPr/>
        </p:nvPicPr>
        <p:blipFill>
          <a:blip r:embed="rId7"/>
          <a:stretch>
            <a:fillRect/>
          </a:stretch>
        </p:blipFill>
        <p:spPr>
          <a:xfrm>
            <a:off x="8337550" y="2435225"/>
            <a:ext cx="204790" cy="204790"/>
          </a:xfrm>
          <a:prstGeom prst="rect">
            <a:avLst/>
          </a:prstGeom>
          <a:ln w="12700">
            <a:miter lim="400000"/>
            <a:headEnd/>
            <a:tailEnd/>
          </a:ln>
        </p:spPr>
      </p:pic>
      <p:pic>
        <p:nvPicPr>
          <p:cNvPr id="1347" name="图片 261" descr="图片 261"/>
          <p:cNvPicPr>
            <a:picLocks noChangeAspect="1"/>
          </p:cNvPicPr>
          <p:nvPr/>
        </p:nvPicPr>
        <p:blipFill>
          <a:blip r:embed="rId6"/>
          <a:stretch>
            <a:fillRect/>
          </a:stretch>
        </p:blipFill>
        <p:spPr>
          <a:xfrm>
            <a:off x="8347075" y="2733675"/>
            <a:ext cx="193675" cy="195263"/>
          </a:xfrm>
          <a:prstGeom prst="rect">
            <a:avLst/>
          </a:prstGeom>
          <a:ln w="12700">
            <a:miter lim="400000"/>
            <a:headEnd/>
            <a:tailEnd/>
          </a:ln>
        </p:spPr>
      </p:pic>
      <p:pic>
        <p:nvPicPr>
          <p:cNvPr id="1348" name="图片 262" descr="图片 262"/>
          <p:cNvPicPr>
            <a:picLocks noChangeAspect="1"/>
          </p:cNvPicPr>
          <p:nvPr/>
        </p:nvPicPr>
        <p:blipFill>
          <a:blip r:embed="rId9"/>
          <a:stretch>
            <a:fillRect/>
          </a:stretch>
        </p:blipFill>
        <p:spPr>
          <a:xfrm>
            <a:off x="7423150" y="2151063"/>
            <a:ext cx="174625" cy="174627"/>
          </a:xfrm>
          <a:prstGeom prst="rect">
            <a:avLst/>
          </a:prstGeom>
          <a:ln w="12700">
            <a:miter lim="400000"/>
            <a:headEnd/>
            <a:tailEnd/>
          </a:ln>
        </p:spPr>
      </p:pic>
      <p:pic>
        <p:nvPicPr>
          <p:cNvPr id="1349" name="图片 263" descr="图片 263"/>
          <p:cNvPicPr>
            <a:picLocks noChangeAspect="1"/>
          </p:cNvPicPr>
          <p:nvPr/>
        </p:nvPicPr>
        <p:blipFill>
          <a:blip r:embed="rId9"/>
          <a:stretch>
            <a:fillRect/>
          </a:stretch>
        </p:blipFill>
        <p:spPr>
          <a:xfrm>
            <a:off x="8343900" y="2151063"/>
            <a:ext cx="174625" cy="174627"/>
          </a:xfrm>
          <a:prstGeom prst="rect">
            <a:avLst/>
          </a:prstGeom>
          <a:ln w="12700">
            <a:miter lim="400000"/>
            <a:headEnd/>
            <a:tailEnd/>
          </a:ln>
        </p:spPr>
      </p:pic>
      <p:pic>
        <p:nvPicPr>
          <p:cNvPr id="1350" name="图片 264" descr="图片 264"/>
          <p:cNvPicPr>
            <a:picLocks noChangeAspect="1"/>
          </p:cNvPicPr>
          <p:nvPr/>
        </p:nvPicPr>
        <p:blipFill>
          <a:blip r:embed="rId9"/>
          <a:stretch>
            <a:fillRect/>
          </a:stretch>
        </p:blipFill>
        <p:spPr>
          <a:xfrm>
            <a:off x="9769475" y="3267075"/>
            <a:ext cx="174625" cy="174625"/>
          </a:xfrm>
          <a:prstGeom prst="rect">
            <a:avLst/>
          </a:prstGeom>
          <a:ln w="12700">
            <a:miter lim="400000"/>
            <a:headEnd/>
            <a:tailEnd/>
          </a:ln>
        </p:spPr>
      </p:pic>
      <p:pic>
        <p:nvPicPr>
          <p:cNvPr id="1351" name="图片 265" descr="图片 265"/>
          <p:cNvPicPr>
            <a:picLocks noChangeAspect="1"/>
          </p:cNvPicPr>
          <p:nvPr/>
        </p:nvPicPr>
        <p:blipFill>
          <a:blip r:embed="rId7"/>
          <a:stretch>
            <a:fillRect/>
          </a:stretch>
        </p:blipFill>
        <p:spPr>
          <a:xfrm>
            <a:off x="9305925" y="3551237"/>
            <a:ext cx="204790" cy="204789"/>
          </a:xfrm>
          <a:prstGeom prst="rect">
            <a:avLst/>
          </a:prstGeom>
          <a:ln w="12700">
            <a:miter lim="400000"/>
            <a:headEnd/>
            <a:tailEnd/>
          </a:ln>
        </p:spPr>
      </p:pic>
      <p:pic>
        <p:nvPicPr>
          <p:cNvPr id="1352" name="图形 25" descr="图形 25"/>
          <p:cNvPicPr>
            <a:picLocks noChangeAspect="1"/>
          </p:cNvPicPr>
          <p:nvPr/>
        </p:nvPicPr>
        <p:blipFill>
          <a:blip r:embed="rId20"/>
          <a:stretch>
            <a:fillRect/>
          </a:stretch>
        </p:blipFill>
        <p:spPr>
          <a:xfrm>
            <a:off x="9732963" y="3786187"/>
            <a:ext cx="250827" cy="252414"/>
          </a:xfrm>
          <a:prstGeom prst="rect">
            <a:avLst/>
          </a:prstGeom>
          <a:ln w="12700">
            <a:miter lim="400000"/>
            <a:headEnd/>
            <a:tailEnd/>
          </a:ln>
        </p:spPr>
      </p:pic>
      <p:pic>
        <p:nvPicPr>
          <p:cNvPr id="1353" name="图片 267" descr="图片 267"/>
          <p:cNvPicPr>
            <a:picLocks noChangeAspect="1"/>
          </p:cNvPicPr>
          <p:nvPr/>
        </p:nvPicPr>
        <p:blipFill>
          <a:blip r:embed="rId4"/>
          <a:stretch>
            <a:fillRect/>
          </a:stretch>
        </p:blipFill>
        <p:spPr>
          <a:xfrm>
            <a:off x="9755188" y="3538537"/>
            <a:ext cx="201614" cy="200027"/>
          </a:xfrm>
          <a:prstGeom prst="rect">
            <a:avLst/>
          </a:prstGeom>
          <a:ln w="12700">
            <a:miter lim="400000"/>
            <a:headEnd/>
            <a:tailEnd/>
          </a:ln>
        </p:spPr>
      </p:pic>
      <p:pic>
        <p:nvPicPr>
          <p:cNvPr id="1354" name="图片 268" descr="图片 268"/>
          <p:cNvPicPr>
            <a:picLocks noChangeAspect="1"/>
          </p:cNvPicPr>
          <p:nvPr/>
        </p:nvPicPr>
        <p:blipFill>
          <a:blip r:embed="rId8"/>
          <a:stretch>
            <a:fillRect/>
          </a:stretch>
        </p:blipFill>
        <p:spPr>
          <a:xfrm>
            <a:off x="10517188" y="3228975"/>
            <a:ext cx="223839" cy="207965"/>
          </a:xfrm>
          <a:prstGeom prst="rect">
            <a:avLst/>
          </a:prstGeom>
          <a:ln w="12700">
            <a:miter lim="400000"/>
            <a:headEnd/>
            <a:tailEnd/>
          </a:ln>
        </p:spPr>
      </p:pic>
      <p:pic>
        <p:nvPicPr>
          <p:cNvPr id="1355" name="图片 269" descr="图片 269"/>
          <p:cNvPicPr>
            <a:picLocks noChangeAspect="1"/>
          </p:cNvPicPr>
          <p:nvPr/>
        </p:nvPicPr>
        <p:blipFill>
          <a:blip r:embed="rId8"/>
          <a:stretch>
            <a:fillRect/>
          </a:stretch>
        </p:blipFill>
        <p:spPr>
          <a:xfrm>
            <a:off x="10517188" y="3543300"/>
            <a:ext cx="223839" cy="207965"/>
          </a:xfrm>
          <a:prstGeom prst="rect">
            <a:avLst/>
          </a:prstGeom>
          <a:ln w="12700">
            <a:miter lim="400000"/>
            <a:headEnd/>
            <a:tailEnd/>
          </a:ln>
        </p:spPr>
      </p:pic>
      <p:pic>
        <p:nvPicPr>
          <p:cNvPr id="1356" name="图片 270" descr="图片 270"/>
          <p:cNvPicPr>
            <a:picLocks noChangeAspect="1"/>
          </p:cNvPicPr>
          <p:nvPr/>
        </p:nvPicPr>
        <p:blipFill>
          <a:blip r:embed="rId8"/>
          <a:stretch>
            <a:fillRect/>
          </a:stretch>
        </p:blipFill>
        <p:spPr>
          <a:xfrm>
            <a:off x="10517188" y="3857625"/>
            <a:ext cx="223839" cy="207965"/>
          </a:xfrm>
          <a:prstGeom prst="rect">
            <a:avLst/>
          </a:prstGeom>
          <a:ln w="12700">
            <a:miter lim="400000"/>
            <a:headEnd/>
            <a:tailEnd/>
          </a:ln>
        </p:spPr>
      </p:pic>
      <p:pic>
        <p:nvPicPr>
          <p:cNvPr id="1357" name="图片 271" descr="图片 271"/>
          <p:cNvPicPr>
            <a:picLocks noChangeAspect="1"/>
          </p:cNvPicPr>
          <p:nvPr/>
        </p:nvPicPr>
        <p:blipFill>
          <a:blip r:embed="rId7"/>
          <a:stretch>
            <a:fillRect/>
          </a:stretch>
        </p:blipFill>
        <p:spPr>
          <a:xfrm>
            <a:off x="10155238" y="4470400"/>
            <a:ext cx="204789" cy="204790"/>
          </a:xfrm>
          <a:prstGeom prst="rect">
            <a:avLst/>
          </a:prstGeom>
          <a:ln w="12700">
            <a:miter lim="400000"/>
            <a:headEnd/>
            <a:tailEnd/>
          </a:ln>
        </p:spPr>
      </p:pic>
      <p:pic>
        <p:nvPicPr>
          <p:cNvPr id="1358" name="图片 272" descr="图片 272"/>
          <p:cNvPicPr>
            <a:picLocks noChangeAspect="1"/>
          </p:cNvPicPr>
          <p:nvPr/>
        </p:nvPicPr>
        <p:blipFill>
          <a:blip r:embed="rId6"/>
          <a:stretch>
            <a:fillRect/>
          </a:stretch>
        </p:blipFill>
        <p:spPr>
          <a:xfrm>
            <a:off x="10164763" y="4768850"/>
            <a:ext cx="193677" cy="193675"/>
          </a:xfrm>
          <a:prstGeom prst="rect">
            <a:avLst/>
          </a:prstGeom>
          <a:ln w="12700">
            <a:miter lim="400000"/>
            <a:headEnd/>
            <a:tailEnd/>
          </a:ln>
        </p:spPr>
      </p:pic>
      <p:pic>
        <p:nvPicPr>
          <p:cNvPr id="1359" name="图片 273" descr="图片 273"/>
          <p:cNvPicPr>
            <a:picLocks noChangeAspect="1"/>
          </p:cNvPicPr>
          <p:nvPr/>
        </p:nvPicPr>
        <p:blipFill>
          <a:blip r:embed="rId4"/>
          <a:stretch>
            <a:fillRect/>
          </a:stretch>
        </p:blipFill>
        <p:spPr>
          <a:xfrm>
            <a:off x="10164763" y="5089525"/>
            <a:ext cx="201614" cy="198438"/>
          </a:xfrm>
          <a:prstGeom prst="rect">
            <a:avLst/>
          </a:prstGeom>
          <a:ln w="12700">
            <a:miter lim="400000"/>
            <a:headEnd/>
            <a:tailEnd/>
          </a:ln>
        </p:spPr>
      </p:pic>
      <p:pic>
        <p:nvPicPr>
          <p:cNvPr id="1360" name="图片 274" descr="图片 274"/>
          <p:cNvPicPr>
            <a:picLocks noChangeAspect="1"/>
          </p:cNvPicPr>
          <p:nvPr/>
        </p:nvPicPr>
        <p:blipFill>
          <a:blip r:embed="rId21"/>
          <a:stretch>
            <a:fillRect/>
          </a:stretch>
        </p:blipFill>
        <p:spPr>
          <a:xfrm>
            <a:off x="10850563" y="5708650"/>
            <a:ext cx="176214" cy="134938"/>
          </a:xfrm>
          <a:prstGeom prst="rect">
            <a:avLst/>
          </a:prstGeom>
          <a:ln w="12700">
            <a:miter lim="400000"/>
            <a:headEnd/>
            <a:tailEnd/>
          </a:ln>
        </p:spPr>
      </p:pic>
      <p:pic>
        <p:nvPicPr>
          <p:cNvPr id="1361" name="图片 275" descr="图片 275"/>
          <p:cNvPicPr>
            <a:picLocks noChangeAspect="1"/>
          </p:cNvPicPr>
          <p:nvPr/>
        </p:nvPicPr>
        <p:blipFill>
          <a:blip r:embed="rId22"/>
          <a:stretch>
            <a:fillRect/>
          </a:stretch>
        </p:blipFill>
        <p:spPr>
          <a:xfrm>
            <a:off x="9299575" y="5659437"/>
            <a:ext cx="325440" cy="214314"/>
          </a:xfrm>
          <a:prstGeom prst="rect">
            <a:avLst/>
          </a:prstGeom>
          <a:ln w="12700">
            <a:miter lim="400000"/>
            <a:headEnd/>
            <a:tailEnd/>
          </a:ln>
        </p:spPr>
      </p:pic>
      <p:pic>
        <p:nvPicPr>
          <p:cNvPr id="1362" name="图片 276" descr="图片 276"/>
          <p:cNvPicPr>
            <a:picLocks noChangeAspect="1"/>
          </p:cNvPicPr>
          <p:nvPr/>
        </p:nvPicPr>
        <p:blipFill>
          <a:blip r:embed="rId22"/>
          <a:stretch>
            <a:fillRect/>
          </a:stretch>
        </p:blipFill>
        <p:spPr>
          <a:xfrm>
            <a:off x="9739313" y="5659437"/>
            <a:ext cx="325439" cy="214314"/>
          </a:xfrm>
          <a:prstGeom prst="rect">
            <a:avLst/>
          </a:prstGeom>
          <a:ln w="12700">
            <a:miter lim="400000"/>
            <a:headEnd/>
            <a:tailEnd/>
          </a:ln>
        </p:spPr>
      </p:pic>
      <p:pic>
        <p:nvPicPr>
          <p:cNvPr id="1363" name="图片 277" descr="图片 277"/>
          <p:cNvPicPr>
            <a:picLocks noChangeAspect="1"/>
          </p:cNvPicPr>
          <p:nvPr/>
        </p:nvPicPr>
        <p:blipFill>
          <a:blip r:embed="rId22"/>
          <a:stretch>
            <a:fillRect/>
          </a:stretch>
        </p:blipFill>
        <p:spPr>
          <a:xfrm>
            <a:off x="10186988" y="5659437"/>
            <a:ext cx="323852" cy="214314"/>
          </a:xfrm>
          <a:prstGeom prst="rect">
            <a:avLst/>
          </a:prstGeom>
          <a:ln w="12700">
            <a:miter lim="400000"/>
            <a:headEnd/>
            <a:tailEnd/>
          </a:ln>
        </p:spPr>
      </p:pic>
      <p:pic>
        <p:nvPicPr>
          <p:cNvPr id="1364" name="图形 31" descr="图形 31"/>
          <p:cNvPicPr>
            <a:picLocks noChangeAspect="1"/>
          </p:cNvPicPr>
          <p:nvPr/>
        </p:nvPicPr>
        <p:blipFill>
          <a:blip r:embed="rId23"/>
          <a:stretch>
            <a:fillRect/>
          </a:stretch>
        </p:blipFill>
        <p:spPr>
          <a:xfrm>
            <a:off x="6096000" y="3200400"/>
            <a:ext cx="149225" cy="265115"/>
          </a:xfrm>
          <a:prstGeom prst="rect">
            <a:avLst/>
          </a:prstGeom>
          <a:ln w="12700">
            <a:miter lim="400000"/>
            <a:headEnd/>
            <a:tailEnd/>
          </a:ln>
        </p:spPr>
      </p:pic>
      <p:pic>
        <p:nvPicPr>
          <p:cNvPr id="1365" name="图形 497" descr="图形 497"/>
          <p:cNvPicPr>
            <a:picLocks noChangeAspect="1"/>
          </p:cNvPicPr>
          <p:nvPr/>
        </p:nvPicPr>
        <p:blipFill>
          <a:blip r:embed="rId23"/>
          <a:stretch>
            <a:fillRect/>
          </a:stretch>
        </p:blipFill>
        <p:spPr>
          <a:xfrm>
            <a:off x="6092825" y="3554412"/>
            <a:ext cx="149225" cy="265114"/>
          </a:xfrm>
          <a:prstGeom prst="rect">
            <a:avLst/>
          </a:prstGeom>
          <a:ln w="12700">
            <a:miter lim="400000"/>
            <a:headEnd/>
            <a:tailEnd/>
          </a:ln>
        </p:spPr>
      </p:pic>
      <p:sp>
        <p:nvSpPr>
          <p:cNvPr id="1366" name="矩形 279"/>
          <p:cNvSpPr/>
          <p:nvPr/>
        </p:nvSpPr>
        <p:spPr>
          <a:xfrm>
            <a:off x="2170113" y="3440112"/>
            <a:ext cx="17464" cy="612777"/>
          </a:xfrm>
          <a:prstGeom prst="rect">
            <a:avLst/>
          </a:prstGeom>
          <a:solidFill>
            <a:srgbClr val="00479D"/>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367" name="矩形 280"/>
          <p:cNvSpPr/>
          <p:nvPr/>
        </p:nvSpPr>
        <p:spPr>
          <a:xfrm>
            <a:off x="863600" y="5145087"/>
            <a:ext cx="2441575" cy="34927"/>
          </a:xfrm>
          <a:prstGeom prst="rect">
            <a:avLst/>
          </a:prstGeom>
          <a:solidFill>
            <a:srgbClr val="006CD9"/>
          </a:solidFill>
          <a:ln w="12700">
            <a:miter lim="400000"/>
          </a:ln>
        </p:spPr>
        <p:txBody>
          <a:bodyPr lIns="45718" tIns="45718" rIns="45718" bIns="45718" anchor="ctr"/>
          <a:lstStyle/>
          <a:p>
            <a: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368" name="矩形 281"/>
          <p:cNvSpPr/>
          <p:nvPr/>
        </p:nvSpPr>
        <p:spPr>
          <a:xfrm>
            <a:off x="3848098" y="5135562"/>
            <a:ext cx="1808166" cy="44452"/>
          </a:xfrm>
          <a:prstGeom prst="rect">
            <a:avLst/>
          </a:prstGeom>
          <a:solidFill>
            <a:srgbClr val="006CD9"/>
          </a:solidFill>
          <a:ln w="12700">
            <a:miter lim="400000"/>
          </a:ln>
        </p:spPr>
        <p:txBody>
          <a:bodyPr lIns="45718" tIns="45718" rIns="45718" bIns="45718" anchor="ctr"/>
          <a:lstStyle/>
          <a:p>
            <a: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369" name="矩形 282"/>
          <p:cNvSpPr/>
          <p:nvPr/>
        </p:nvSpPr>
        <p:spPr>
          <a:xfrm>
            <a:off x="6681788" y="5135562"/>
            <a:ext cx="1808162" cy="44452"/>
          </a:xfrm>
          <a:prstGeom prst="rect">
            <a:avLst/>
          </a:prstGeom>
          <a:solidFill>
            <a:srgbClr val="006CD9"/>
          </a:solidFill>
          <a:ln w="12700">
            <a:miter lim="400000"/>
          </a:ln>
        </p:spPr>
        <p:txBody>
          <a:bodyPr lIns="45718" tIns="45718" rIns="45718" bIns="45718" anchor="ctr"/>
          <a:lstStyle/>
          <a:p>
            <a:pPr algn="ctr" defTabSz="457200">
              <a:defRPr sz="10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370"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请输入标题文字请输入标题文字请输入标题文字</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 name="Straight Connector 57"/>
          <p:cNvSpPr/>
          <p:nvPr/>
        </p:nvSpPr>
        <p:spPr>
          <a:xfrm>
            <a:off x="5407025" y="2786063"/>
            <a:ext cx="914401" cy="2"/>
          </a:xfrm>
          <a:prstGeom prst="line">
            <a:avLst/>
          </a:prstGeom>
          <a:ln w="25400">
            <a:solidFill>
              <a:srgbClr val="D6DCE5"/>
            </a:solidFill>
            <a:miter/>
          </a:ln>
        </p:spPr>
        <p:txBody>
          <a:bodyPr lIns="45718" tIns="45718" rIns="45718" bIns="45718"/>
          <a:lstStyle/>
          <a:p>
            <a:endParaRPr/>
          </a:p>
        </p:txBody>
      </p:sp>
      <p:sp>
        <p:nvSpPr>
          <p:cNvPr id="1373" name="Straight Connector 58"/>
          <p:cNvSpPr/>
          <p:nvPr/>
        </p:nvSpPr>
        <p:spPr>
          <a:xfrm>
            <a:off x="5407025" y="3708400"/>
            <a:ext cx="914401" cy="0"/>
          </a:xfrm>
          <a:prstGeom prst="line">
            <a:avLst/>
          </a:prstGeom>
          <a:ln w="25400">
            <a:solidFill>
              <a:srgbClr val="006CD9"/>
            </a:solidFill>
            <a:miter/>
          </a:ln>
        </p:spPr>
        <p:txBody>
          <a:bodyPr lIns="45718" tIns="45718" rIns="45718" bIns="45718"/>
          <a:lstStyle/>
          <a:p>
            <a:endParaRPr/>
          </a:p>
        </p:txBody>
      </p:sp>
      <p:sp>
        <p:nvSpPr>
          <p:cNvPr id="1374" name="Straight Connector 59"/>
          <p:cNvSpPr/>
          <p:nvPr/>
        </p:nvSpPr>
        <p:spPr>
          <a:xfrm>
            <a:off x="5407025" y="4075112"/>
            <a:ext cx="914401" cy="2"/>
          </a:xfrm>
          <a:prstGeom prst="line">
            <a:avLst/>
          </a:prstGeom>
          <a:ln w="25400">
            <a:solidFill>
              <a:srgbClr val="53C800"/>
            </a:solidFill>
            <a:miter/>
          </a:ln>
        </p:spPr>
        <p:txBody>
          <a:bodyPr lIns="45718" tIns="45718" rIns="45718" bIns="45718"/>
          <a:lstStyle/>
          <a:p>
            <a:endParaRPr/>
          </a:p>
        </p:txBody>
      </p:sp>
      <p:sp>
        <p:nvSpPr>
          <p:cNvPr id="1375" name="Straight Connector 60"/>
          <p:cNvSpPr/>
          <p:nvPr/>
        </p:nvSpPr>
        <p:spPr>
          <a:xfrm>
            <a:off x="5407025" y="4440237"/>
            <a:ext cx="914401" cy="2"/>
          </a:xfrm>
          <a:prstGeom prst="line">
            <a:avLst/>
          </a:prstGeom>
          <a:ln w="25400">
            <a:solidFill>
              <a:srgbClr val="0E0E0E"/>
            </a:solidFill>
            <a:miter/>
          </a:ln>
        </p:spPr>
        <p:txBody>
          <a:bodyPr lIns="45718" tIns="45718" rIns="45718" bIns="45718"/>
          <a:lstStyle/>
          <a:p>
            <a:endParaRPr/>
          </a:p>
        </p:txBody>
      </p:sp>
      <p:sp>
        <p:nvSpPr>
          <p:cNvPr id="1376" name="Straight Connector 61"/>
          <p:cNvSpPr/>
          <p:nvPr/>
        </p:nvSpPr>
        <p:spPr>
          <a:xfrm>
            <a:off x="5407025" y="4806950"/>
            <a:ext cx="914401" cy="0"/>
          </a:xfrm>
          <a:prstGeom prst="line">
            <a:avLst/>
          </a:prstGeom>
          <a:ln w="25400">
            <a:solidFill>
              <a:srgbClr val="65B5FF"/>
            </a:solidFill>
            <a:miter/>
          </a:ln>
        </p:spPr>
        <p:txBody>
          <a:bodyPr lIns="45718" tIns="45718" rIns="45718" bIns="45718"/>
          <a:lstStyle/>
          <a:p>
            <a:endParaRPr/>
          </a:p>
        </p:txBody>
      </p:sp>
      <p:sp>
        <p:nvSpPr>
          <p:cNvPr id="1377" name="Straight Connector 62"/>
          <p:cNvSpPr/>
          <p:nvPr/>
        </p:nvSpPr>
        <p:spPr>
          <a:xfrm>
            <a:off x="5407025" y="5172075"/>
            <a:ext cx="914401" cy="0"/>
          </a:xfrm>
          <a:prstGeom prst="line">
            <a:avLst/>
          </a:prstGeom>
          <a:ln w="25400">
            <a:solidFill>
              <a:srgbClr val="53C800"/>
            </a:solidFill>
            <a:miter/>
          </a:ln>
        </p:spPr>
        <p:txBody>
          <a:bodyPr lIns="45718" tIns="45718" rIns="45718" bIns="45718"/>
          <a:lstStyle/>
          <a:p>
            <a:endParaRPr/>
          </a:p>
        </p:txBody>
      </p:sp>
      <p:sp>
        <p:nvSpPr>
          <p:cNvPr id="1378" name="Straight Connector 63"/>
          <p:cNvSpPr/>
          <p:nvPr/>
        </p:nvSpPr>
        <p:spPr>
          <a:xfrm>
            <a:off x="5407025" y="5537200"/>
            <a:ext cx="914401" cy="0"/>
          </a:xfrm>
          <a:prstGeom prst="line">
            <a:avLst/>
          </a:prstGeom>
          <a:ln w="25400">
            <a:solidFill>
              <a:srgbClr val="006CD9"/>
            </a:solidFill>
            <a:miter/>
          </a:ln>
        </p:spPr>
        <p:txBody>
          <a:bodyPr lIns="45718" tIns="45718" rIns="45718" bIns="45718"/>
          <a:lstStyle/>
          <a:p>
            <a:endParaRPr/>
          </a:p>
        </p:txBody>
      </p:sp>
      <p:sp>
        <p:nvSpPr>
          <p:cNvPr id="1379" name="Straight Connector 65"/>
          <p:cNvSpPr/>
          <p:nvPr/>
        </p:nvSpPr>
        <p:spPr>
          <a:xfrm>
            <a:off x="6778625" y="2786063"/>
            <a:ext cx="457202" cy="2"/>
          </a:xfrm>
          <a:prstGeom prst="line">
            <a:avLst/>
          </a:prstGeom>
          <a:ln w="25400">
            <a:solidFill>
              <a:srgbClr val="D6DCE5"/>
            </a:solidFill>
            <a:miter/>
            <a:headEnd type="diamond"/>
          </a:ln>
        </p:spPr>
        <p:txBody>
          <a:bodyPr lIns="45718" tIns="45718" rIns="45718" bIns="45718"/>
          <a:lstStyle/>
          <a:p>
            <a:endParaRPr/>
          </a:p>
        </p:txBody>
      </p:sp>
      <p:sp>
        <p:nvSpPr>
          <p:cNvPr id="1380" name="Straight Connector 66"/>
          <p:cNvSpPr/>
          <p:nvPr/>
        </p:nvSpPr>
        <p:spPr>
          <a:xfrm>
            <a:off x="6778625" y="3708400"/>
            <a:ext cx="457202" cy="0"/>
          </a:xfrm>
          <a:prstGeom prst="line">
            <a:avLst/>
          </a:prstGeom>
          <a:ln w="25400">
            <a:solidFill>
              <a:srgbClr val="006CD9"/>
            </a:solidFill>
            <a:miter/>
            <a:headEnd type="diamond"/>
          </a:ln>
        </p:spPr>
        <p:txBody>
          <a:bodyPr lIns="45718" tIns="45718" rIns="45718" bIns="45718"/>
          <a:lstStyle/>
          <a:p>
            <a:endParaRPr/>
          </a:p>
        </p:txBody>
      </p:sp>
      <p:sp>
        <p:nvSpPr>
          <p:cNvPr id="1381" name="Straight Connector 67"/>
          <p:cNvSpPr/>
          <p:nvPr/>
        </p:nvSpPr>
        <p:spPr>
          <a:xfrm>
            <a:off x="6778625" y="4075112"/>
            <a:ext cx="457202" cy="2"/>
          </a:xfrm>
          <a:prstGeom prst="line">
            <a:avLst/>
          </a:prstGeom>
          <a:ln w="25400">
            <a:solidFill>
              <a:srgbClr val="53C800"/>
            </a:solidFill>
            <a:miter/>
            <a:headEnd type="diamond"/>
          </a:ln>
        </p:spPr>
        <p:txBody>
          <a:bodyPr lIns="45718" tIns="45718" rIns="45718" bIns="45718"/>
          <a:lstStyle/>
          <a:p>
            <a:endParaRPr/>
          </a:p>
        </p:txBody>
      </p:sp>
      <p:sp>
        <p:nvSpPr>
          <p:cNvPr id="1382" name="Straight Connector 68"/>
          <p:cNvSpPr/>
          <p:nvPr/>
        </p:nvSpPr>
        <p:spPr>
          <a:xfrm>
            <a:off x="6778625" y="4440237"/>
            <a:ext cx="457202" cy="2"/>
          </a:xfrm>
          <a:prstGeom prst="line">
            <a:avLst/>
          </a:prstGeom>
          <a:ln w="25400">
            <a:solidFill>
              <a:srgbClr val="0E0E0E"/>
            </a:solidFill>
            <a:miter/>
            <a:headEnd type="diamond"/>
          </a:ln>
        </p:spPr>
        <p:txBody>
          <a:bodyPr lIns="45718" tIns="45718" rIns="45718" bIns="45718"/>
          <a:lstStyle/>
          <a:p>
            <a:endParaRPr/>
          </a:p>
        </p:txBody>
      </p:sp>
      <p:sp>
        <p:nvSpPr>
          <p:cNvPr id="1383" name="Straight Connector 69"/>
          <p:cNvSpPr/>
          <p:nvPr/>
        </p:nvSpPr>
        <p:spPr>
          <a:xfrm>
            <a:off x="6778625" y="4806950"/>
            <a:ext cx="457202" cy="0"/>
          </a:xfrm>
          <a:prstGeom prst="line">
            <a:avLst/>
          </a:prstGeom>
          <a:ln w="25400">
            <a:solidFill>
              <a:srgbClr val="65B5FF"/>
            </a:solidFill>
            <a:miter/>
            <a:headEnd type="diamond"/>
          </a:ln>
        </p:spPr>
        <p:txBody>
          <a:bodyPr lIns="45718" tIns="45718" rIns="45718" bIns="45718"/>
          <a:lstStyle/>
          <a:p>
            <a:endParaRPr/>
          </a:p>
        </p:txBody>
      </p:sp>
      <p:sp>
        <p:nvSpPr>
          <p:cNvPr id="1384" name="Straight Connector 70"/>
          <p:cNvSpPr/>
          <p:nvPr/>
        </p:nvSpPr>
        <p:spPr>
          <a:xfrm>
            <a:off x="6778625" y="5172075"/>
            <a:ext cx="457202" cy="0"/>
          </a:xfrm>
          <a:prstGeom prst="line">
            <a:avLst/>
          </a:prstGeom>
          <a:ln w="25400">
            <a:solidFill>
              <a:srgbClr val="53C800"/>
            </a:solidFill>
            <a:miter/>
            <a:headEnd type="diamond"/>
          </a:ln>
        </p:spPr>
        <p:txBody>
          <a:bodyPr lIns="45718" tIns="45718" rIns="45718" bIns="45718"/>
          <a:lstStyle/>
          <a:p>
            <a:endParaRPr/>
          </a:p>
        </p:txBody>
      </p:sp>
      <p:sp>
        <p:nvSpPr>
          <p:cNvPr id="1385" name="Straight Connector 71"/>
          <p:cNvSpPr/>
          <p:nvPr/>
        </p:nvSpPr>
        <p:spPr>
          <a:xfrm>
            <a:off x="6778625" y="5537200"/>
            <a:ext cx="457202" cy="0"/>
          </a:xfrm>
          <a:prstGeom prst="line">
            <a:avLst/>
          </a:prstGeom>
          <a:ln w="25400">
            <a:solidFill>
              <a:srgbClr val="006CD9"/>
            </a:solidFill>
            <a:miter/>
            <a:headEnd type="diamond"/>
          </a:ln>
        </p:spPr>
        <p:txBody>
          <a:bodyPr lIns="45718" tIns="45718" rIns="45718" bIns="45718"/>
          <a:lstStyle/>
          <a:p>
            <a:endParaRPr/>
          </a:p>
        </p:txBody>
      </p:sp>
      <p:sp>
        <p:nvSpPr>
          <p:cNvPr id="1386" name="Straight Connector 73"/>
          <p:cNvSpPr/>
          <p:nvPr/>
        </p:nvSpPr>
        <p:spPr>
          <a:xfrm flipH="1">
            <a:off x="7693024" y="2786063"/>
            <a:ext cx="457202" cy="2"/>
          </a:xfrm>
          <a:prstGeom prst="line">
            <a:avLst/>
          </a:prstGeom>
          <a:ln w="25400">
            <a:solidFill>
              <a:srgbClr val="D6DCE5"/>
            </a:solidFill>
            <a:miter/>
            <a:headEnd type="diamond"/>
          </a:ln>
        </p:spPr>
        <p:txBody>
          <a:bodyPr lIns="45718" tIns="45718" rIns="45718" bIns="45718"/>
          <a:lstStyle/>
          <a:p>
            <a:endParaRPr/>
          </a:p>
        </p:txBody>
      </p:sp>
      <p:sp>
        <p:nvSpPr>
          <p:cNvPr id="1387" name="Straight Connector 74"/>
          <p:cNvSpPr/>
          <p:nvPr/>
        </p:nvSpPr>
        <p:spPr>
          <a:xfrm flipH="1">
            <a:off x="7693024" y="3708400"/>
            <a:ext cx="457202" cy="0"/>
          </a:xfrm>
          <a:prstGeom prst="line">
            <a:avLst/>
          </a:prstGeom>
          <a:ln w="25400">
            <a:solidFill>
              <a:srgbClr val="006CD9"/>
            </a:solidFill>
            <a:miter/>
            <a:headEnd type="diamond"/>
          </a:ln>
        </p:spPr>
        <p:txBody>
          <a:bodyPr lIns="45718" tIns="45718" rIns="45718" bIns="45718"/>
          <a:lstStyle/>
          <a:p>
            <a:endParaRPr/>
          </a:p>
        </p:txBody>
      </p:sp>
      <p:sp>
        <p:nvSpPr>
          <p:cNvPr id="1388" name="Straight Connector 75"/>
          <p:cNvSpPr/>
          <p:nvPr/>
        </p:nvSpPr>
        <p:spPr>
          <a:xfrm flipH="1">
            <a:off x="7693024" y="4075112"/>
            <a:ext cx="457202" cy="2"/>
          </a:xfrm>
          <a:prstGeom prst="line">
            <a:avLst/>
          </a:prstGeom>
          <a:ln w="25400">
            <a:solidFill>
              <a:srgbClr val="53C800"/>
            </a:solidFill>
            <a:miter/>
            <a:headEnd type="diamond"/>
          </a:ln>
        </p:spPr>
        <p:txBody>
          <a:bodyPr lIns="45718" tIns="45718" rIns="45718" bIns="45718"/>
          <a:lstStyle/>
          <a:p>
            <a:endParaRPr/>
          </a:p>
        </p:txBody>
      </p:sp>
      <p:sp>
        <p:nvSpPr>
          <p:cNvPr id="1389" name="Straight Connector 76"/>
          <p:cNvSpPr/>
          <p:nvPr/>
        </p:nvSpPr>
        <p:spPr>
          <a:xfrm flipH="1">
            <a:off x="7693024" y="4440237"/>
            <a:ext cx="457202" cy="2"/>
          </a:xfrm>
          <a:prstGeom prst="line">
            <a:avLst/>
          </a:prstGeom>
          <a:ln w="25400">
            <a:solidFill>
              <a:srgbClr val="0E0E0E"/>
            </a:solidFill>
            <a:miter/>
            <a:headEnd type="diamond"/>
          </a:ln>
        </p:spPr>
        <p:txBody>
          <a:bodyPr lIns="45718" tIns="45718" rIns="45718" bIns="45718"/>
          <a:lstStyle/>
          <a:p>
            <a:endParaRPr/>
          </a:p>
        </p:txBody>
      </p:sp>
      <p:sp>
        <p:nvSpPr>
          <p:cNvPr id="1390" name="Straight Connector 77"/>
          <p:cNvSpPr/>
          <p:nvPr/>
        </p:nvSpPr>
        <p:spPr>
          <a:xfrm flipH="1">
            <a:off x="7693024" y="4806950"/>
            <a:ext cx="457202" cy="0"/>
          </a:xfrm>
          <a:prstGeom prst="line">
            <a:avLst/>
          </a:prstGeom>
          <a:ln w="25400">
            <a:solidFill>
              <a:srgbClr val="65B5FF"/>
            </a:solidFill>
            <a:miter/>
            <a:headEnd type="diamond"/>
          </a:ln>
        </p:spPr>
        <p:txBody>
          <a:bodyPr lIns="45718" tIns="45718" rIns="45718" bIns="45718"/>
          <a:lstStyle/>
          <a:p>
            <a:endParaRPr/>
          </a:p>
        </p:txBody>
      </p:sp>
      <p:sp>
        <p:nvSpPr>
          <p:cNvPr id="1391" name="Straight Connector 78"/>
          <p:cNvSpPr/>
          <p:nvPr/>
        </p:nvSpPr>
        <p:spPr>
          <a:xfrm flipH="1">
            <a:off x="7693024" y="5172075"/>
            <a:ext cx="457202" cy="0"/>
          </a:xfrm>
          <a:prstGeom prst="line">
            <a:avLst/>
          </a:prstGeom>
          <a:ln w="25400">
            <a:solidFill>
              <a:srgbClr val="53C800"/>
            </a:solidFill>
            <a:miter/>
            <a:headEnd type="diamond"/>
          </a:ln>
        </p:spPr>
        <p:txBody>
          <a:bodyPr lIns="45718" tIns="45718" rIns="45718" bIns="45718"/>
          <a:lstStyle/>
          <a:p>
            <a:endParaRPr/>
          </a:p>
        </p:txBody>
      </p:sp>
      <p:sp>
        <p:nvSpPr>
          <p:cNvPr id="1392" name="Straight Connector 79"/>
          <p:cNvSpPr/>
          <p:nvPr/>
        </p:nvSpPr>
        <p:spPr>
          <a:xfrm flipH="1">
            <a:off x="7693024" y="5537200"/>
            <a:ext cx="457202" cy="0"/>
          </a:xfrm>
          <a:prstGeom prst="line">
            <a:avLst/>
          </a:prstGeom>
          <a:ln w="25400">
            <a:solidFill>
              <a:srgbClr val="006CD9"/>
            </a:solidFill>
            <a:miter/>
            <a:headEnd type="diamond"/>
          </a:ln>
        </p:spPr>
        <p:txBody>
          <a:bodyPr lIns="45718" tIns="45718" rIns="45718" bIns="45718"/>
          <a:lstStyle/>
          <a:p>
            <a:endParaRPr/>
          </a:p>
        </p:txBody>
      </p:sp>
      <p:sp>
        <p:nvSpPr>
          <p:cNvPr id="1393" name="Straight Connector 117"/>
          <p:cNvSpPr/>
          <p:nvPr/>
        </p:nvSpPr>
        <p:spPr>
          <a:xfrm>
            <a:off x="8607425" y="2786063"/>
            <a:ext cx="914401" cy="2"/>
          </a:xfrm>
          <a:prstGeom prst="line">
            <a:avLst/>
          </a:prstGeom>
          <a:ln w="25400">
            <a:solidFill>
              <a:srgbClr val="D6DCE5"/>
            </a:solidFill>
            <a:prstDash val="sysDot"/>
            <a:miter/>
          </a:ln>
        </p:spPr>
        <p:txBody>
          <a:bodyPr lIns="45718" tIns="45718" rIns="45718" bIns="45718"/>
          <a:lstStyle/>
          <a:p>
            <a:endParaRPr/>
          </a:p>
        </p:txBody>
      </p:sp>
      <p:sp>
        <p:nvSpPr>
          <p:cNvPr id="1394" name="Straight Connector 119"/>
          <p:cNvSpPr/>
          <p:nvPr/>
        </p:nvSpPr>
        <p:spPr>
          <a:xfrm>
            <a:off x="8607425" y="3725862"/>
            <a:ext cx="914401" cy="2"/>
          </a:xfrm>
          <a:prstGeom prst="line">
            <a:avLst/>
          </a:prstGeom>
          <a:ln w="25400">
            <a:solidFill>
              <a:srgbClr val="006CD9"/>
            </a:solidFill>
            <a:prstDash val="sysDot"/>
            <a:miter/>
          </a:ln>
        </p:spPr>
        <p:txBody>
          <a:bodyPr lIns="45718" tIns="45718" rIns="45718" bIns="45718"/>
          <a:lstStyle/>
          <a:p>
            <a:endParaRPr/>
          </a:p>
        </p:txBody>
      </p:sp>
      <p:sp>
        <p:nvSpPr>
          <p:cNvPr id="1395" name="Straight Connector 120"/>
          <p:cNvSpPr/>
          <p:nvPr/>
        </p:nvSpPr>
        <p:spPr>
          <a:xfrm>
            <a:off x="8607425" y="4090987"/>
            <a:ext cx="914401" cy="2"/>
          </a:xfrm>
          <a:prstGeom prst="line">
            <a:avLst/>
          </a:prstGeom>
          <a:ln w="25400">
            <a:solidFill>
              <a:srgbClr val="53C800"/>
            </a:solidFill>
            <a:prstDash val="sysDot"/>
            <a:miter/>
          </a:ln>
        </p:spPr>
        <p:txBody>
          <a:bodyPr lIns="45718" tIns="45718" rIns="45718" bIns="45718"/>
          <a:lstStyle/>
          <a:p>
            <a:endParaRPr/>
          </a:p>
        </p:txBody>
      </p:sp>
      <p:sp>
        <p:nvSpPr>
          <p:cNvPr id="1396" name="Straight Connector 121"/>
          <p:cNvSpPr/>
          <p:nvPr/>
        </p:nvSpPr>
        <p:spPr>
          <a:xfrm>
            <a:off x="8607425" y="4457700"/>
            <a:ext cx="914401" cy="0"/>
          </a:xfrm>
          <a:prstGeom prst="line">
            <a:avLst/>
          </a:prstGeom>
          <a:ln w="25400">
            <a:solidFill>
              <a:srgbClr val="0E0E0E"/>
            </a:solidFill>
            <a:prstDash val="sysDot"/>
            <a:miter/>
          </a:ln>
        </p:spPr>
        <p:txBody>
          <a:bodyPr lIns="45718" tIns="45718" rIns="45718" bIns="45718"/>
          <a:lstStyle/>
          <a:p>
            <a:endParaRPr/>
          </a:p>
        </p:txBody>
      </p:sp>
      <p:sp>
        <p:nvSpPr>
          <p:cNvPr id="1397" name="Straight Connector 122"/>
          <p:cNvSpPr/>
          <p:nvPr/>
        </p:nvSpPr>
        <p:spPr>
          <a:xfrm>
            <a:off x="8607425" y="4822825"/>
            <a:ext cx="914401" cy="0"/>
          </a:xfrm>
          <a:prstGeom prst="line">
            <a:avLst/>
          </a:prstGeom>
          <a:ln w="25400">
            <a:solidFill>
              <a:srgbClr val="65B5FF"/>
            </a:solidFill>
            <a:prstDash val="sysDot"/>
            <a:miter/>
          </a:ln>
        </p:spPr>
        <p:txBody>
          <a:bodyPr lIns="45718" tIns="45718" rIns="45718" bIns="45718"/>
          <a:lstStyle/>
          <a:p>
            <a:endParaRPr/>
          </a:p>
        </p:txBody>
      </p:sp>
      <p:sp>
        <p:nvSpPr>
          <p:cNvPr id="1398" name="Straight Connector 123"/>
          <p:cNvSpPr/>
          <p:nvPr/>
        </p:nvSpPr>
        <p:spPr>
          <a:xfrm>
            <a:off x="8607425" y="5189537"/>
            <a:ext cx="914401" cy="2"/>
          </a:xfrm>
          <a:prstGeom prst="line">
            <a:avLst/>
          </a:prstGeom>
          <a:ln w="25400">
            <a:solidFill>
              <a:srgbClr val="53C800"/>
            </a:solidFill>
            <a:prstDash val="sysDot"/>
            <a:miter/>
          </a:ln>
        </p:spPr>
        <p:txBody>
          <a:bodyPr lIns="45718" tIns="45718" rIns="45718" bIns="45718"/>
          <a:lstStyle/>
          <a:p>
            <a:endParaRPr/>
          </a:p>
        </p:txBody>
      </p:sp>
      <p:sp>
        <p:nvSpPr>
          <p:cNvPr id="1399" name="Straight Connector 124"/>
          <p:cNvSpPr/>
          <p:nvPr/>
        </p:nvSpPr>
        <p:spPr>
          <a:xfrm>
            <a:off x="8607425" y="5554662"/>
            <a:ext cx="914401" cy="2"/>
          </a:xfrm>
          <a:prstGeom prst="line">
            <a:avLst/>
          </a:prstGeom>
          <a:ln w="25400">
            <a:solidFill>
              <a:srgbClr val="006CD9"/>
            </a:solidFill>
            <a:prstDash val="sysDot"/>
            <a:miter/>
          </a:ln>
        </p:spPr>
        <p:txBody>
          <a:bodyPr lIns="45718" tIns="45718" rIns="45718" bIns="45718"/>
          <a:lstStyle/>
          <a:p>
            <a:endParaRPr/>
          </a:p>
        </p:txBody>
      </p:sp>
      <p:sp>
        <p:nvSpPr>
          <p:cNvPr id="1400" name="Straight Connector 129"/>
          <p:cNvSpPr/>
          <p:nvPr/>
        </p:nvSpPr>
        <p:spPr>
          <a:xfrm>
            <a:off x="9979025" y="2786063"/>
            <a:ext cx="457202" cy="2"/>
          </a:xfrm>
          <a:prstGeom prst="line">
            <a:avLst/>
          </a:prstGeom>
          <a:ln w="25400">
            <a:solidFill>
              <a:srgbClr val="D6DCE5"/>
            </a:solidFill>
            <a:prstDash val="sysDot"/>
            <a:miter/>
            <a:headEnd type="diamond"/>
          </a:ln>
        </p:spPr>
        <p:txBody>
          <a:bodyPr lIns="45718" tIns="45718" rIns="45718" bIns="45718"/>
          <a:lstStyle/>
          <a:p>
            <a:endParaRPr/>
          </a:p>
        </p:txBody>
      </p:sp>
      <p:sp>
        <p:nvSpPr>
          <p:cNvPr id="1401" name="Straight Connector 131"/>
          <p:cNvSpPr/>
          <p:nvPr/>
        </p:nvSpPr>
        <p:spPr>
          <a:xfrm>
            <a:off x="9979025" y="3725862"/>
            <a:ext cx="457202" cy="2"/>
          </a:xfrm>
          <a:prstGeom prst="line">
            <a:avLst/>
          </a:prstGeom>
          <a:ln w="25400">
            <a:solidFill>
              <a:srgbClr val="006CD9"/>
            </a:solidFill>
            <a:prstDash val="sysDot"/>
            <a:miter/>
            <a:headEnd type="diamond"/>
          </a:ln>
        </p:spPr>
        <p:txBody>
          <a:bodyPr lIns="45718" tIns="45718" rIns="45718" bIns="45718"/>
          <a:lstStyle/>
          <a:p>
            <a:endParaRPr/>
          </a:p>
        </p:txBody>
      </p:sp>
      <p:sp>
        <p:nvSpPr>
          <p:cNvPr id="1402" name="Straight Connector 132"/>
          <p:cNvSpPr/>
          <p:nvPr/>
        </p:nvSpPr>
        <p:spPr>
          <a:xfrm>
            <a:off x="9979025" y="4090987"/>
            <a:ext cx="457202" cy="2"/>
          </a:xfrm>
          <a:prstGeom prst="line">
            <a:avLst/>
          </a:prstGeom>
          <a:ln w="25400">
            <a:solidFill>
              <a:srgbClr val="53C800"/>
            </a:solidFill>
            <a:prstDash val="sysDot"/>
            <a:miter/>
            <a:headEnd type="diamond"/>
          </a:ln>
        </p:spPr>
        <p:txBody>
          <a:bodyPr lIns="45718" tIns="45718" rIns="45718" bIns="45718"/>
          <a:lstStyle/>
          <a:p>
            <a:endParaRPr/>
          </a:p>
        </p:txBody>
      </p:sp>
      <p:sp>
        <p:nvSpPr>
          <p:cNvPr id="1403" name="Straight Connector 133"/>
          <p:cNvSpPr/>
          <p:nvPr/>
        </p:nvSpPr>
        <p:spPr>
          <a:xfrm>
            <a:off x="9979025" y="4457700"/>
            <a:ext cx="457202" cy="0"/>
          </a:xfrm>
          <a:prstGeom prst="line">
            <a:avLst/>
          </a:prstGeom>
          <a:ln w="25400">
            <a:solidFill>
              <a:srgbClr val="0E0E0E"/>
            </a:solidFill>
            <a:prstDash val="sysDot"/>
            <a:miter/>
            <a:headEnd type="diamond"/>
          </a:ln>
        </p:spPr>
        <p:txBody>
          <a:bodyPr lIns="45718" tIns="45718" rIns="45718" bIns="45718"/>
          <a:lstStyle/>
          <a:p>
            <a:endParaRPr/>
          </a:p>
        </p:txBody>
      </p:sp>
      <p:sp>
        <p:nvSpPr>
          <p:cNvPr id="1404" name="Straight Connector 134"/>
          <p:cNvSpPr/>
          <p:nvPr/>
        </p:nvSpPr>
        <p:spPr>
          <a:xfrm>
            <a:off x="9979025" y="4822825"/>
            <a:ext cx="457202" cy="0"/>
          </a:xfrm>
          <a:prstGeom prst="line">
            <a:avLst/>
          </a:prstGeom>
          <a:ln w="25400">
            <a:solidFill>
              <a:srgbClr val="65B5FF"/>
            </a:solidFill>
            <a:prstDash val="sysDot"/>
            <a:miter/>
            <a:headEnd type="diamond"/>
          </a:ln>
        </p:spPr>
        <p:txBody>
          <a:bodyPr lIns="45718" tIns="45718" rIns="45718" bIns="45718"/>
          <a:lstStyle/>
          <a:p>
            <a:endParaRPr/>
          </a:p>
        </p:txBody>
      </p:sp>
      <p:sp>
        <p:nvSpPr>
          <p:cNvPr id="1405" name="Straight Connector 135"/>
          <p:cNvSpPr/>
          <p:nvPr/>
        </p:nvSpPr>
        <p:spPr>
          <a:xfrm>
            <a:off x="9979025" y="5189537"/>
            <a:ext cx="457202" cy="2"/>
          </a:xfrm>
          <a:prstGeom prst="line">
            <a:avLst/>
          </a:prstGeom>
          <a:ln w="25400">
            <a:solidFill>
              <a:srgbClr val="53C800"/>
            </a:solidFill>
            <a:prstDash val="sysDot"/>
            <a:miter/>
            <a:headEnd type="diamond"/>
          </a:ln>
        </p:spPr>
        <p:txBody>
          <a:bodyPr lIns="45718" tIns="45718" rIns="45718" bIns="45718"/>
          <a:lstStyle/>
          <a:p>
            <a:endParaRPr/>
          </a:p>
        </p:txBody>
      </p:sp>
      <p:sp>
        <p:nvSpPr>
          <p:cNvPr id="1406" name="Straight Connector 136"/>
          <p:cNvSpPr/>
          <p:nvPr/>
        </p:nvSpPr>
        <p:spPr>
          <a:xfrm>
            <a:off x="9979025" y="5554662"/>
            <a:ext cx="457202" cy="2"/>
          </a:xfrm>
          <a:prstGeom prst="line">
            <a:avLst/>
          </a:prstGeom>
          <a:ln w="25400">
            <a:solidFill>
              <a:srgbClr val="006CD9"/>
            </a:solidFill>
            <a:prstDash val="sysDot"/>
            <a:miter/>
            <a:headEnd type="diamond"/>
          </a:ln>
        </p:spPr>
        <p:txBody>
          <a:bodyPr lIns="45718" tIns="45718" rIns="45718" bIns="45718"/>
          <a:lstStyle/>
          <a:p>
            <a:endParaRPr/>
          </a:p>
        </p:txBody>
      </p:sp>
      <p:sp>
        <p:nvSpPr>
          <p:cNvPr id="1407" name="Straight Connector 138"/>
          <p:cNvSpPr/>
          <p:nvPr/>
        </p:nvSpPr>
        <p:spPr>
          <a:xfrm flipH="1">
            <a:off x="10893424" y="2786063"/>
            <a:ext cx="457202" cy="2"/>
          </a:xfrm>
          <a:prstGeom prst="line">
            <a:avLst/>
          </a:prstGeom>
          <a:ln w="25400">
            <a:solidFill>
              <a:srgbClr val="D6DCE5"/>
            </a:solidFill>
            <a:prstDash val="sysDot"/>
            <a:miter/>
            <a:headEnd type="diamond"/>
          </a:ln>
        </p:spPr>
        <p:txBody>
          <a:bodyPr lIns="45718" tIns="45718" rIns="45718" bIns="45718"/>
          <a:lstStyle/>
          <a:p>
            <a:endParaRPr/>
          </a:p>
        </p:txBody>
      </p:sp>
      <p:sp>
        <p:nvSpPr>
          <p:cNvPr id="1408" name="Straight Connector 140"/>
          <p:cNvSpPr/>
          <p:nvPr/>
        </p:nvSpPr>
        <p:spPr>
          <a:xfrm flipH="1">
            <a:off x="10893424" y="3725862"/>
            <a:ext cx="457202" cy="2"/>
          </a:xfrm>
          <a:prstGeom prst="line">
            <a:avLst/>
          </a:prstGeom>
          <a:ln w="25400">
            <a:solidFill>
              <a:srgbClr val="006CD9"/>
            </a:solidFill>
            <a:prstDash val="sysDot"/>
            <a:miter/>
            <a:headEnd type="diamond"/>
          </a:ln>
        </p:spPr>
        <p:txBody>
          <a:bodyPr lIns="45718" tIns="45718" rIns="45718" bIns="45718"/>
          <a:lstStyle/>
          <a:p>
            <a:endParaRPr/>
          </a:p>
        </p:txBody>
      </p:sp>
      <p:sp>
        <p:nvSpPr>
          <p:cNvPr id="1409" name="Straight Connector 141"/>
          <p:cNvSpPr/>
          <p:nvPr/>
        </p:nvSpPr>
        <p:spPr>
          <a:xfrm flipH="1">
            <a:off x="10893424" y="4090987"/>
            <a:ext cx="457202" cy="2"/>
          </a:xfrm>
          <a:prstGeom prst="line">
            <a:avLst/>
          </a:prstGeom>
          <a:ln w="25400">
            <a:solidFill>
              <a:srgbClr val="53C800"/>
            </a:solidFill>
            <a:prstDash val="sysDot"/>
            <a:miter/>
            <a:headEnd type="diamond"/>
          </a:ln>
        </p:spPr>
        <p:txBody>
          <a:bodyPr lIns="45718" tIns="45718" rIns="45718" bIns="45718"/>
          <a:lstStyle/>
          <a:p>
            <a:endParaRPr/>
          </a:p>
        </p:txBody>
      </p:sp>
      <p:sp>
        <p:nvSpPr>
          <p:cNvPr id="1410" name="Straight Connector 142"/>
          <p:cNvSpPr/>
          <p:nvPr/>
        </p:nvSpPr>
        <p:spPr>
          <a:xfrm flipH="1">
            <a:off x="10893424" y="4457700"/>
            <a:ext cx="457202" cy="0"/>
          </a:xfrm>
          <a:prstGeom prst="line">
            <a:avLst/>
          </a:prstGeom>
          <a:ln w="25400">
            <a:solidFill>
              <a:srgbClr val="0E0E0E"/>
            </a:solidFill>
            <a:prstDash val="sysDot"/>
            <a:miter/>
            <a:headEnd type="diamond"/>
          </a:ln>
        </p:spPr>
        <p:txBody>
          <a:bodyPr lIns="45718" tIns="45718" rIns="45718" bIns="45718"/>
          <a:lstStyle/>
          <a:p>
            <a:endParaRPr/>
          </a:p>
        </p:txBody>
      </p:sp>
      <p:sp>
        <p:nvSpPr>
          <p:cNvPr id="1411" name="Straight Connector 143"/>
          <p:cNvSpPr/>
          <p:nvPr/>
        </p:nvSpPr>
        <p:spPr>
          <a:xfrm flipH="1">
            <a:off x="10893424" y="4822825"/>
            <a:ext cx="457202" cy="0"/>
          </a:xfrm>
          <a:prstGeom prst="line">
            <a:avLst/>
          </a:prstGeom>
          <a:ln w="25400">
            <a:solidFill>
              <a:srgbClr val="65B5FF"/>
            </a:solidFill>
            <a:prstDash val="sysDot"/>
            <a:miter/>
            <a:headEnd type="diamond"/>
          </a:ln>
        </p:spPr>
        <p:txBody>
          <a:bodyPr lIns="45718" tIns="45718" rIns="45718" bIns="45718"/>
          <a:lstStyle/>
          <a:p>
            <a:endParaRPr/>
          </a:p>
        </p:txBody>
      </p:sp>
      <p:sp>
        <p:nvSpPr>
          <p:cNvPr id="1412" name="Straight Connector 144"/>
          <p:cNvSpPr/>
          <p:nvPr/>
        </p:nvSpPr>
        <p:spPr>
          <a:xfrm flipH="1">
            <a:off x="10893424" y="5189537"/>
            <a:ext cx="457202" cy="2"/>
          </a:xfrm>
          <a:prstGeom prst="line">
            <a:avLst/>
          </a:prstGeom>
          <a:ln w="25400">
            <a:solidFill>
              <a:srgbClr val="53C800"/>
            </a:solidFill>
            <a:prstDash val="sysDot"/>
            <a:miter/>
            <a:headEnd type="diamond"/>
          </a:ln>
        </p:spPr>
        <p:txBody>
          <a:bodyPr lIns="45718" tIns="45718" rIns="45718" bIns="45718"/>
          <a:lstStyle/>
          <a:p>
            <a:endParaRPr/>
          </a:p>
        </p:txBody>
      </p:sp>
      <p:sp>
        <p:nvSpPr>
          <p:cNvPr id="1413" name="Straight Connector 145"/>
          <p:cNvSpPr/>
          <p:nvPr/>
        </p:nvSpPr>
        <p:spPr>
          <a:xfrm flipH="1">
            <a:off x="10893424" y="5554662"/>
            <a:ext cx="457202" cy="2"/>
          </a:xfrm>
          <a:prstGeom prst="line">
            <a:avLst/>
          </a:prstGeom>
          <a:ln w="25400">
            <a:solidFill>
              <a:srgbClr val="006CD9"/>
            </a:solidFill>
            <a:prstDash val="sysDot"/>
            <a:miter/>
            <a:headEnd type="diamond"/>
          </a:ln>
        </p:spPr>
        <p:txBody>
          <a:bodyPr lIns="45718" tIns="45718" rIns="45718" bIns="45718"/>
          <a:lstStyle/>
          <a:p>
            <a:endParaRPr/>
          </a:p>
        </p:txBody>
      </p:sp>
      <p:sp>
        <p:nvSpPr>
          <p:cNvPr id="1414" name="Rectangle 81"/>
          <p:cNvSpPr/>
          <p:nvPr/>
        </p:nvSpPr>
        <p:spPr>
          <a:xfrm>
            <a:off x="5413373" y="2264885"/>
            <a:ext cx="510539" cy="370839"/>
          </a:xfrm>
          <a:prstGeom prst="rect">
            <a:avLst/>
          </a:prstGeom>
          <a:solidFill>
            <a:srgbClr val="D6DCE5"/>
          </a:solidFill>
          <a:ln w="12700">
            <a:miter lim="400000"/>
          </a:ln>
        </p:spPr>
        <p:txBody>
          <a:bodyPr wrap="none" lIns="45718" tIns="45718" rIns="45718" bIns="45718" anchor="ctr">
            <a:spAutoFit/>
          </a:bodyPr>
          <a:lstStyle>
            <a:lvl1pPr>
              <a:defRPr sz="1600">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中性</a:t>
            </a:r>
          </a:p>
        </p:txBody>
      </p:sp>
      <p:sp>
        <p:nvSpPr>
          <p:cNvPr id="1415" name="Rectangle 83"/>
          <p:cNvSpPr/>
          <p:nvPr/>
        </p:nvSpPr>
        <p:spPr>
          <a:xfrm>
            <a:off x="5413373" y="3177698"/>
            <a:ext cx="510539" cy="370839"/>
          </a:xfrm>
          <a:prstGeom prst="rect">
            <a:avLst/>
          </a:prstGeom>
          <a:solidFill>
            <a:srgbClr val="D6DCE5"/>
          </a:solidFill>
          <a:ln w="12700">
            <a:miter lim="400000"/>
          </a:ln>
        </p:spPr>
        <p:txBody>
          <a:bodyPr wrap="none" lIns="45718" tIns="45718" rIns="45718" bIns="45718" anchor="ctr">
            <a:spAutoFit/>
          </a:bodyPr>
          <a:lstStyle>
            <a:lvl1pPr>
              <a:defRPr sz="1600">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颜色</a:t>
            </a:r>
          </a:p>
        </p:txBody>
      </p:sp>
      <p:sp>
        <p:nvSpPr>
          <p:cNvPr id="1416" name="矩形 55"/>
          <p:cNvSpPr txBox="1"/>
          <p:nvPr/>
        </p:nvSpPr>
        <p:spPr>
          <a:xfrm>
            <a:off x="853756" y="2300289"/>
            <a:ext cx="3782062" cy="1209039"/>
          </a:xfrm>
          <a:prstGeom prst="rect">
            <a:avLst/>
          </a:prstGeom>
          <a:ln w="12700">
            <a:miter lim="400000"/>
          </a:ln>
        </p:spPr>
        <p:txBody>
          <a:bodyPr lIns="45718" tIns="45718" rIns="45718" bIns="45718">
            <a:spAutoFit/>
          </a:bodyPr>
          <a:lstStyle>
            <a:lvl1pPr defTabSz="512445">
              <a:lnSpc>
                <a:spcPct val="150000"/>
              </a:lnSpc>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使用这些线在幻灯片上的元素(文本框或图表)之间建立连接。实线表示一个简单的、坚固的连接。带有菱形端子的行可以以标注或指示方式(非顺序)使用。使用虚线表示连接是临时的、禁用的或发生在幕后。</a:t>
            </a:r>
          </a:p>
        </p:txBody>
      </p:sp>
      <p:sp>
        <p:nvSpPr>
          <p:cNvPr id="1417" name="Straight Connector 82"/>
          <p:cNvSpPr/>
          <p:nvPr/>
        </p:nvSpPr>
        <p:spPr>
          <a:xfrm>
            <a:off x="5491161" y="2566988"/>
            <a:ext cx="5859465" cy="2"/>
          </a:xfrm>
          <a:prstGeom prst="line">
            <a:avLst/>
          </a:prstGeom>
          <a:ln w="25400">
            <a:solidFill>
              <a:srgbClr val="D6DCE5"/>
            </a:solidFill>
            <a:miter/>
          </a:ln>
        </p:spPr>
        <p:txBody>
          <a:bodyPr lIns="45718" tIns="45718" rIns="45718" bIns="45718"/>
          <a:lstStyle/>
          <a:p>
            <a:endParaRPr/>
          </a:p>
        </p:txBody>
      </p:sp>
      <p:sp>
        <p:nvSpPr>
          <p:cNvPr id="1418" name="Straight Connector 84"/>
          <p:cNvSpPr/>
          <p:nvPr/>
        </p:nvSpPr>
        <p:spPr>
          <a:xfrm>
            <a:off x="5491161" y="3479800"/>
            <a:ext cx="5859465" cy="0"/>
          </a:xfrm>
          <a:prstGeom prst="line">
            <a:avLst/>
          </a:prstGeom>
          <a:ln w="25400">
            <a:solidFill>
              <a:srgbClr val="D6DCE5"/>
            </a:solidFill>
            <a:miter/>
          </a:ln>
        </p:spPr>
        <p:txBody>
          <a:bodyPr lIns="45718" tIns="45718" rIns="45718" bIns="45718"/>
          <a:lstStyle/>
          <a:p>
            <a:endParaRPr/>
          </a:p>
        </p:txBody>
      </p:sp>
      <p:sp>
        <p:nvSpPr>
          <p:cNvPr id="1419" name="矩形 50"/>
          <p:cNvSpPr/>
          <p:nvPr/>
        </p:nvSpPr>
        <p:spPr>
          <a:xfrm>
            <a:off x="909637" y="3678237"/>
            <a:ext cx="1055689" cy="32702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20" name="矩形 51"/>
          <p:cNvSpPr/>
          <p:nvPr/>
        </p:nvSpPr>
        <p:spPr>
          <a:xfrm>
            <a:off x="2270125" y="3678237"/>
            <a:ext cx="1055688" cy="32702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21" name="矩形 52"/>
          <p:cNvSpPr/>
          <p:nvPr/>
        </p:nvSpPr>
        <p:spPr>
          <a:xfrm>
            <a:off x="3625850" y="3678237"/>
            <a:ext cx="1055688" cy="32702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22" name="矩形 53"/>
          <p:cNvSpPr/>
          <p:nvPr/>
        </p:nvSpPr>
        <p:spPr>
          <a:xfrm>
            <a:off x="909637" y="4262437"/>
            <a:ext cx="2416176" cy="328614"/>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23" name="矩形 54"/>
          <p:cNvSpPr/>
          <p:nvPr/>
        </p:nvSpPr>
        <p:spPr>
          <a:xfrm>
            <a:off x="909637" y="5305425"/>
            <a:ext cx="1055689" cy="327025"/>
          </a:xfrm>
          <a:prstGeom prst="rect">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24" name="矩形 55"/>
          <p:cNvSpPr/>
          <p:nvPr/>
        </p:nvSpPr>
        <p:spPr>
          <a:xfrm>
            <a:off x="2266950" y="5305425"/>
            <a:ext cx="1055688" cy="327025"/>
          </a:xfrm>
          <a:prstGeom prst="rect">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25" name="矩形 56"/>
          <p:cNvSpPr/>
          <p:nvPr/>
        </p:nvSpPr>
        <p:spPr>
          <a:xfrm>
            <a:off x="3625850" y="5305425"/>
            <a:ext cx="1055688" cy="327025"/>
          </a:xfrm>
          <a:prstGeom prst="rect">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26" name="Straight Connector 120"/>
          <p:cNvSpPr/>
          <p:nvPr/>
        </p:nvSpPr>
        <p:spPr>
          <a:xfrm>
            <a:off x="909637" y="5037137"/>
            <a:ext cx="3771903" cy="2"/>
          </a:xfrm>
          <a:prstGeom prst="line">
            <a:avLst/>
          </a:prstGeom>
          <a:ln w="25400">
            <a:solidFill>
              <a:srgbClr val="53C800"/>
            </a:solidFill>
            <a:prstDash val="sysDot"/>
            <a:miter/>
          </a:ln>
        </p:spPr>
        <p:txBody>
          <a:bodyPr lIns="45718" tIns="45718" rIns="45718" bIns="45718"/>
          <a:lstStyle/>
          <a:p>
            <a:endParaRPr/>
          </a:p>
        </p:txBody>
      </p:sp>
      <p:sp>
        <p:nvSpPr>
          <p:cNvPr id="1427" name="Straight Connector 58"/>
          <p:cNvSpPr/>
          <p:nvPr/>
        </p:nvSpPr>
        <p:spPr>
          <a:xfrm>
            <a:off x="1965325" y="3841750"/>
            <a:ext cx="1851027" cy="0"/>
          </a:xfrm>
          <a:prstGeom prst="line">
            <a:avLst/>
          </a:prstGeom>
          <a:ln w="25400">
            <a:solidFill>
              <a:srgbClr val="006CD9"/>
            </a:solidFill>
            <a:miter/>
          </a:ln>
        </p:spPr>
        <p:txBody>
          <a:bodyPr lIns="45718" tIns="45718" rIns="45718" bIns="45718"/>
          <a:lstStyle/>
          <a:p>
            <a:endParaRPr/>
          </a:p>
        </p:txBody>
      </p:sp>
      <p:sp>
        <p:nvSpPr>
          <p:cNvPr id="1428" name="Straight Connector 58"/>
          <p:cNvSpPr/>
          <p:nvPr/>
        </p:nvSpPr>
        <p:spPr>
          <a:xfrm>
            <a:off x="1870075" y="5468937"/>
            <a:ext cx="1851027" cy="2"/>
          </a:xfrm>
          <a:prstGeom prst="line">
            <a:avLst/>
          </a:prstGeom>
          <a:ln w="25400">
            <a:solidFill>
              <a:srgbClr val="53C800"/>
            </a:solidFill>
            <a:miter/>
          </a:ln>
        </p:spPr>
        <p:txBody>
          <a:bodyPr lIns="45718" tIns="45718" rIns="45718" bIns="45718"/>
          <a:lstStyle/>
          <a:p>
            <a:endParaRPr/>
          </a:p>
        </p:txBody>
      </p:sp>
      <p:sp>
        <p:nvSpPr>
          <p:cNvPr id="1429" name="Straight Connector 58"/>
          <p:cNvSpPr/>
          <p:nvPr/>
        </p:nvSpPr>
        <p:spPr>
          <a:xfrm flipV="1">
            <a:off x="1393825" y="3830637"/>
            <a:ext cx="0" cy="579439"/>
          </a:xfrm>
          <a:prstGeom prst="line">
            <a:avLst/>
          </a:prstGeom>
          <a:ln w="25400">
            <a:solidFill>
              <a:srgbClr val="006CD9"/>
            </a:solidFill>
            <a:miter/>
          </a:ln>
        </p:spPr>
        <p:txBody>
          <a:bodyPr lIns="45718" tIns="45718" rIns="45718" bIns="45718"/>
          <a:lstStyle/>
          <a:p>
            <a:endParaRPr/>
          </a:p>
        </p:txBody>
      </p:sp>
      <p:sp>
        <p:nvSpPr>
          <p:cNvPr id="1430" name="Straight Connector 58"/>
          <p:cNvSpPr/>
          <p:nvPr/>
        </p:nvSpPr>
        <p:spPr>
          <a:xfrm flipV="1">
            <a:off x="2792413" y="3814762"/>
            <a:ext cx="2" cy="581027"/>
          </a:xfrm>
          <a:prstGeom prst="line">
            <a:avLst/>
          </a:prstGeom>
          <a:ln w="25400">
            <a:solidFill>
              <a:srgbClr val="006CD9"/>
            </a:solidFill>
            <a:miter/>
          </a:ln>
        </p:spPr>
        <p:txBody>
          <a:bodyPr lIns="45718" tIns="45718" rIns="45718" bIns="45718"/>
          <a:lstStyle/>
          <a:p>
            <a:endParaRPr/>
          </a:p>
        </p:txBody>
      </p:sp>
      <p:sp>
        <p:nvSpPr>
          <p:cNvPr id="1431" name="Straight Connector 120"/>
          <p:cNvSpPr/>
          <p:nvPr/>
        </p:nvSpPr>
        <p:spPr>
          <a:xfrm flipH="1">
            <a:off x="1385887" y="4584699"/>
            <a:ext cx="2" cy="720728"/>
          </a:xfrm>
          <a:prstGeom prst="line">
            <a:avLst/>
          </a:prstGeom>
          <a:ln w="25400">
            <a:solidFill>
              <a:srgbClr val="53C800"/>
            </a:solidFill>
            <a:prstDash val="sysDot"/>
            <a:miter/>
          </a:ln>
        </p:spPr>
        <p:txBody>
          <a:bodyPr lIns="45718" tIns="45718" rIns="45718" bIns="45718"/>
          <a:lstStyle/>
          <a:p>
            <a:endParaRPr/>
          </a:p>
        </p:txBody>
      </p:sp>
      <p:sp>
        <p:nvSpPr>
          <p:cNvPr id="1432" name="Straight Connector 120"/>
          <p:cNvSpPr/>
          <p:nvPr/>
        </p:nvSpPr>
        <p:spPr>
          <a:xfrm>
            <a:off x="2792413" y="4591048"/>
            <a:ext cx="2" cy="719140"/>
          </a:xfrm>
          <a:prstGeom prst="line">
            <a:avLst/>
          </a:prstGeom>
          <a:ln w="25400">
            <a:solidFill>
              <a:srgbClr val="53C800"/>
            </a:solidFill>
            <a:prstDash val="sysDot"/>
            <a:miter/>
          </a:ln>
        </p:spPr>
        <p:txBody>
          <a:bodyPr lIns="45718" tIns="45718" rIns="45718" bIns="45718"/>
          <a:lstStyle/>
          <a:p>
            <a:endParaRPr/>
          </a:p>
        </p:txBody>
      </p:sp>
      <p:sp>
        <p:nvSpPr>
          <p:cNvPr id="1433"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 name="Straight Connector 9"/>
          <p:cNvSpPr/>
          <p:nvPr/>
        </p:nvSpPr>
        <p:spPr>
          <a:xfrm>
            <a:off x="6627813" y="2635250"/>
            <a:ext cx="914402" cy="0"/>
          </a:xfrm>
          <a:prstGeom prst="line">
            <a:avLst/>
          </a:prstGeom>
          <a:ln w="25400">
            <a:solidFill>
              <a:srgbClr val="D6DCE5"/>
            </a:solidFill>
            <a:miter/>
            <a:tailEnd type="triangle"/>
          </a:ln>
        </p:spPr>
        <p:txBody>
          <a:bodyPr lIns="45718" tIns="45718" rIns="45718" bIns="45718"/>
          <a:lstStyle/>
          <a:p>
            <a:endParaRPr/>
          </a:p>
        </p:txBody>
      </p:sp>
      <p:sp>
        <p:nvSpPr>
          <p:cNvPr id="1436" name="Straight Connector 12"/>
          <p:cNvSpPr/>
          <p:nvPr/>
        </p:nvSpPr>
        <p:spPr>
          <a:xfrm flipH="1">
            <a:off x="5256212" y="2635250"/>
            <a:ext cx="914402" cy="0"/>
          </a:xfrm>
          <a:prstGeom prst="line">
            <a:avLst/>
          </a:prstGeom>
          <a:ln w="25400">
            <a:solidFill>
              <a:srgbClr val="D6DCE5"/>
            </a:solidFill>
            <a:miter/>
            <a:tailEnd type="triangle"/>
          </a:ln>
        </p:spPr>
        <p:txBody>
          <a:bodyPr lIns="45718" tIns="45718" rIns="45718" bIns="45718"/>
          <a:lstStyle/>
          <a:p>
            <a:endParaRPr/>
          </a:p>
        </p:txBody>
      </p:sp>
      <p:sp>
        <p:nvSpPr>
          <p:cNvPr id="1437" name="Straight Connector 48"/>
          <p:cNvSpPr/>
          <p:nvPr/>
        </p:nvSpPr>
        <p:spPr>
          <a:xfrm>
            <a:off x="6627813" y="3632200"/>
            <a:ext cx="914402" cy="0"/>
          </a:xfrm>
          <a:prstGeom prst="line">
            <a:avLst/>
          </a:prstGeom>
          <a:ln w="25400">
            <a:solidFill>
              <a:srgbClr val="006CD9"/>
            </a:solidFill>
            <a:miter/>
            <a:tailEnd type="triangle"/>
          </a:ln>
        </p:spPr>
        <p:txBody>
          <a:bodyPr lIns="45718" tIns="45718" rIns="45718" bIns="45718"/>
          <a:lstStyle/>
          <a:p>
            <a:endParaRPr/>
          </a:p>
        </p:txBody>
      </p:sp>
      <p:sp>
        <p:nvSpPr>
          <p:cNvPr id="1438" name="Straight Connector 50"/>
          <p:cNvSpPr/>
          <p:nvPr/>
        </p:nvSpPr>
        <p:spPr>
          <a:xfrm flipH="1">
            <a:off x="5256212" y="3632200"/>
            <a:ext cx="914402" cy="0"/>
          </a:xfrm>
          <a:prstGeom prst="line">
            <a:avLst/>
          </a:prstGeom>
          <a:ln w="25400">
            <a:solidFill>
              <a:srgbClr val="006CD9"/>
            </a:solidFill>
            <a:miter/>
            <a:tailEnd type="triangle"/>
          </a:ln>
        </p:spPr>
        <p:txBody>
          <a:bodyPr lIns="45718" tIns="45718" rIns="45718" bIns="45718"/>
          <a:lstStyle/>
          <a:p>
            <a:endParaRPr/>
          </a:p>
        </p:txBody>
      </p:sp>
      <p:sp>
        <p:nvSpPr>
          <p:cNvPr id="1439" name="Straight Connector 52"/>
          <p:cNvSpPr/>
          <p:nvPr/>
        </p:nvSpPr>
        <p:spPr>
          <a:xfrm>
            <a:off x="6627813" y="4000500"/>
            <a:ext cx="914402" cy="0"/>
          </a:xfrm>
          <a:prstGeom prst="line">
            <a:avLst/>
          </a:prstGeom>
          <a:ln w="25400">
            <a:solidFill>
              <a:srgbClr val="53C800"/>
            </a:solidFill>
            <a:miter/>
            <a:tailEnd type="triangle"/>
          </a:ln>
        </p:spPr>
        <p:txBody>
          <a:bodyPr lIns="45718" tIns="45718" rIns="45718" bIns="45718"/>
          <a:lstStyle/>
          <a:p>
            <a:endParaRPr/>
          </a:p>
        </p:txBody>
      </p:sp>
      <p:sp>
        <p:nvSpPr>
          <p:cNvPr id="1440" name="Straight Connector 54"/>
          <p:cNvSpPr/>
          <p:nvPr/>
        </p:nvSpPr>
        <p:spPr>
          <a:xfrm flipH="1">
            <a:off x="5256212" y="4000500"/>
            <a:ext cx="914402" cy="0"/>
          </a:xfrm>
          <a:prstGeom prst="line">
            <a:avLst/>
          </a:prstGeom>
          <a:ln w="25400">
            <a:solidFill>
              <a:srgbClr val="53C800"/>
            </a:solidFill>
            <a:miter/>
            <a:tailEnd type="triangle"/>
          </a:ln>
        </p:spPr>
        <p:txBody>
          <a:bodyPr lIns="45718" tIns="45718" rIns="45718" bIns="45718"/>
          <a:lstStyle/>
          <a:p>
            <a:endParaRPr/>
          </a:p>
        </p:txBody>
      </p:sp>
      <p:sp>
        <p:nvSpPr>
          <p:cNvPr id="1441" name="Straight Connector 56"/>
          <p:cNvSpPr/>
          <p:nvPr/>
        </p:nvSpPr>
        <p:spPr>
          <a:xfrm>
            <a:off x="6627813" y="4365625"/>
            <a:ext cx="914402" cy="0"/>
          </a:xfrm>
          <a:prstGeom prst="line">
            <a:avLst/>
          </a:prstGeom>
          <a:ln w="25400">
            <a:solidFill>
              <a:srgbClr val="0E0E0E"/>
            </a:solidFill>
            <a:miter/>
            <a:tailEnd type="triangle"/>
          </a:ln>
        </p:spPr>
        <p:txBody>
          <a:bodyPr lIns="45718" tIns="45718" rIns="45718" bIns="45718"/>
          <a:lstStyle/>
          <a:p>
            <a:endParaRPr/>
          </a:p>
        </p:txBody>
      </p:sp>
      <p:sp>
        <p:nvSpPr>
          <p:cNvPr id="1442" name="Straight Connector 58"/>
          <p:cNvSpPr/>
          <p:nvPr/>
        </p:nvSpPr>
        <p:spPr>
          <a:xfrm flipH="1">
            <a:off x="5256212" y="4365625"/>
            <a:ext cx="914402" cy="0"/>
          </a:xfrm>
          <a:prstGeom prst="line">
            <a:avLst/>
          </a:prstGeom>
          <a:ln w="25400">
            <a:solidFill>
              <a:srgbClr val="0E0E0E"/>
            </a:solidFill>
            <a:miter/>
            <a:tailEnd type="triangle"/>
          </a:ln>
        </p:spPr>
        <p:txBody>
          <a:bodyPr lIns="45718" tIns="45718" rIns="45718" bIns="45718"/>
          <a:lstStyle/>
          <a:p>
            <a:endParaRPr/>
          </a:p>
        </p:txBody>
      </p:sp>
      <p:sp>
        <p:nvSpPr>
          <p:cNvPr id="1443" name="Straight Connector 60"/>
          <p:cNvSpPr/>
          <p:nvPr/>
        </p:nvSpPr>
        <p:spPr>
          <a:xfrm>
            <a:off x="6627813" y="4732337"/>
            <a:ext cx="914402" cy="2"/>
          </a:xfrm>
          <a:prstGeom prst="line">
            <a:avLst/>
          </a:prstGeom>
          <a:ln w="25400">
            <a:solidFill>
              <a:srgbClr val="65B5FF"/>
            </a:solidFill>
            <a:miter/>
            <a:tailEnd type="triangle"/>
          </a:ln>
        </p:spPr>
        <p:txBody>
          <a:bodyPr lIns="45718" tIns="45718" rIns="45718" bIns="45718"/>
          <a:lstStyle/>
          <a:p>
            <a:endParaRPr/>
          </a:p>
        </p:txBody>
      </p:sp>
      <p:sp>
        <p:nvSpPr>
          <p:cNvPr id="1444" name="Straight Connector 62"/>
          <p:cNvSpPr/>
          <p:nvPr/>
        </p:nvSpPr>
        <p:spPr>
          <a:xfrm flipH="1">
            <a:off x="5256212" y="4732337"/>
            <a:ext cx="914402" cy="2"/>
          </a:xfrm>
          <a:prstGeom prst="line">
            <a:avLst/>
          </a:prstGeom>
          <a:ln w="25400">
            <a:solidFill>
              <a:srgbClr val="65B5FF"/>
            </a:solidFill>
            <a:miter/>
            <a:tailEnd type="triangle"/>
          </a:ln>
        </p:spPr>
        <p:txBody>
          <a:bodyPr lIns="45718" tIns="45718" rIns="45718" bIns="45718"/>
          <a:lstStyle/>
          <a:p>
            <a:endParaRPr/>
          </a:p>
        </p:txBody>
      </p:sp>
      <p:sp>
        <p:nvSpPr>
          <p:cNvPr id="1445" name="Straight Connector 64"/>
          <p:cNvSpPr/>
          <p:nvPr/>
        </p:nvSpPr>
        <p:spPr>
          <a:xfrm>
            <a:off x="6627813" y="5095875"/>
            <a:ext cx="914402" cy="0"/>
          </a:xfrm>
          <a:prstGeom prst="line">
            <a:avLst/>
          </a:prstGeom>
          <a:ln w="25400">
            <a:solidFill>
              <a:srgbClr val="006CD9"/>
            </a:solidFill>
            <a:miter/>
            <a:tailEnd type="triangle"/>
          </a:ln>
        </p:spPr>
        <p:txBody>
          <a:bodyPr lIns="45718" tIns="45718" rIns="45718" bIns="45718"/>
          <a:lstStyle/>
          <a:p>
            <a:endParaRPr/>
          </a:p>
        </p:txBody>
      </p:sp>
      <p:sp>
        <p:nvSpPr>
          <p:cNvPr id="1446" name="Straight Connector 66"/>
          <p:cNvSpPr/>
          <p:nvPr/>
        </p:nvSpPr>
        <p:spPr>
          <a:xfrm flipH="1">
            <a:off x="5256212" y="5097462"/>
            <a:ext cx="914402" cy="2"/>
          </a:xfrm>
          <a:prstGeom prst="line">
            <a:avLst/>
          </a:prstGeom>
          <a:ln w="25400">
            <a:solidFill>
              <a:srgbClr val="006CD9"/>
            </a:solidFill>
            <a:miter/>
            <a:tailEnd type="triangle"/>
          </a:ln>
        </p:spPr>
        <p:txBody>
          <a:bodyPr lIns="45718" tIns="45718" rIns="45718" bIns="45718"/>
          <a:lstStyle/>
          <a:p>
            <a:endParaRPr/>
          </a:p>
        </p:txBody>
      </p:sp>
      <p:sp>
        <p:nvSpPr>
          <p:cNvPr id="1447" name="Straight Connector 68"/>
          <p:cNvSpPr/>
          <p:nvPr/>
        </p:nvSpPr>
        <p:spPr>
          <a:xfrm>
            <a:off x="6627813" y="5461000"/>
            <a:ext cx="914402" cy="0"/>
          </a:xfrm>
          <a:prstGeom prst="line">
            <a:avLst/>
          </a:prstGeom>
          <a:ln w="25400">
            <a:solidFill>
              <a:srgbClr val="53C800"/>
            </a:solidFill>
            <a:miter/>
            <a:tailEnd type="triangle"/>
          </a:ln>
        </p:spPr>
        <p:txBody>
          <a:bodyPr lIns="45718" tIns="45718" rIns="45718" bIns="45718"/>
          <a:lstStyle/>
          <a:p>
            <a:endParaRPr/>
          </a:p>
        </p:txBody>
      </p:sp>
      <p:sp>
        <p:nvSpPr>
          <p:cNvPr id="1448" name="Straight Connector 70"/>
          <p:cNvSpPr/>
          <p:nvPr/>
        </p:nvSpPr>
        <p:spPr>
          <a:xfrm flipH="1">
            <a:off x="5256212" y="5461000"/>
            <a:ext cx="914402" cy="0"/>
          </a:xfrm>
          <a:prstGeom prst="line">
            <a:avLst/>
          </a:prstGeom>
          <a:ln w="25400">
            <a:solidFill>
              <a:srgbClr val="53C800"/>
            </a:solidFill>
            <a:miter/>
            <a:tailEnd type="triangle"/>
          </a:ln>
        </p:spPr>
        <p:txBody>
          <a:bodyPr lIns="45718" tIns="45718" rIns="45718" bIns="45718"/>
          <a:lstStyle/>
          <a:p>
            <a:endParaRPr/>
          </a:p>
        </p:txBody>
      </p:sp>
      <p:sp>
        <p:nvSpPr>
          <p:cNvPr id="1449" name="Freeform 5"/>
          <p:cNvSpPr/>
          <p:nvPr/>
        </p:nvSpPr>
        <p:spPr>
          <a:xfrm rot="5400000">
            <a:off x="8893174" y="5403850"/>
            <a:ext cx="228603"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0" name="Freeform 5"/>
          <p:cNvSpPr/>
          <p:nvPr/>
        </p:nvSpPr>
        <p:spPr>
          <a:xfrm rot="10800000">
            <a:off x="9445624" y="5403848"/>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1" name="Freeform 5"/>
          <p:cNvSpPr/>
          <p:nvPr/>
        </p:nvSpPr>
        <p:spPr>
          <a:xfrm rot="16200000">
            <a:off x="8398667" y="5404644"/>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2" name="Freeform 5"/>
          <p:cNvSpPr/>
          <p:nvPr/>
        </p:nvSpPr>
        <p:spPr>
          <a:xfrm>
            <a:off x="10056813" y="5403850"/>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3" name="Freeform 5"/>
          <p:cNvSpPr/>
          <p:nvPr/>
        </p:nvSpPr>
        <p:spPr>
          <a:xfrm rot="5400000">
            <a:off x="8893174" y="2578100"/>
            <a:ext cx="228603"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D6DCE5"/>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4" name="Freeform 5"/>
          <p:cNvSpPr/>
          <p:nvPr/>
        </p:nvSpPr>
        <p:spPr>
          <a:xfrm rot="5400000">
            <a:off x="8893174" y="3575050"/>
            <a:ext cx="228603"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5" name="Freeform 5"/>
          <p:cNvSpPr/>
          <p:nvPr/>
        </p:nvSpPr>
        <p:spPr>
          <a:xfrm rot="5400000">
            <a:off x="8893174" y="3940175"/>
            <a:ext cx="228603"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6" name="Freeform 5"/>
          <p:cNvSpPr/>
          <p:nvPr/>
        </p:nvSpPr>
        <p:spPr>
          <a:xfrm rot="5400000">
            <a:off x="8893174" y="4306887"/>
            <a:ext cx="228603"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E0E0E"/>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7" name="Freeform 5"/>
          <p:cNvSpPr/>
          <p:nvPr/>
        </p:nvSpPr>
        <p:spPr>
          <a:xfrm rot="5400000">
            <a:off x="8893174" y="4672012"/>
            <a:ext cx="228603"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65B5FF"/>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8" name="Freeform 5"/>
          <p:cNvSpPr/>
          <p:nvPr/>
        </p:nvSpPr>
        <p:spPr>
          <a:xfrm rot="5400000">
            <a:off x="8893174" y="5038725"/>
            <a:ext cx="228603"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59" name="Freeform 5"/>
          <p:cNvSpPr/>
          <p:nvPr/>
        </p:nvSpPr>
        <p:spPr>
          <a:xfrm rot="10800000">
            <a:off x="9445624" y="2578099"/>
            <a:ext cx="228602" cy="1127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D6DCE5"/>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0" name="Freeform 5"/>
          <p:cNvSpPr/>
          <p:nvPr/>
        </p:nvSpPr>
        <p:spPr>
          <a:xfrm rot="10800000">
            <a:off x="9445624" y="3575048"/>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1" name="Freeform 5"/>
          <p:cNvSpPr/>
          <p:nvPr/>
        </p:nvSpPr>
        <p:spPr>
          <a:xfrm rot="10800000">
            <a:off x="9445624" y="3941762"/>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2" name="Freeform 5"/>
          <p:cNvSpPr/>
          <p:nvPr/>
        </p:nvSpPr>
        <p:spPr>
          <a:xfrm rot="10800000">
            <a:off x="9445624" y="4306887"/>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E0E0E"/>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3" name="Freeform 5"/>
          <p:cNvSpPr/>
          <p:nvPr/>
        </p:nvSpPr>
        <p:spPr>
          <a:xfrm rot="10800000">
            <a:off x="9445624" y="4672012"/>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65B5FF"/>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4" name="Freeform 5"/>
          <p:cNvSpPr/>
          <p:nvPr/>
        </p:nvSpPr>
        <p:spPr>
          <a:xfrm rot="10800000">
            <a:off x="9445624" y="5038723"/>
            <a:ext cx="228602" cy="11271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5" name="Freeform 5"/>
          <p:cNvSpPr/>
          <p:nvPr/>
        </p:nvSpPr>
        <p:spPr>
          <a:xfrm rot="16200000">
            <a:off x="8398667" y="2578892"/>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D6DCE5"/>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6" name="Freeform 5"/>
          <p:cNvSpPr/>
          <p:nvPr/>
        </p:nvSpPr>
        <p:spPr>
          <a:xfrm rot="16200000">
            <a:off x="8398667" y="3575844"/>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7" name="Freeform 5"/>
          <p:cNvSpPr/>
          <p:nvPr/>
        </p:nvSpPr>
        <p:spPr>
          <a:xfrm rot="16200000">
            <a:off x="8398667" y="3940969"/>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8" name="Freeform 5"/>
          <p:cNvSpPr/>
          <p:nvPr/>
        </p:nvSpPr>
        <p:spPr>
          <a:xfrm rot="16200000">
            <a:off x="8398667" y="4307682"/>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E0E0E"/>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69" name="Freeform 5"/>
          <p:cNvSpPr/>
          <p:nvPr/>
        </p:nvSpPr>
        <p:spPr>
          <a:xfrm rot="16200000">
            <a:off x="8398667" y="4672807"/>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65B5FF"/>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70" name="Freeform 5"/>
          <p:cNvSpPr/>
          <p:nvPr/>
        </p:nvSpPr>
        <p:spPr>
          <a:xfrm rot="16200000">
            <a:off x="8398667" y="5039519"/>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71" name="Freeform 5"/>
          <p:cNvSpPr/>
          <p:nvPr/>
        </p:nvSpPr>
        <p:spPr>
          <a:xfrm>
            <a:off x="10056813" y="2578099"/>
            <a:ext cx="228602" cy="11271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D6DCE5"/>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72" name="Freeform 5"/>
          <p:cNvSpPr/>
          <p:nvPr/>
        </p:nvSpPr>
        <p:spPr>
          <a:xfrm>
            <a:off x="10056813" y="3575050"/>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73" name="Freeform 5"/>
          <p:cNvSpPr/>
          <p:nvPr/>
        </p:nvSpPr>
        <p:spPr>
          <a:xfrm>
            <a:off x="10056813" y="3941762"/>
            <a:ext cx="228602" cy="112714"/>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53C800"/>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74" name="Freeform 5"/>
          <p:cNvSpPr/>
          <p:nvPr/>
        </p:nvSpPr>
        <p:spPr>
          <a:xfrm>
            <a:off x="10056813" y="4306887"/>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E0E0E"/>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75" name="Freeform 5"/>
          <p:cNvSpPr/>
          <p:nvPr/>
        </p:nvSpPr>
        <p:spPr>
          <a:xfrm>
            <a:off x="10056813" y="4672012"/>
            <a:ext cx="228602" cy="11430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65B5FF"/>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sp>
        <p:nvSpPr>
          <p:cNvPr id="1476" name="Freeform 5"/>
          <p:cNvSpPr/>
          <p:nvPr/>
        </p:nvSpPr>
        <p:spPr>
          <a:xfrm>
            <a:off x="10056813" y="5038724"/>
            <a:ext cx="228602" cy="11271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0800" y="0"/>
                </a:lnTo>
                <a:lnTo>
                  <a:pt x="21600" y="21600"/>
                </a:lnTo>
              </a:path>
            </a:pathLst>
          </a:custGeom>
          <a:ln w="25400">
            <a:solidFill>
              <a:srgbClr val="006CD9"/>
            </a:solidFill>
            <a:miter/>
          </a:ln>
        </p:spPr>
        <p:txBody>
          <a:bodyPr lIns="45718" tIns="45718" rIns="45718" bIns="45718"/>
          <a:lstStyle/>
          <a:p>
            <a:pPr>
              <a:defRPr sz="1700">
                <a:solidFill>
                  <a:srgbClr val="717074"/>
                </a:solidFill>
                <a:latin typeface="+mj-lt"/>
                <a:ea typeface="+mj-ea"/>
                <a:cs typeface="+mj-cs"/>
                <a:sym typeface="等线" panose="02010600030101010101" charset="-122"/>
              </a:defRPr>
            </a:pPr>
            <a:endParaRPr/>
          </a:p>
        </p:txBody>
      </p:sp>
      <p:grpSp>
        <p:nvGrpSpPr>
          <p:cNvPr id="1479" name="Group 1"/>
          <p:cNvGrpSpPr/>
          <p:nvPr/>
        </p:nvGrpSpPr>
        <p:grpSpPr>
          <a:xfrm>
            <a:off x="5260972" y="2414587"/>
            <a:ext cx="5938841" cy="919166"/>
            <a:chOff x="-1" y="0"/>
            <a:chExt cx="5938840" cy="919164"/>
          </a:xfrm>
        </p:grpSpPr>
        <p:sp>
          <p:nvSpPr>
            <p:cNvPr id="1477" name="Straight Connector 112"/>
            <p:cNvSpPr/>
            <p:nvPr/>
          </p:nvSpPr>
          <p:spPr>
            <a:xfrm>
              <a:off x="-1" y="-1"/>
              <a:ext cx="5938841" cy="2"/>
            </a:xfrm>
            <a:prstGeom prst="line">
              <a:avLst/>
            </a:prstGeom>
            <a:noFill/>
            <a:ln w="25400" cap="flat">
              <a:solidFill>
                <a:srgbClr val="D6DCE5"/>
              </a:solidFill>
              <a:prstDash val="solid"/>
              <a:miter lim="800000"/>
            </a:ln>
            <a:effectLst/>
          </p:spPr>
          <p:txBody>
            <a:bodyPr wrap="square" lIns="45718" tIns="45718" rIns="45718" bIns="45718" numCol="1" anchor="t">
              <a:noAutofit/>
            </a:bodyPr>
            <a:lstStyle/>
            <a:p>
              <a:endParaRPr/>
            </a:p>
          </p:txBody>
        </p:sp>
        <p:sp>
          <p:nvSpPr>
            <p:cNvPr id="1478" name="Straight Connector 115"/>
            <p:cNvSpPr/>
            <p:nvPr/>
          </p:nvSpPr>
          <p:spPr>
            <a:xfrm>
              <a:off x="-1" y="919162"/>
              <a:ext cx="5938841" cy="2"/>
            </a:xfrm>
            <a:prstGeom prst="line">
              <a:avLst/>
            </a:prstGeom>
            <a:noFill/>
            <a:ln w="25400" cap="flat">
              <a:solidFill>
                <a:srgbClr val="D6DCE5"/>
              </a:solidFill>
              <a:prstDash val="solid"/>
              <a:miter lim="800000"/>
            </a:ln>
            <a:effectLst/>
          </p:spPr>
          <p:txBody>
            <a:bodyPr wrap="square" lIns="45718" tIns="45718" rIns="45718" bIns="45718" numCol="1" anchor="t">
              <a:noAutofit/>
            </a:bodyPr>
            <a:lstStyle/>
            <a:p>
              <a:endParaRPr/>
            </a:p>
          </p:txBody>
        </p:sp>
      </p:grpSp>
      <p:sp>
        <p:nvSpPr>
          <p:cNvPr id="1480" name="Rectangle 88"/>
          <p:cNvSpPr/>
          <p:nvPr/>
        </p:nvSpPr>
        <p:spPr>
          <a:xfrm>
            <a:off x="5260974" y="2104549"/>
            <a:ext cx="516889" cy="377189"/>
          </a:xfrm>
          <a:prstGeom prst="rect">
            <a:avLst/>
          </a:prstGeom>
          <a:solidFill>
            <a:srgbClr val="D6DCE5"/>
          </a:solidFill>
          <a:ln w="6350">
            <a:solidFill>
              <a:srgbClr val="FFFFFF"/>
            </a:solidFill>
            <a:miter/>
          </a:ln>
        </p:spPr>
        <p:txBody>
          <a:bodyPr wrap="none" lIns="45718" tIns="45718" rIns="45718" bIns="45718" anchor="ctr">
            <a:spAutoFit/>
          </a:bodyPr>
          <a:lstStyle>
            <a:lvl1pPr>
              <a:defRPr sz="1600">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中性</a:t>
            </a:r>
          </a:p>
        </p:txBody>
      </p:sp>
      <p:sp>
        <p:nvSpPr>
          <p:cNvPr id="1481" name="Rectangle 95"/>
          <p:cNvSpPr/>
          <p:nvPr/>
        </p:nvSpPr>
        <p:spPr>
          <a:xfrm>
            <a:off x="5260974" y="3022124"/>
            <a:ext cx="516889" cy="377189"/>
          </a:xfrm>
          <a:prstGeom prst="rect">
            <a:avLst/>
          </a:prstGeom>
          <a:solidFill>
            <a:srgbClr val="D6DCE5"/>
          </a:solidFill>
          <a:ln w="6350">
            <a:solidFill>
              <a:srgbClr val="FFFFFF"/>
            </a:solidFill>
            <a:miter/>
          </a:ln>
        </p:spPr>
        <p:txBody>
          <a:bodyPr wrap="none" lIns="45718" tIns="45718" rIns="45718" bIns="45718" anchor="ctr">
            <a:spAutoFit/>
          </a:bodyPr>
          <a:lstStyle>
            <a:lvl1pPr>
              <a:defRPr sz="1600">
                <a:solidFill>
                  <a:srgbClr val="00479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颜色</a:t>
            </a:r>
          </a:p>
        </p:txBody>
      </p:sp>
      <p:sp>
        <p:nvSpPr>
          <p:cNvPr id="1482" name="矩形 57"/>
          <p:cNvSpPr txBox="1"/>
          <p:nvPr/>
        </p:nvSpPr>
        <p:spPr>
          <a:xfrm>
            <a:off x="817244" y="1878014"/>
            <a:ext cx="3339150" cy="408939"/>
          </a:xfrm>
          <a:prstGeom prst="rect">
            <a:avLst/>
          </a:prstGeom>
          <a:ln w="12700">
            <a:miter lim="400000"/>
          </a:ln>
        </p:spPr>
        <p:txBody>
          <a:bodyPr lIns="45718" tIns="45718" rIns="45718" bIns="45718">
            <a:spAutoFit/>
          </a:bodyPr>
          <a:lstStyle>
            <a:lvl1pPr defTabSz="512445">
              <a:lnSpc>
                <a:spcPct val="130000"/>
              </a:lnSpc>
              <a:defRPr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小视觉元素</a:t>
            </a:r>
          </a:p>
        </p:txBody>
      </p:sp>
      <p:sp>
        <p:nvSpPr>
          <p:cNvPr id="1483" name="矩形 58"/>
          <p:cNvSpPr txBox="1"/>
          <p:nvPr/>
        </p:nvSpPr>
        <p:spPr>
          <a:xfrm>
            <a:off x="817244" y="2308225"/>
            <a:ext cx="3339150" cy="822959"/>
          </a:xfrm>
          <a:prstGeom prst="rect">
            <a:avLst/>
          </a:prstGeom>
          <a:ln w="12700">
            <a:miter lim="400000"/>
          </a:ln>
        </p:spPr>
        <p:txBody>
          <a:bodyPr lIns="45718" tIns="45718" rIns="45718" bIns="45718">
            <a:spAutoFit/>
          </a:bodyPr>
          <a:lstStyle>
            <a:lvl1pPr defTabSz="512445">
              <a:lnSpc>
                <a:spcPct val="130000"/>
              </a:lnSpc>
              <a:defRPr sz="11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在显示顺序连接时使用箭头样式。根据您的布局，您可能希望使用一个不带直线的简化箭头。这可以节省空间，并增加项目之间的狭窄区域的清晰度</a:t>
            </a:r>
          </a:p>
        </p:txBody>
      </p:sp>
      <p:sp>
        <p:nvSpPr>
          <p:cNvPr id="1484" name="矩形 52"/>
          <p:cNvSpPr/>
          <p:nvPr/>
        </p:nvSpPr>
        <p:spPr>
          <a:xfrm>
            <a:off x="919162" y="3357562"/>
            <a:ext cx="1055689" cy="32702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85" name="Straight Connector 48"/>
          <p:cNvSpPr/>
          <p:nvPr/>
        </p:nvSpPr>
        <p:spPr>
          <a:xfrm>
            <a:off x="2859088" y="3521075"/>
            <a:ext cx="914402" cy="0"/>
          </a:xfrm>
          <a:prstGeom prst="line">
            <a:avLst/>
          </a:prstGeom>
          <a:ln w="25400">
            <a:solidFill>
              <a:srgbClr val="006CD9"/>
            </a:solidFill>
            <a:miter/>
            <a:tailEnd type="triangle"/>
          </a:ln>
        </p:spPr>
        <p:txBody>
          <a:bodyPr lIns="45718" tIns="45718" rIns="45718" bIns="45718"/>
          <a:lstStyle/>
          <a:p>
            <a:endParaRPr/>
          </a:p>
        </p:txBody>
      </p:sp>
      <p:sp>
        <p:nvSpPr>
          <p:cNvPr id="1486" name="矩形 54"/>
          <p:cNvSpPr/>
          <p:nvPr/>
        </p:nvSpPr>
        <p:spPr>
          <a:xfrm>
            <a:off x="2260600" y="3365500"/>
            <a:ext cx="1055688" cy="327025"/>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87" name="矩形 55"/>
          <p:cNvSpPr/>
          <p:nvPr/>
        </p:nvSpPr>
        <p:spPr>
          <a:xfrm>
            <a:off x="3814762" y="3357562"/>
            <a:ext cx="444502" cy="327027"/>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88" name="Straight Connector 48"/>
          <p:cNvSpPr/>
          <p:nvPr/>
        </p:nvSpPr>
        <p:spPr>
          <a:xfrm>
            <a:off x="4037012" y="3606799"/>
            <a:ext cx="2" cy="673103"/>
          </a:xfrm>
          <a:prstGeom prst="line">
            <a:avLst/>
          </a:prstGeom>
          <a:ln w="25400">
            <a:solidFill>
              <a:srgbClr val="006CD9"/>
            </a:solidFill>
            <a:miter/>
            <a:tailEnd type="triangle"/>
          </a:ln>
        </p:spPr>
        <p:txBody>
          <a:bodyPr lIns="45718" tIns="45718" rIns="45718" bIns="45718"/>
          <a:lstStyle/>
          <a:p>
            <a:endParaRPr/>
          </a:p>
        </p:txBody>
      </p:sp>
      <p:sp>
        <p:nvSpPr>
          <p:cNvPr id="1489" name="矩形 57"/>
          <p:cNvSpPr/>
          <p:nvPr/>
        </p:nvSpPr>
        <p:spPr>
          <a:xfrm>
            <a:off x="3832225" y="4346575"/>
            <a:ext cx="444500" cy="327025"/>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90" name="Straight Connector 48"/>
          <p:cNvSpPr/>
          <p:nvPr/>
        </p:nvSpPr>
        <p:spPr>
          <a:xfrm flipH="1">
            <a:off x="3171824" y="4516437"/>
            <a:ext cx="660402" cy="2"/>
          </a:xfrm>
          <a:prstGeom prst="line">
            <a:avLst/>
          </a:prstGeom>
          <a:ln w="25400">
            <a:solidFill>
              <a:srgbClr val="006CD9"/>
            </a:solidFill>
            <a:miter/>
            <a:tailEnd type="triangle"/>
          </a:ln>
        </p:spPr>
        <p:txBody>
          <a:bodyPr lIns="45718" tIns="45718" rIns="45718" bIns="45718"/>
          <a:lstStyle/>
          <a:p>
            <a:endParaRPr/>
          </a:p>
        </p:txBody>
      </p:sp>
      <p:sp>
        <p:nvSpPr>
          <p:cNvPr id="1491" name="矩形 59"/>
          <p:cNvSpPr/>
          <p:nvPr/>
        </p:nvSpPr>
        <p:spPr>
          <a:xfrm>
            <a:off x="919163" y="4343400"/>
            <a:ext cx="2233612" cy="327025"/>
          </a:xfrm>
          <a:prstGeom prst="rect">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492" name="Straight Connector 48"/>
          <p:cNvSpPr/>
          <p:nvPr/>
        </p:nvSpPr>
        <p:spPr>
          <a:xfrm>
            <a:off x="1300162" y="3529012"/>
            <a:ext cx="914401" cy="2"/>
          </a:xfrm>
          <a:prstGeom prst="line">
            <a:avLst/>
          </a:prstGeom>
          <a:ln w="25400">
            <a:solidFill>
              <a:srgbClr val="006CD9"/>
            </a:solidFill>
            <a:miter/>
            <a:tailEnd type="triangle"/>
          </a:ln>
        </p:spPr>
        <p:txBody>
          <a:bodyPr lIns="45718" tIns="45718" rIns="45718" bIns="45718"/>
          <a:lstStyle/>
          <a:p>
            <a:endParaRPr/>
          </a:p>
        </p:txBody>
      </p:sp>
      <p:sp>
        <p:nvSpPr>
          <p:cNvPr id="1493" name="Straight Connector 48"/>
          <p:cNvSpPr/>
          <p:nvPr/>
        </p:nvSpPr>
        <p:spPr>
          <a:xfrm flipH="1">
            <a:off x="1096962" y="4395787"/>
            <a:ext cx="2" cy="673102"/>
          </a:xfrm>
          <a:prstGeom prst="line">
            <a:avLst/>
          </a:prstGeom>
          <a:ln w="25400">
            <a:solidFill>
              <a:srgbClr val="006CD9"/>
            </a:solidFill>
            <a:miter/>
            <a:tailEnd type="triangle"/>
          </a:ln>
        </p:spPr>
        <p:txBody>
          <a:bodyPr lIns="45718" tIns="45718" rIns="45718" bIns="45718"/>
          <a:lstStyle/>
          <a:p>
            <a:endParaRPr/>
          </a:p>
        </p:txBody>
      </p:sp>
      <p:sp>
        <p:nvSpPr>
          <p:cNvPr id="1494" name="矩形 63"/>
          <p:cNvSpPr/>
          <p:nvPr/>
        </p:nvSpPr>
        <p:spPr>
          <a:xfrm>
            <a:off x="918845" y="5121275"/>
            <a:ext cx="992505" cy="327025"/>
          </a:xfrm>
          <a:prstGeom prst="rect">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495" name="矩形 64"/>
          <p:cNvSpPr/>
          <p:nvPr/>
        </p:nvSpPr>
        <p:spPr>
          <a:xfrm>
            <a:off x="2101850" y="5121275"/>
            <a:ext cx="992505" cy="327025"/>
          </a:xfrm>
          <a:prstGeom prst="rect">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496" name="矩形 65"/>
          <p:cNvSpPr/>
          <p:nvPr/>
        </p:nvSpPr>
        <p:spPr>
          <a:xfrm>
            <a:off x="3284855" y="5121275"/>
            <a:ext cx="992505" cy="327025"/>
          </a:xfrm>
          <a:prstGeom prst="rect">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498" name="Straight Connector 52"/>
          <p:cNvSpPr/>
          <p:nvPr/>
        </p:nvSpPr>
        <p:spPr>
          <a:xfrm>
            <a:off x="1166812" y="5292725"/>
            <a:ext cx="914401" cy="0"/>
          </a:xfrm>
          <a:prstGeom prst="line">
            <a:avLst/>
          </a:prstGeom>
          <a:ln w="25400">
            <a:solidFill>
              <a:srgbClr val="53C800"/>
            </a:solidFill>
            <a:miter/>
            <a:tailEnd type="triangle"/>
          </a:ln>
        </p:spPr>
        <p:txBody>
          <a:bodyPr lIns="45718" tIns="45718" rIns="45718" bIns="45718"/>
          <a:lstStyle/>
          <a:p>
            <a:endParaRPr/>
          </a:p>
        </p:txBody>
      </p:sp>
      <p:sp>
        <p:nvSpPr>
          <p:cNvPr id="1499" name="Straight Connector 52"/>
          <p:cNvSpPr/>
          <p:nvPr/>
        </p:nvSpPr>
        <p:spPr>
          <a:xfrm>
            <a:off x="2349500" y="5292725"/>
            <a:ext cx="914401" cy="0"/>
          </a:xfrm>
          <a:prstGeom prst="line">
            <a:avLst/>
          </a:prstGeom>
          <a:ln w="25400">
            <a:solidFill>
              <a:srgbClr val="53C800"/>
            </a:solidFill>
            <a:miter/>
            <a:tailEnd type="triangle"/>
          </a:ln>
        </p:spPr>
        <p:txBody>
          <a:bodyPr lIns="45718" tIns="45718" rIns="45718" bIns="45718"/>
          <a:lstStyle/>
          <a:p>
            <a:endParaRPr/>
          </a:p>
        </p:txBody>
      </p:sp>
      <p:sp>
        <p:nvSpPr>
          <p:cNvPr id="1500"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矩形 101"/>
          <p:cNvSpPr txBox="1"/>
          <p:nvPr/>
        </p:nvSpPr>
        <p:spPr>
          <a:xfrm>
            <a:off x="937894" y="3027364"/>
            <a:ext cx="3339150" cy="408939"/>
          </a:xfrm>
          <a:prstGeom prst="rect">
            <a:avLst/>
          </a:prstGeom>
          <a:ln w="12700">
            <a:miter lim="400000"/>
          </a:ln>
        </p:spPr>
        <p:txBody>
          <a:bodyPr lIns="45718" tIns="45718" rIns="45718" bIns="45718">
            <a:spAutoFit/>
          </a:bodyPr>
          <a:lstStyle>
            <a:lvl1pPr defTabSz="512445">
              <a:lnSpc>
                <a:spcPct val="130000"/>
              </a:lnSpc>
              <a:defRPr b="1">
                <a:solidFill>
                  <a:srgbClr val="6FBA2C"/>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图标使用说明</a:t>
            </a:r>
          </a:p>
        </p:txBody>
      </p:sp>
      <p:sp>
        <p:nvSpPr>
          <p:cNvPr id="1562" name="矩形 102"/>
          <p:cNvSpPr txBox="1"/>
          <p:nvPr/>
        </p:nvSpPr>
        <p:spPr>
          <a:xfrm>
            <a:off x="931544" y="3500438"/>
            <a:ext cx="2693037" cy="822959"/>
          </a:xfrm>
          <a:prstGeom prst="rect">
            <a:avLst/>
          </a:prstGeom>
          <a:ln w="12700">
            <a:miter lim="400000"/>
          </a:ln>
        </p:spPr>
        <p:txBody>
          <a:bodyPr lIns="45718" tIns="45718" rIns="45718" bIns="45718">
            <a:spAutoFit/>
          </a:bodyPr>
          <a:lstStyle>
            <a:lvl1pPr defTabSz="512445">
              <a:lnSpc>
                <a:spcPct val="130000"/>
              </a:lnSpc>
              <a:defRPr sz="11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缩放图标时按住Shift键;不要扭曲形状。当显示相邻的图标时，保持所有图标相同的大小，并确保它们是对齐的。</a:t>
            </a:r>
          </a:p>
        </p:txBody>
      </p:sp>
      <p:sp>
        <p:nvSpPr>
          <p:cNvPr id="1563"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
        <p:nvSpPr>
          <p:cNvPr id="19" name="椭圆 18"/>
          <p:cNvSpPr/>
          <p:nvPr>
            <p:custDataLst>
              <p:tags r:id="rId1"/>
            </p:custDataLst>
          </p:nvPr>
        </p:nvSpPr>
        <p:spPr>
          <a:xfrm>
            <a:off x="6066790" y="1988185"/>
            <a:ext cx="731520" cy="731520"/>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0" name="椭圆 19"/>
          <p:cNvSpPr/>
          <p:nvPr>
            <p:custDataLst>
              <p:tags r:id="rId2"/>
            </p:custDataLst>
          </p:nvPr>
        </p:nvSpPr>
        <p:spPr>
          <a:xfrm>
            <a:off x="6949440" y="1988185"/>
            <a:ext cx="731520" cy="731520"/>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1" name="椭圆 20"/>
          <p:cNvSpPr/>
          <p:nvPr>
            <p:custDataLst>
              <p:tags r:id="rId3"/>
            </p:custDataLst>
          </p:nvPr>
        </p:nvSpPr>
        <p:spPr>
          <a:xfrm>
            <a:off x="7832725" y="1988185"/>
            <a:ext cx="731520" cy="731520"/>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2" name="椭圆 21"/>
          <p:cNvSpPr/>
          <p:nvPr>
            <p:custDataLst>
              <p:tags r:id="rId4"/>
            </p:custDataLst>
          </p:nvPr>
        </p:nvSpPr>
        <p:spPr>
          <a:xfrm>
            <a:off x="8792210" y="1988185"/>
            <a:ext cx="731520" cy="731520"/>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3" name="椭圆 22"/>
          <p:cNvSpPr/>
          <p:nvPr>
            <p:custDataLst>
              <p:tags r:id="rId5"/>
            </p:custDataLst>
          </p:nvPr>
        </p:nvSpPr>
        <p:spPr>
          <a:xfrm>
            <a:off x="9679305" y="1988185"/>
            <a:ext cx="731520" cy="731520"/>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4" name="椭圆 23"/>
          <p:cNvSpPr/>
          <p:nvPr>
            <p:custDataLst>
              <p:tags r:id="rId6"/>
            </p:custDataLst>
          </p:nvPr>
        </p:nvSpPr>
        <p:spPr>
          <a:xfrm>
            <a:off x="10509250" y="1974215"/>
            <a:ext cx="731520" cy="731520"/>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5" name="椭圆 24"/>
          <p:cNvSpPr/>
          <p:nvPr>
            <p:custDataLst>
              <p:tags r:id="rId7"/>
            </p:custDataLst>
          </p:nvPr>
        </p:nvSpPr>
        <p:spPr>
          <a:xfrm>
            <a:off x="5182870" y="1988185"/>
            <a:ext cx="731520" cy="731520"/>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26" name="图片 3"/>
          <p:cNvPicPr>
            <a:picLocks noChangeAspect="1" noChangeArrowheads="1"/>
          </p:cNvPicPr>
          <p:nvPr>
            <p:custDataLst>
              <p:tags r:id="rId8"/>
            </p:custDataLst>
          </p:nvPr>
        </p:nvPicPr>
        <p:blipFill>
          <a:blip r:embed="rId58" cstate="print">
            <a:biLevel thresh="50000"/>
            <a:grayscl/>
            <a:extLst>
              <a:ext uri="{28A0092B-C50C-407E-A947-70E740481C1C}">
                <a14:useLocalDpi xmlns:a14="http://schemas.microsoft.com/office/drawing/2010/main" val="0"/>
              </a:ext>
            </a:extLst>
          </a:blip>
          <a:srcRect/>
          <a:stretch>
            <a:fillRect/>
          </a:stretch>
        </p:blipFill>
        <p:spPr bwMode="auto">
          <a:xfrm>
            <a:off x="5337175" y="2119313"/>
            <a:ext cx="4540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图片 4"/>
          <p:cNvPicPr>
            <a:picLocks noChangeAspect="1" noChangeArrowheads="1"/>
          </p:cNvPicPr>
          <p:nvPr>
            <p:custDataLst>
              <p:tags r:id="rId9"/>
            </p:custDataLst>
          </p:nvPr>
        </p:nvPicPr>
        <p:blipFill>
          <a:blip r:embed="rId59" cstate="print">
            <a:biLevel thresh="50000"/>
            <a:grayscl/>
            <a:extLst>
              <a:ext uri="{28A0092B-C50C-407E-A947-70E740481C1C}">
                <a14:useLocalDpi xmlns:a14="http://schemas.microsoft.com/office/drawing/2010/main" val="0"/>
              </a:ext>
            </a:extLst>
          </a:blip>
          <a:srcRect/>
          <a:stretch>
            <a:fillRect/>
          </a:stretch>
        </p:blipFill>
        <p:spPr bwMode="auto">
          <a:xfrm>
            <a:off x="10694988" y="2144713"/>
            <a:ext cx="36036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5"/>
          <p:cNvPicPr>
            <a:picLocks noChangeAspect="1" noChangeArrowheads="1"/>
          </p:cNvPicPr>
          <p:nvPr>
            <p:custDataLst>
              <p:tags r:id="rId10"/>
            </p:custDataLst>
          </p:nvPr>
        </p:nvPicPr>
        <p:blipFill>
          <a:blip r:embed="rId60" cstate="print">
            <a:biLevel thresh="50000"/>
            <a:grayscl/>
            <a:extLst>
              <a:ext uri="{28A0092B-C50C-407E-A947-70E740481C1C}">
                <a14:useLocalDpi xmlns:a14="http://schemas.microsoft.com/office/drawing/2010/main" val="0"/>
              </a:ext>
            </a:extLst>
          </a:blip>
          <a:srcRect/>
          <a:stretch>
            <a:fillRect/>
          </a:stretch>
        </p:blipFill>
        <p:spPr bwMode="auto">
          <a:xfrm>
            <a:off x="9844088" y="2139950"/>
            <a:ext cx="401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图片 6"/>
          <p:cNvPicPr>
            <a:picLocks noChangeAspect="1" noChangeArrowheads="1"/>
          </p:cNvPicPr>
          <p:nvPr>
            <p:custDataLst>
              <p:tags r:id="rId11"/>
            </p:custDataLst>
          </p:nvPr>
        </p:nvPicPr>
        <p:blipFill>
          <a:blip r:embed="rId61" cstate="print">
            <a:biLevel thresh="50000"/>
            <a:grayscl/>
            <a:extLst>
              <a:ext uri="{28A0092B-C50C-407E-A947-70E740481C1C}">
                <a14:useLocalDpi xmlns:a14="http://schemas.microsoft.com/office/drawing/2010/main" val="0"/>
              </a:ext>
            </a:extLst>
          </a:blip>
          <a:srcRect/>
          <a:stretch>
            <a:fillRect/>
          </a:stretch>
        </p:blipFill>
        <p:spPr bwMode="auto">
          <a:xfrm>
            <a:off x="8921750" y="2100263"/>
            <a:ext cx="4794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图片 7"/>
          <p:cNvPicPr>
            <a:picLocks noChangeAspect="1" noChangeArrowheads="1"/>
          </p:cNvPicPr>
          <p:nvPr>
            <p:custDataLst>
              <p:tags r:id="rId12"/>
            </p:custDataLst>
          </p:nvPr>
        </p:nvPicPr>
        <p:blipFill>
          <a:blip r:embed="rId62" cstate="print">
            <a:biLevel thresh="50000"/>
            <a:grayscl/>
            <a:extLst>
              <a:ext uri="{28A0092B-C50C-407E-A947-70E740481C1C}">
                <a14:useLocalDpi xmlns:a14="http://schemas.microsoft.com/office/drawing/2010/main" val="0"/>
              </a:ext>
            </a:extLst>
          </a:blip>
          <a:srcRect/>
          <a:stretch>
            <a:fillRect/>
          </a:stretch>
        </p:blipFill>
        <p:spPr bwMode="auto">
          <a:xfrm>
            <a:off x="8059738" y="2162175"/>
            <a:ext cx="38417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图片 8"/>
          <p:cNvPicPr>
            <a:picLocks noChangeAspect="1" noChangeArrowheads="1"/>
          </p:cNvPicPr>
          <p:nvPr>
            <p:custDataLst>
              <p:tags r:id="rId13"/>
            </p:custDataLst>
          </p:nvPr>
        </p:nvPicPr>
        <p:blipFill>
          <a:blip r:embed="rId63" cstate="print">
            <a:biLevel thresh="50000"/>
            <a:grayscl/>
            <a:extLst>
              <a:ext uri="{28A0092B-C50C-407E-A947-70E740481C1C}">
                <a14:useLocalDpi xmlns:a14="http://schemas.microsoft.com/office/drawing/2010/main" val="0"/>
              </a:ext>
            </a:extLst>
          </a:blip>
          <a:srcRect/>
          <a:stretch>
            <a:fillRect/>
          </a:stretch>
        </p:blipFill>
        <p:spPr bwMode="auto">
          <a:xfrm>
            <a:off x="6215063" y="2138363"/>
            <a:ext cx="439737"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图片 9"/>
          <p:cNvPicPr>
            <a:picLocks noChangeAspect="1" noChangeArrowheads="1"/>
          </p:cNvPicPr>
          <p:nvPr>
            <p:custDataLst>
              <p:tags r:id="rId14"/>
            </p:custDataLst>
          </p:nvPr>
        </p:nvPicPr>
        <p:blipFill>
          <a:blip r:embed="rId64" cstate="print">
            <a:biLevel thresh="50000"/>
            <a:grayscl/>
            <a:extLst>
              <a:ext uri="{28A0092B-C50C-407E-A947-70E740481C1C}">
                <a14:useLocalDpi xmlns:a14="http://schemas.microsoft.com/office/drawing/2010/main" val="0"/>
              </a:ext>
            </a:extLst>
          </a:blip>
          <a:srcRect/>
          <a:stretch>
            <a:fillRect/>
          </a:stretch>
        </p:blipFill>
        <p:spPr bwMode="auto">
          <a:xfrm>
            <a:off x="7081838" y="2138363"/>
            <a:ext cx="439737"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椭圆 32"/>
          <p:cNvSpPr/>
          <p:nvPr>
            <p:custDataLst>
              <p:tags r:id="rId15"/>
            </p:custDataLst>
          </p:nvPr>
        </p:nvSpPr>
        <p:spPr>
          <a:xfrm>
            <a:off x="6067425" y="3027363"/>
            <a:ext cx="730250" cy="731837"/>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4" name="椭圆 33"/>
          <p:cNvSpPr/>
          <p:nvPr>
            <p:custDataLst>
              <p:tags r:id="rId16"/>
            </p:custDataLst>
          </p:nvPr>
        </p:nvSpPr>
        <p:spPr>
          <a:xfrm>
            <a:off x="6950075" y="3027363"/>
            <a:ext cx="731838" cy="731837"/>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5" name="椭圆 34"/>
          <p:cNvSpPr/>
          <p:nvPr>
            <p:custDataLst>
              <p:tags r:id="rId17"/>
            </p:custDataLst>
          </p:nvPr>
        </p:nvSpPr>
        <p:spPr>
          <a:xfrm>
            <a:off x="7832725" y="3027363"/>
            <a:ext cx="731838" cy="731837"/>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6" name="椭圆 35"/>
          <p:cNvSpPr/>
          <p:nvPr>
            <p:custDataLst>
              <p:tags r:id="rId18"/>
            </p:custDataLst>
          </p:nvPr>
        </p:nvSpPr>
        <p:spPr>
          <a:xfrm>
            <a:off x="8791575" y="3027363"/>
            <a:ext cx="731838" cy="731837"/>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7" name="椭圆 36"/>
          <p:cNvSpPr/>
          <p:nvPr>
            <p:custDataLst>
              <p:tags r:id="rId19"/>
            </p:custDataLst>
          </p:nvPr>
        </p:nvSpPr>
        <p:spPr>
          <a:xfrm>
            <a:off x="9678988" y="3027363"/>
            <a:ext cx="731837" cy="731837"/>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8" name="椭圆 37"/>
          <p:cNvSpPr/>
          <p:nvPr>
            <p:custDataLst>
              <p:tags r:id="rId20"/>
            </p:custDataLst>
          </p:nvPr>
        </p:nvSpPr>
        <p:spPr>
          <a:xfrm>
            <a:off x="10509250" y="3013075"/>
            <a:ext cx="731838" cy="731838"/>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9" name="椭圆 38"/>
          <p:cNvSpPr/>
          <p:nvPr>
            <p:custDataLst>
              <p:tags r:id="rId21"/>
            </p:custDataLst>
          </p:nvPr>
        </p:nvSpPr>
        <p:spPr>
          <a:xfrm>
            <a:off x="5183188" y="3027363"/>
            <a:ext cx="731837" cy="731837"/>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40" name="图片 39"/>
          <p:cNvPicPr>
            <a:picLocks noChangeAspect="1" noChangeArrowheads="1"/>
          </p:cNvPicPr>
          <p:nvPr>
            <p:custDataLst>
              <p:tags r:id="rId22"/>
            </p:custDataLst>
          </p:nvPr>
        </p:nvPicPr>
        <p:blipFill>
          <a:blip r:embed="rId65" cstate="print">
            <a:biLevel thresh="50000"/>
            <a:grayscl/>
            <a:extLst>
              <a:ext uri="{28A0092B-C50C-407E-A947-70E740481C1C}">
                <a14:useLocalDpi xmlns:a14="http://schemas.microsoft.com/office/drawing/2010/main" val="0"/>
              </a:ext>
            </a:extLst>
          </a:blip>
          <a:srcRect/>
          <a:stretch>
            <a:fillRect/>
          </a:stretch>
        </p:blipFill>
        <p:spPr bwMode="auto">
          <a:xfrm>
            <a:off x="5327650" y="3168650"/>
            <a:ext cx="463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40"/>
          <p:cNvPicPr>
            <a:picLocks noChangeAspect="1" noChangeArrowheads="1"/>
          </p:cNvPicPr>
          <p:nvPr>
            <p:custDataLst>
              <p:tags r:id="rId23"/>
            </p:custDataLst>
          </p:nvPr>
        </p:nvPicPr>
        <p:blipFill>
          <a:blip r:embed="rId66" cstate="print">
            <a:biLevel thresh="50000"/>
            <a:grayscl/>
            <a:extLst>
              <a:ext uri="{28A0092B-C50C-407E-A947-70E740481C1C}">
                <a14:useLocalDpi xmlns:a14="http://schemas.microsoft.com/office/drawing/2010/main" val="0"/>
              </a:ext>
            </a:extLst>
          </a:blip>
          <a:srcRect/>
          <a:stretch>
            <a:fillRect/>
          </a:stretch>
        </p:blipFill>
        <p:spPr bwMode="auto">
          <a:xfrm>
            <a:off x="8005763" y="3194050"/>
            <a:ext cx="398462"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图片 41"/>
          <p:cNvPicPr>
            <a:picLocks noChangeAspect="1" noChangeArrowheads="1"/>
          </p:cNvPicPr>
          <p:nvPr>
            <p:custDataLst>
              <p:tags r:id="rId24"/>
            </p:custDataLst>
          </p:nvPr>
        </p:nvPicPr>
        <p:blipFill>
          <a:blip r:embed="rId67" cstate="print">
            <a:biLevel thresh="50000"/>
            <a:grayscl/>
            <a:extLst>
              <a:ext uri="{28A0092B-C50C-407E-A947-70E740481C1C}">
                <a14:useLocalDpi xmlns:a14="http://schemas.microsoft.com/office/drawing/2010/main" val="0"/>
              </a:ext>
            </a:extLst>
          </a:blip>
          <a:srcRect/>
          <a:stretch>
            <a:fillRect/>
          </a:stretch>
        </p:blipFill>
        <p:spPr bwMode="auto">
          <a:xfrm>
            <a:off x="10694988" y="3160713"/>
            <a:ext cx="43338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图片 42"/>
          <p:cNvPicPr>
            <a:picLocks noChangeAspect="1" noChangeArrowheads="1"/>
          </p:cNvPicPr>
          <p:nvPr>
            <p:custDataLst>
              <p:tags r:id="rId25"/>
            </p:custDataLst>
          </p:nvPr>
        </p:nvPicPr>
        <p:blipFill>
          <a:blip r:embed="rId68" cstate="print">
            <a:biLevel thresh="50000"/>
            <a:grayscl/>
            <a:extLst>
              <a:ext uri="{28A0092B-C50C-407E-A947-70E740481C1C}">
                <a14:useLocalDpi xmlns:a14="http://schemas.microsoft.com/office/drawing/2010/main" val="0"/>
              </a:ext>
            </a:extLst>
          </a:blip>
          <a:srcRect/>
          <a:stretch>
            <a:fillRect/>
          </a:stretch>
        </p:blipFill>
        <p:spPr bwMode="auto">
          <a:xfrm>
            <a:off x="9869488" y="3176588"/>
            <a:ext cx="419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图片 43"/>
          <p:cNvPicPr>
            <a:picLocks noChangeAspect="1" noChangeArrowheads="1"/>
          </p:cNvPicPr>
          <p:nvPr>
            <p:custDataLst>
              <p:tags r:id="rId26"/>
            </p:custDataLst>
          </p:nvPr>
        </p:nvPicPr>
        <p:blipFill>
          <a:blip r:embed="rId69" cstate="print">
            <a:biLevel thresh="50000"/>
            <a:grayscl/>
            <a:extLst>
              <a:ext uri="{28A0092B-C50C-407E-A947-70E740481C1C}">
                <a14:useLocalDpi xmlns:a14="http://schemas.microsoft.com/office/drawing/2010/main" val="0"/>
              </a:ext>
            </a:extLst>
          </a:blip>
          <a:srcRect/>
          <a:stretch>
            <a:fillRect/>
          </a:stretch>
        </p:blipFill>
        <p:spPr bwMode="auto">
          <a:xfrm>
            <a:off x="8893175" y="3143250"/>
            <a:ext cx="5365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图片 31"/>
          <p:cNvPicPr>
            <a:picLocks noChangeAspect="1" noChangeArrowheads="1"/>
          </p:cNvPicPr>
          <p:nvPr>
            <p:custDataLst>
              <p:tags r:id="rId27"/>
            </p:custDataLst>
          </p:nvPr>
        </p:nvPicPr>
        <p:blipFill>
          <a:blip r:embed="rId70" cstate="print">
            <a:biLevel thresh="50000"/>
            <a:grayscl/>
            <a:extLst>
              <a:ext uri="{28A0092B-C50C-407E-A947-70E740481C1C}">
                <a14:useLocalDpi xmlns:a14="http://schemas.microsoft.com/office/drawing/2010/main" val="0"/>
              </a:ext>
            </a:extLst>
          </a:blip>
          <a:srcRect/>
          <a:stretch>
            <a:fillRect/>
          </a:stretch>
        </p:blipFill>
        <p:spPr bwMode="auto">
          <a:xfrm>
            <a:off x="7081838" y="3176588"/>
            <a:ext cx="4730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图片 32"/>
          <p:cNvPicPr>
            <a:picLocks noChangeAspect="1" noChangeArrowheads="1"/>
          </p:cNvPicPr>
          <p:nvPr>
            <p:custDataLst>
              <p:tags r:id="rId28"/>
            </p:custDataLst>
          </p:nvPr>
        </p:nvPicPr>
        <p:blipFill>
          <a:blip r:embed="rId71" cstate="print">
            <a:biLevel thresh="50000"/>
            <a:grayscl/>
            <a:extLst>
              <a:ext uri="{28A0092B-C50C-407E-A947-70E740481C1C}">
                <a14:useLocalDpi xmlns:a14="http://schemas.microsoft.com/office/drawing/2010/main" val="0"/>
              </a:ext>
            </a:extLst>
          </a:blip>
          <a:srcRect/>
          <a:stretch>
            <a:fillRect/>
          </a:stretch>
        </p:blipFill>
        <p:spPr bwMode="auto">
          <a:xfrm>
            <a:off x="6237288" y="3176588"/>
            <a:ext cx="433387"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椭圆 46"/>
          <p:cNvSpPr/>
          <p:nvPr>
            <p:custDataLst>
              <p:tags r:id="rId29"/>
            </p:custDataLst>
          </p:nvPr>
        </p:nvSpPr>
        <p:spPr>
          <a:xfrm>
            <a:off x="6067425" y="4067175"/>
            <a:ext cx="730250" cy="731838"/>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8" name="椭圆 47"/>
          <p:cNvSpPr/>
          <p:nvPr>
            <p:custDataLst>
              <p:tags r:id="rId30"/>
            </p:custDataLst>
          </p:nvPr>
        </p:nvSpPr>
        <p:spPr>
          <a:xfrm>
            <a:off x="6950075" y="4067175"/>
            <a:ext cx="731838" cy="731838"/>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椭圆 48"/>
          <p:cNvSpPr/>
          <p:nvPr>
            <p:custDataLst>
              <p:tags r:id="rId31"/>
            </p:custDataLst>
          </p:nvPr>
        </p:nvSpPr>
        <p:spPr>
          <a:xfrm>
            <a:off x="7832725" y="4067175"/>
            <a:ext cx="731838" cy="731838"/>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0" name="椭圆 49"/>
          <p:cNvSpPr/>
          <p:nvPr>
            <p:custDataLst>
              <p:tags r:id="rId32"/>
            </p:custDataLst>
          </p:nvPr>
        </p:nvSpPr>
        <p:spPr>
          <a:xfrm>
            <a:off x="8791575" y="4067175"/>
            <a:ext cx="731838" cy="731838"/>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1" name="椭圆 50"/>
          <p:cNvSpPr/>
          <p:nvPr>
            <p:custDataLst>
              <p:tags r:id="rId33"/>
            </p:custDataLst>
          </p:nvPr>
        </p:nvSpPr>
        <p:spPr>
          <a:xfrm>
            <a:off x="9678988" y="4067175"/>
            <a:ext cx="731837" cy="731838"/>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2" name="椭圆 51"/>
          <p:cNvSpPr/>
          <p:nvPr>
            <p:custDataLst>
              <p:tags r:id="rId34"/>
            </p:custDataLst>
          </p:nvPr>
        </p:nvSpPr>
        <p:spPr>
          <a:xfrm>
            <a:off x="10509250" y="4052888"/>
            <a:ext cx="731838" cy="731837"/>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54" name="图片 40"/>
          <p:cNvPicPr>
            <a:picLocks noChangeAspect="1" noChangeArrowheads="1"/>
          </p:cNvPicPr>
          <p:nvPr>
            <p:custDataLst>
              <p:tags r:id="rId35"/>
            </p:custDataLst>
          </p:nvPr>
        </p:nvPicPr>
        <p:blipFill>
          <a:blip r:embed="rId72" cstate="print">
            <a:biLevel thresh="50000"/>
            <a:grayscl/>
            <a:extLst>
              <a:ext uri="{28A0092B-C50C-407E-A947-70E740481C1C}">
                <a14:useLocalDpi xmlns:a14="http://schemas.microsoft.com/office/drawing/2010/main" val="0"/>
              </a:ext>
            </a:extLst>
          </a:blip>
          <a:srcRect/>
          <a:stretch>
            <a:fillRect/>
          </a:stretch>
        </p:blipFill>
        <p:spPr bwMode="auto">
          <a:xfrm>
            <a:off x="9853613" y="4194175"/>
            <a:ext cx="434975"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图片 41"/>
          <p:cNvPicPr>
            <a:picLocks noChangeAspect="1" noChangeArrowheads="1"/>
          </p:cNvPicPr>
          <p:nvPr>
            <p:custDataLst>
              <p:tags r:id="rId36"/>
            </p:custDataLst>
          </p:nvPr>
        </p:nvPicPr>
        <p:blipFill>
          <a:blip r:embed="rId73" cstate="print">
            <a:biLevel thresh="50000"/>
            <a:grayscl/>
            <a:extLst>
              <a:ext uri="{28A0092B-C50C-407E-A947-70E740481C1C}">
                <a14:useLocalDpi xmlns:a14="http://schemas.microsoft.com/office/drawing/2010/main" val="0"/>
              </a:ext>
            </a:extLst>
          </a:blip>
          <a:srcRect/>
          <a:stretch>
            <a:fillRect/>
          </a:stretch>
        </p:blipFill>
        <p:spPr bwMode="auto">
          <a:xfrm>
            <a:off x="10694988" y="4194175"/>
            <a:ext cx="4032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图片 42"/>
          <p:cNvPicPr>
            <a:picLocks noChangeAspect="1" noChangeArrowheads="1"/>
          </p:cNvPicPr>
          <p:nvPr>
            <p:custDataLst>
              <p:tags r:id="rId37"/>
            </p:custDataLst>
          </p:nvPr>
        </p:nvPicPr>
        <p:blipFill>
          <a:blip r:embed="rId74" cstate="print">
            <a:biLevel thresh="50000"/>
            <a:grayscl/>
            <a:extLst>
              <a:ext uri="{28A0092B-C50C-407E-A947-70E740481C1C}">
                <a14:useLocalDpi xmlns:a14="http://schemas.microsoft.com/office/drawing/2010/main" val="0"/>
              </a:ext>
            </a:extLst>
          </a:blip>
          <a:srcRect/>
          <a:stretch>
            <a:fillRect/>
          </a:stretch>
        </p:blipFill>
        <p:spPr bwMode="auto">
          <a:xfrm>
            <a:off x="8932863" y="4167188"/>
            <a:ext cx="482600"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图片 43"/>
          <p:cNvPicPr>
            <a:picLocks noChangeAspect="1" noChangeArrowheads="1"/>
          </p:cNvPicPr>
          <p:nvPr>
            <p:custDataLst>
              <p:tags r:id="rId38"/>
            </p:custDataLst>
          </p:nvPr>
        </p:nvPicPr>
        <p:blipFill>
          <a:blip r:embed="rId75" cstate="print">
            <a:biLevel thresh="50000"/>
            <a:grayscl/>
            <a:extLst>
              <a:ext uri="{28A0092B-C50C-407E-A947-70E740481C1C}">
                <a14:useLocalDpi xmlns:a14="http://schemas.microsoft.com/office/drawing/2010/main" val="0"/>
              </a:ext>
            </a:extLst>
          </a:blip>
          <a:srcRect/>
          <a:stretch>
            <a:fillRect/>
          </a:stretch>
        </p:blipFill>
        <p:spPr bwMode="auto">
          <a:xfrm>
            <a:off x="7951788" y="4146550"/>
            <a:ext cx="523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44"/>
          <p:cNvPicPr>
            <a:picLocks noChangeAspect="1" noChangeArrowheads="1"/>
          </p:cNvPicPr>
          <p:nvPr>
            <p:custDataLst>
              <p:tags r:id="rId39"/>
            </p:custDataLst>
          </p:nvPr>
        </p:nvPicPr>
        <p:blipFill>
          <a:blip r:embed="rId76" cstate="print">
            <a:biLevel thresh="50000"/>
            <a:grayscl/>
            <a:extLst>
              <a:ext uri="{28A0092B-C50C-407E-A947-70E740481C1C}">
                <a14:useLocalDpi xmlns:a14="http://schemas.microsoft.com/office/drawing/2010/main" val="0"/>
              </a:ext>
            </a:extLst>
          </a:blip>
          <a:srcRect/>
          <a:stretch>
            <a:fillRect/>
          </a:stretch>
        </p:blipFill>
        <p:spPr bwMode="auto">
          <a:xfrm>
            <a:off x="7113588" y="4230688"/>
            <a:ext cx="376237"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图片 45"/>
          <p:cNvPicPr>
            <a:picLocks noChangeAspect="1" noChangeArrowheads="1"/>
          </p:cNvPicPr>
          <p:nvPr>
            <p:custDataLst>
              <p:tags r:id="rId40"/>
            </p:custDataLst>
          </p:nvPr>
        </p:nvPicPr>
        <p:blipFill>
          <a:blip r:embed="rId77" cstate="print">
            <a:biLevel thresh="50000"/>
            <a:grayscl/>
            <a:extLst>
              <a:ext uri="{28A0092B-C50C-407E-A947-70E740481C1C}">
                <a14:useLocalDpi xmlns:a14="http://schemas.microsoft.com/office/drawing/2010/main" val="0"/>
              </a:ext>
            </a:extLst>
          </a:blip>
          <a:srcRect/>
          <a:stretch>
            <a:fillRect/>
          </a:stretch>
        </p:blipFill>
        <p:spPr bwMode="auto">
          <a:xfrm>
            <a:off x="6197600" y="4146550"/>
            <a:ext cx="523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 name="组合 75"/>
          <p:cNvGrpSpPr/>
          <p:nvPr/>
        </p:nvGrpSpPr>
        <p:grpSpPr>
          <a:xfrm>
            <a:off x="5183505" y="4067175"/>
            <a:ext cx="731520" cy="731520"/>
            <a:chOff x="8163" y="6405"/>
            <a:chExt cx="1152" cy="1152"/>
          </a:xfrm>
        </p:grpSpPr>
        <p:sp>
          <p:nvSpPr>
            <p:cNvPr id="53" name="椭圆 52"/>
            <p:cNvSpPr/>
            <p:nvPr>
              <p:custDataLst>
                <p:tags r:id="rId55"/>
              </p:custDataLst>
            </p:nvPr>
          </p:nvSpPr>
          <p:spPr>
            <a:xfrm>
              <a:off x="8163" y="6405"/>
              <a:ext cx="1152" cy="1153"/>
            </a:xfrm>
            <a:prstGeom prst="ellipse">
              <a:avLst/>
            </a:prstGeom>
            <a:solidFill>
              <a:srgbClr val="006C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60" name="图片 46"/>
            <p:cNvPicPr>
              <a:picLocks noChangeAspect="1" noChangeArrowheads="1"/>
            </p:cNvPicPr>
            <p:nvPr>
              <p:custDataLst>
                <p:tags r:id="rId56"/>
              </p:custDataLst>
            </p:nvPr>
          </p:nvPicPr>
          <p:blipFill>
            <a:blip r:embed="rId78" cstate="print">
              <a:biLevel thresh="50000"/>
              <a:grayscl/>
              <a:extLst>
                <a:ext uri="{28A0092B-C50C-407E-A947-70E740481C1C}">
                  <a14:useLocalDpi xmlns:a14="http://schemas.microsoft.com/office/drawing/2010/main" val="0"/>
                </a:ext>
              </a:extLst>
            </a:blip>
            <a:srcRect/>
            <a:stretch>
              <a:fillRect/>
            </a:stretch>
          </p:blipFill>
          <p:spPr bwMode="auto">
            <a:xfrm>
              <a:off x="8380" y="6605"/>
              <a:ext cx="75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2" name="椭圆 61"/>
          <p:cNvSpPr/>
          <p:nvPr>
            <p:custDataLst>
              <p:tags r:id="rId41"/>
            </p:custDataLst>
          </p:nvPr>
        </p:nvSpPr>
        <p:spPr>
          <a:xfrm>
            <a:off x="7018338" y="5027613"/>
            <a:ext cx="730250" cy="730250"/>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3" name="椭圆 62"/>
          <p:cNvSpPr/>
          <p:nvPr>
            <p:custDataLst>
              <p:tags r:id="rId42"/>
            </p:custDataLst>
          </p:nvPr>
        </p:nvSpPr>
        <p:spPr>
          <a:xfrm>
            <a:off x="7900988" y="5027613"/>
            <a:ext cx="731837" cy="730250"/>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4" name="椭圆 63"/>
          <p:cNvSpPr/>
          <p:nvPr>
            <p:custDataLst>
              <p:tags r:id="rId43"/>
            </p:custDataLst>
          </p:nvPr>
        </p:nvSpPr>
        <p:spPr>
          <a:xfrm>
            <a:off x="8859838" y="5027613"/>
            <a:ext cx="731837" cy="730250"/>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5" name="椭圆 64"/>
          <p:cNvSpPr/>
          <p:nvPr>
            <p:custDataLst>
              <p:tags r:id="rId44"/>
            </p:custDataLst>
          </p:nvPr>
        </p:nvSpPr>
        <p:spPr>
          <a:xfrm>
            <a:off x="9747250" y="5027613"/>
            <a:ext cx="731838" cy="730250"/>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6" name="椭圆 65"/>
          <p:cNvSpPr/>
          <p:nvPr>
            <p:custDataLst>
              <p:tags r:id="rId45"/>
            </p:custDataLst>
          </p:nvPr>
        </p:nvSpPr>
        <p:spPr>
          <a:xfrm>
            <a:off x="10577513" y="5013325"/>
            <a:ext cx="731837" cy="730250"/>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68" name="图片 62"/>
          <p:cNvPicPr>
            <a:picLocks noChangeAspect="1" noChangeArrowheads="1"/>
          </p:cNvPicPr>
          <p:nvPr>
            <p:custDataLst>
              <p:tags r:id="rId46"/>
            </p:custDataLst>
          </p:nvPr>
        </p:nvPicPr>
        <p:blipFill>
          <a:blip r:embed="rId79" cstate="print">
            <a:extLst>
              <a:ext uri="{28A0092B-C50C-407E-A947-70E740481C1C}">
                <a14:useLocalDpi xmlns:a14="http://schemas.microsoft.com/office/drawing/2010/main" val="0"/>
              </a:ext>
            </a:extLst>
          </a:blip>
          <a:srcRect/>
          <a:stretch>
            <a:fillRect/>
          </a:stretch>
        </p:blipFill>
        <p:spPr bwMode="auto">
          <a:xfrm>
            <a:off x="9853613" y="5126038"/>
            <a:ext cx="544512"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图片 63"/>
          <p:cNvPicPr>
            <a:picLocks noChangeAspect="1" noChangeArrowheads="1"/>
          </p:cNvPicPr>
          <p:nvPr>
            <p:custDataLst>
              <p:tags r:id="rId47"/>
            </p:custDataLst>
          </p:nvPr>
        </p:nvPicPr>
        <p:blipFill>
          <a:blip r:embed="rId80" cstate="print">
            <a:extLst>
              <a:ext uri="{28A0092B-C50C-407E-A947-70E740481C1C}">
                <a14:useLocalDpi xmlns:a14="http://schemas.microsoft.com/office/drawing/2010/main" val="0"/>
              </a:ext>
            </a:extLst>
          </a:blip>
          <a:srcRect/>
          <a:stretch>
            <a:fillRect/>
          </a:stretch>
        </p:blipFill>
        <p:spPr bwMode="auto">
          <a:xfrm>
            <a:off x="9010650" y="5159375"/>
            <a:ext cx="4556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图片 64"/>
          <p:cNvPicPr>
            <a:picLocks noChangeAspect="1" noChangeArrowheads="1"/>
          </p:cNvPicPr>
          <p:nvPr>
            <p:custDataLst>
              <p:tags r:id="rId48"/>
            </p:custDataLst>
          </p:nvPr>
        </p:nvPicPr>
        <p:blipFill>
          <a:blip r:embed="rId81" cstate="print">
            <a:extLst>
              <a:ext uri="{28A0092B-C50C-407E-A947-70E740481C1C}">
                <a14:useLocalDpi xmlns:a14="http://schemas.microsoft.com/office/drawing/2010/main" val="0"/>
              </a:ext>
            </a:extLst>
          </a:blip>
          <a:srcRect/>
          <a:stretch>
            <a:fillRect/>
          </a:stretch>
        </p:blipFill>
        <p:spPr bwMode="auto">
          <a:xfrm>
            <a:off x="8037513" y="5106988"/>
            <a:ext cx="517525"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图片 65"/>
          <p:cNvPicPr>
            <a:picLocks noChangeAspect="1" noChangeArrowheads="1"/>
          </p:cNvPicPr>
          <p:nvPr>
            <p:custDataLst>
              <p:tags r:id="rId49"/>
            </p:custDataLst>
          </p:nvPr>
        </p:nvPicPr>
        <p:blipFill>
          <a:blip r:embed="rId82" cstate="print">
            <a:extLst>
              <a:ext uri="{28A0092B-C50C-407E-A947-70E740481C1C}">
                <a14:useLocalDpi xmlns:a14="http://schemas.microsoft.com/office/drawing/2010/main" val="0"/>
              </a:ext>
            </a:extLst>
          </a:blip>
          <a:srcRect/>
          <a:stretch>
            <a:fillRect/>
          </a:stretch>
        </p:blipFill>
        <p:spPr bwMode="auto">
          <a:xfrm>
            <a:off x="10577513" y="5027613"/>
            <a:ext cx="74612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图片 66"/>
          <p:cNvPicPr>
            <a:picLocks noChangeAspect="1" noChangeArrowheads="1"/>
          </p:cNvPicPr>
          <p:nvPr>
            <p:custDataLst>
              <p:tags r:id="rId50"/>
            </p:custDataLst>
          </p:nvPr>
        </p:nvPicPr>
        <p:blipFill>
          <a:blip r:embed="rId83" cstate="print">
            <a:extLst>
              <a:ext uri="{28A0092B-C50C-407E-A947-70E740481C1C}">
                <a14:useLocalDpi xmlns:a14="http://schemas.microsoft.com/office/drawing/2010/main" val="0"/>
              </a:ext>
            </a:extLst>
          </a:blip>
          <a:srcRect/>
          <a:stretch>
            <a:fillRect/>
          </a:stretch>
        </p:blipFill>
        <p:spPr bwMode="auto">
          <a:xfrm>
            <a:off x="7135813" y="5137150"/>
            <a:ext cx="5016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7" name="组合 76"/>
          <p:cNvGrpSpPr/>
          <p:nvPr/>
        </p:nvGrpSpPr>
        <p:grpSpPr>
          <a:xfrm>
            <a:off x="6067425" y="5027930"/>
            <a:ext cx="730250" cy="730250"/>
            <a:chOff x="9663" y="7918"/>
            <a:chExt cx="1150" cy="1150"/>
          </a:xfrm>
        </p:grpSpPr>
        <p:sp>
          <p:nvSpPr>
            <p:cNvPr id="61" name="椭圆 60"/>
            <p:cNvSpPr/>
            <p:nvPr>
              <p:custDataLst>
                <p:tags r:id="rId53"/>
              </p:custDataLst>
            </p:nvPr>
          </p:nvSpPr>
          <p:spPr>
            <a:xfrm>
              <a:off x="9663" y="7918"/>
              <a:ext cx="1150" cy="1150"/>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73" name="图片 67"/>
            <p:cNvPicPr>
              <a:picLocks noChangeAspect="1" noChangeArrowheads="1"/>
            </p:cNvPicPr>
            <p:nvPr>
              <p:custDataLst>
                <p:tags r:id="rId54"/>
              </p:custDataLst>
            </p:nvPr>
          </p:nvPicPr>
          <p:blipFill>
            <a:blip r:embed="rId84" cstate="print">
              <a:extLst>
                <a:ext uri="{28A0092B-C50C-407E-A947-70E740481C1C}">
                  <a14:useLocalDpi xmlns:a14="http://schemas.microsoft.com/office/drawing/2010/main" val="0"/>
                </a:ext>
              </a:extLst>
            </a:blip>
            <a:srcRect/>
            <a:stretch>
              <a:fillRect/>
            </a:stretch>
          </p:blipFill>
          <p:spPr bwMode="auto">
            <a:xfrm>
              <a:off x="9920" y="8165"/>
              <a:ext cx="678" cy="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5" name="组合 74"/>
          <p:cNvGrpSpPr/>
          <p:nvPr/>
        </p:nvGrpSpPr>
        <p:grpSpPr>
          <a:xfrm>
            <a:off x="5183505" y="5027930"/>
            <a:ext cx="731520" cy="730250"/>
            <a:chOff x="8270" y="7918"/>
            <a:chExt cx="1152" cy="1150"/>
          </a:xfrm>
        </p:grpSpPr>
        <p:sp>
          <p:nvSpPr>
            <p:cNvPr id="67" name="椭圆 66"/>
            <p:cNvSpPr/>
            <p:nvPr>
              <p:custDataLst>
                <p:tags r:id="rId51"/>
              </p:custDataLst>
            </p:nvPr>
          </p:nvSpPr>
          <p:spPr>
            <a:xfrm>
              <a:off x="8270" y="7918"/>
              <a:ext cx="1153" cy="1150"/>
            </a:xfrm>
            <a:prstGeom prst="ellipse">
              <a:avLst/>
            </a:prstGeom>
            <a:solidFill>
              <a:srgbClr val="53C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74" name="图片 68"/>
            <p:cNvPicPr>
              <a:picLocks noChangeAspect="1" noChangeArrowheads="1"/>
            </p:cNvPicPr>
            <p:nvPr>
              <p:custDataLst>
                <p:tags r:id="rId52"/>
              </p:custDataLst>
            </p:nvPr>
          </p:nvPicPr>
          <p:blipFill>
            <a:blip r:embed="rId85" cstate="print">
              <a:extLst>
                <a:ext uri="{28A0092B-C50C-407E-A947-70E740481C1C}">
                  <a14:useLocalDpi xmlns:a14="http://schemas.microsoft.com/office/drawing/2010/main" val="0"/>
                </a:ext>
              </a:extLst>
            </a:blip>
            <a:srcRect/>
            <a:stretch>
              <a:fillRect/>
            </a:stretch>
          </p:blipFill>
          <p:spPr bwMode="auto">
            <a:xfrm>
              <a:off x="8370" y="7995"/>
              <a:ext cx="980" cy="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5" name="椭圆 22"/>
          <p:cNvSpPr/>
          <p:nvPr/>
        </p:nvSpPr>
        <p:spPr>
          <a:xfrm>
            <a:off x="5744845" y="398272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66" name="椭圆 23"/>
          <p:cNvSpPr/>
          <p:nvPr/>
        </p:nvSpPr>
        <p:spPr>
          <a:xfrm>
            <a:off x="6628130" y="398272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67" name="椭圆 24"/>
          <p:cNvSpPr/>
          <p:nvPr/>
        </p:nvSpPr>
        <p:spPr>
          <a:xfrm>
            <a:off x="7510780" y="398272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68" name="椭圆 25"/>
          <p:cNvSpPr/>
          <p:nvPr/>
        </p:nvSpPr>
        <p:spPr>
          <a:xfrm>
            <a:off x="8470900" y="398272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69" name="椭圆 26"/>
          <p:cNvSpPr/>
          <p:nvPr/>
        </p:nvSpPr>
        <p:spPr>
          <a:xfrm>
            <a:off x="9358630" y="398272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0" name="椭圆 27"/>
          <p:cNvSpPr/>
          <p:nvPr/>
        </p:nvSpPr>
        <p:spPr>
          <a:xfrm>
            <a:off x="10223500" y="396875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1" name="椭圆 28"/>
          <p:cNvSpPr/>
          <p:nvPr/>
        </p:nvSpPr>
        <p:spPr>
          <a:xfrm>
            <a:off x="4860925" y="398272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2" name="椭圆 66"/>
          <p:cNvSpPr/>
          <p:nvPr/>
        </p:nvSpPr>
        <p:spPr>
          <a:xfrm>
            <a:off x="3022600" y="3976370"/>
            <a:ext cx="732155"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3" name="椭圆 67"/>
          <p:cNvSpPr/>
          <p:nvPr/>
        </p:nvSpPr>
        <p:spPr>
          <a:xfrm>
            <a:off x="3911600" y="3976370"/>
            <a:ext cx="730250"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4" name="椭圆 68"/>
          <p:cNvSpPr/>
          <p:nvPr/>
        </p:nvSpPr>
        <p:spPr>
          <a:xfrm>
            <a:off x="2134870" y="3976370"/>
            <a:ext cx="732155"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5" name="椭圆 85"/>
          <p:cNvSpPr/>
          <p:nvPr/>
        </p:nvSpPr>
        <p:spPr>
          <a:xfrm>
            <a:off x="1216025" y="3975100"/>
            <a:ext cx="732155"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7" name="椭圆 3"/>
          <p:cNvSpPr/>
          <p:nvPr/>
        </p:nvSpPr>
        <p:spPr>
          <a:xfrm>
            <a:off x="4860925" y="2930525"/>
            <a:ext cx="732155"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8" name="椭圆 4"/>
          <p:cNvSpPr/>
          <p:nvPr/>
        </p:nvSpPr>
        <p:spPr>
          <a:xfrm>
            <a:off x="5744845" y="2930525"/>
            <a:ext cx="732155"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79" name="椭圆 5"/>
          <p:cNvSpPr/>
          <p:nvPr/>
        </p:nvSpPr>
        <p:spPr>
          <a:xfrm>
            <a:off x="6627495" y="2930525"/>
            <a:ext cx="732155"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0" name="椭圆 6"/>
          <p:cNvSpPr/>
          <p:nvPr/>
        </p:nvSpPr>
        <p:spPr>
          <a:xfrm>
            <a:off x="7510145" y="2930525"/>
            <a:ext cx="732155"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1" name="椭圆 7"/>
          <p:cNvSpPr/>
          <p:nvPr/>
        </p:nvSpPr>
        <p:spPr>
          <a:xfrm>
            <a:off x="8470900" y="2944495"/>
            <a:ext cx="730250"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2" name="椭圆 8"/>
          <p:cNvSpPr/>
          <p:nvPr/>
        </p:nvSpPr>
        <p:spPr>
          <a:xfrm>
            <a:off x="9358630" y="2944495"/>
            <a:ext cx="730250"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3" name="椭圆 9"/>
          <p:cNvSpPr/>
          <p:nvPr/>
        </p:nvSpPr>
        <p:spPr>
          <a:xfrm>
            <a:off x="10223500" y="2930525"/>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4" name="椭圆 11"/>
          <p:cNvSpPr/>
          <p:nvPr/>
        </p:nvSpPr>
        <p:spPr>
          <a:xfrm>
            <a:off x="3022600" y="2940050"/>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5" name="椭圆 12"/>
          <p:cNvSpPr/>
          <p:nvPr/>
        </p:nvSpPr>
        <p:spPr>
          <a:xfrm>
            <a:off x="3911600" y="2940050"/>
            <a:ext cx="730250"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6" name="椭圆 13"/>
          <p:cNvSpPr/>
          <p:nvPr/>
        </p:nvSpPr>
        <p:spPr>
          <a:xfrm>
            <a:off x="2134870" y="2940050"/>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7" name="椭圆 14"/>
          <p:cNvSpPr/>
          <p:nvPr/>
        </p:nvSpPr>
        <p:spPr>
          <a:xfrm>
            <a:off x="1207770" y="2943225"/>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89" name="椭圆 15"/>
          <p:cNvSpPr/>
          <p:nvPr/>
        </p:nvSpPr>
        <p:spPr>
          <a:xfrm>
            <a:off x="5744845" y="190500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0" name="椭圆 16"/>
          <p:cNvSpPr/>
          <p:nvPr/>
        </p:nvSpPr>
        <p:spPr>
          <a:xfrm>
            <a:off x="6627495" y="190500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1" name="椭圆 17"/>
          <p:cNvSpPr/>
          <p:nvPr/>
        </p:nvSpPr>
        <p:spPr>
          <a:xfrm>
            <a:off x="7510145" y="190500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2" name="椭圆 18"/>
          <p:cNvSpPr/>
          <p:nvPr/>
        </p:nvSpPr>
        <p:spPr>
          <a:xfrm>
            <a:off x="8470900" y="190500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3" name="椭圆 19"/>
          <p:cNvSpPr/>
          <p:nvPr/>
        </p:nvSpPr>
        <p:spPr>
          <a:xfrm>
            <a:off x="9358630" y="190500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4" name="椭圆 20"/>
          <p:cNvSpPr/>
          <p:nvPr/>
        </p:nvSpPr>
        <p:spPr>
          <a:xfrm>
            <a:off x="10223500" y="1890395"/>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5" name="椭圆 21"/>
          <p:cNvSpPr/>
          <p:nvPr/>
        </p:nvSpPr>
        <p:spPr>
          <a:xfrm>
            <a:off x="4860925" y="190500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6" name="椭圆 69"/>
          <p:cNvSpPr/>
          <p:nvPr/>
        </p:nvSpPr>
        <p:spPr>
          <a:xfrm>
            <a:off x="3022600" y="191770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7" name="椭圆 70"/>
          <p:cNvSpPr/>
          <p:nvPr/>
        </p:nvSpPr>
        <p:spPr>
          <a:xfrm>
            <a:off x="3911600" y="191770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8" name="椭圆 71"/>
          <p:cNvSpPr/>
          <p:nvPr/>
        </p:nvSpPr>
        <p:spPr>
          <a:xfrm>
            <a:off x="2134870" y="191770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599" name="椭圆 86"/>
          <p:cNvSpPr/>
          <p:nvPr/>
        </p:nvSpPr>
        <p:spPr>
          <a:xfrm>
            <a:off x="1229995" y="196850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pic>
        <p:nvPicPr>
          <p:cNvPr id="1601" name="图片 57" descr="图片 57"/>
          <p:cNvPicPr>
            <a:picLocks noChangeAspect="1"/>
          </p:cNvPicPr>
          <p:nvPr/>
        </p:nvPicPr>
        <p:blipFill>
          <a:blip r:embed="rId2"/>
          <a:stretch>
            <a:fillRect/>
          </a:stretch>
        </p:blipFill>
        <p:spPr>
          <a:xfrm>
            <a:off x="4924425" y="2968625"/>
            <a:ext cx="592138" cy="592138"/>
          </a:xfrm>
          <a:prstGeom prst="rect">
            <a:avLst/>
          </a:prstGeom>
          <a:ln w="12700">
            <a:miter lim="400000"/>
            <a:headEnd/>
            <a:tailEnd/>
          </a:ln>
        </p:spPr>
      </p:pic>
      <p:sp>
        <p:nvSpPr>
          <p:cNvPr id="1602" name="椭圆 29"/>
          <p:cNvSpPr/>
          <p:nvPr/>
        </p:nvSpPr>
        <p:spPr>
          <a:xfrm>
            <a:off x="5816598" y="4937125"/>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03" name="椭圆 30"/>
          <p:cNvSpPr/>
          <p:nvPr/>
        </p:nvSpPr>
        <p:spPr>
          <a:xfrm>
            <a:off x="6704013" y="4937125"/>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04" name="椭圆 31"/>
          <p:cNvSpPr/>
          <p:nvPr/>
        </p:nvSpPr>
        <p:spPr>
          <a:xfrm>
            <a:off x="7593013" y="4937125"/>
            <a:ext cx="730253"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05" name="椭圆 32"/>
          <p:cNvSpPr/>
          <p:nvPr/>
        </p:nvSpPr>
        <p:spPr>
          <a:xfrm>
            <a:off x="8480424" y="4937125"/>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06" name="椭圆 33"/>
          <p:cNvSpPr/>
          <p:nvPr/>
        </p:nvSpPr>
        <p:spPr>
          <a:xfrm>
            <a:off x="9367838" y="4937125"/>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07" name="椭圆 34"/>
          <p:cNvSpPr/>
          <p:nvPr/>
        </p:nvSpPr>
        <p:spPr>
          <a:xfrm>
            <a:off x="10263188" y="4937125"/>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08" name="椭圆 35"/>
          <p:cNvSpPr/>
          <p:nvPr/>
        </p:nvSpPr>
        <p:spPr>
          <a:xfrm>
            <a:off x="4929187" y="4937125"/>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1609" name="图片 59" descr="图片 59"/>
          <p:cNvPicPr>
            <a:picLocks noChangeAspect="1"/>
          </p:cNvPicPr>
          <p:nvPr/>
        </p:nvPicPr>
        <p:blipFill>
          <a:blip r:embed="rId3"/>
          <a:stretch>
            <a:fillRect/>
          </a:stretch>
        </p:blipFill>
        <p:spPr>
          <a:xfrm>
            <a:off x="5865812" y="3070225"/>
            <a:ext cx="492127" cy="490538"/>
          </a:xfrm>
          <a:prstGeom prst="rect">
            <a:avLst/>
          </a:prstGeom>
          <a:ln w="12700">
            <a:miter lim="400000"/>
            <a:headEnd/>
            <a:tailEnd/>
          </a:ln>
        </p:spPr>
      </p:pic>
      <p:pic>
        <p:nvPicPr>
          <p:cNvPr id="1610" name="图片 60" descr="图片 60"/>
          <p:cNvPicPr>
            <a:picLocks noChangeAspect="1"/>
          </p:cNvPicPr>
          <p:nvPr/>
        </p:nvPicPr>
        <p:blipFill>
          <a:blip r:embed="rId4"/>
          <a:stretch>
            <a:fillRect/>
          </a:stretch>
        </p:blipFill>
        <p:spPr>
          <a:xfrm>
            <a:off x="10291763" y="1995488"/>
            <a:ext cx="552452" cy="550864"/>
          </a:xfrm>
          <a:prstGeom prst="rect">
            <a:avLst/>
          </a:prstGeom>
          <a:ln w="12700">
            <a:miter lim="400000"/>
            <a:headEnd/>
            <a:tailEnd/>
          </a:ln>
        </p:spPr>
      </p:pic>
      <p:pic>
        <p:nvPicPr>
          <p:cNvPr id="1611" name="图片 64" descr="图片 64"/>
          <p:cNvPicPr>
            <a:picLocks noChangeAspect="1"/>
          </p:cNvPicPr>
          <p:nvPr/>
        </p:nvPicPr>
        <p:blipFill>
          <a:blip r:embed="rId5"/>
          <a:stretch>
            <a:fillRect/>
          </a:stretch>
        </p:blipFill>
        <p:spPr>
          <a:xfrm>
            <a:off x="9390063" y="1952625"/>
            <a:ext cx="622302" cy="622300"/>
          </a:xfrm>
          <a:prstGeom prst="rect">
            <a:avLst/>
          </a:prstGeom>
          <a:ln w="12700">
            <a:miter lim="400000"/>
            <a:headEnd/>
            <a:tailEnd/>
          </a:ln>
        </p:spPr>
      </p:pic>
      <p:pic>
        <p:nvPicPr>
          <p:cNvPr id="1612" name="图片 65" descr="图片 65"/>
          <p:cNvPicPr>
            <a:picLocks noChangeAspect="1"/>
          </p:cNvPicPr>
          <p:nvPr/>
        </p:nvPicPr>
        <p:blipFill>
          <a:blip r:embed="rId6"/>
          <a:stretch>
            <a:fillRect/>
          </a:stretch>
        </p:blipFill>
        <p:spPr>
          <a:xfrm>
            <a:off x="6704013" y="3011488"/>
            <a:ext cx="595314" cy="595314"/>
          </a:xfrm>
          <a:prstGeom prst="rect">
            <a:avLst/>
          </a:prstGeom>
          <a:ln w="12700">
            <a:miter lim="400000"/>
            <a:headEnd/>
            <a:tailEnd/>
          </a:ln>
        </p:spPr>
      </p:pic>
      <p:pic>
        <p:nvPicPr>
          <p:cNvPr id="1613" name="图片 66" descr="图片 66"/>
          <p:cNvPicPr>
            <a:picLocks noChangeAspect="1"/>
          </p:cNvPicPr>
          <p:nvPr/>
        </p:nvPicPr>
        <p:blipFill>
          <a:blip r:embed="rId7"/>
          <a:stretch>
            <a:fillRect/>
          </a:stretch>
        </p:blipFill>
        <p:spPr>
          <a:xfrm>
            <a:off x="7626350" y="3051175"/>
            <a:ext cx="530225" cy="531813"/>
          </a:xfrm>
          <a:prstGeom prst="rect">
            <a:avLst/>
          </a:prstGeom>
          <a:ln w="12700">
            <a:miter lim="400000"/>
            <a:headEnd/>
            <a:tailEnd/>
          </a:ln>
        </p:spPr>
      </p:pic>
      <p:pic>
        <p:nvPicPr>
          <p:cNvPr id="1614" name="图片 67" descr="图片 67"/>
          <p:cNvPicPr>
            <a:picLocks noChangeAspect="1"/>
          </p:cNvPicPr>
          <p:nvPr/>
        </p:nvPicPr>
        <p:blipFill>
          <a:blip r:embed="rId8"/>
          <a:stretch>
            <a:fillRect/>
          </a:stretch>
        </p:blipFill>
        <p:spPr>
          <a:xfrm>
            <a:off x="8582025" y="3009900"/>
            <a:ext cx="538163" cy="536575"/>
          </a:xfrm>
          <a:prstGeom prst="rect">
            <a:avLst/>
          </a:prstGeom>
          <a:ln w="12700">
            <a:miter lim="400000"/>
            <a:headEnd/>
            <a:tailEnd/>
          </a:ln>
        </p:spPr>
      </p:pic>
      <p:pic>
        <p:nvPicPr>
          <p:cNvPr id="1615" name="图片 69" descr="图片 69"/>
          <p:cNvPicPr>
            <a:picLocks noChangeAspect="1"/>
          </p:cNvPicPr>
          <p:nvPr/>
        </p:nvPicPr>
        <p:blipFill>
          <a:blip r:embed="rId9"/>
          <a:stretch>
            <a:fillRect/>
          </a:stretch>
        </p:blipFill>
        <p:spPr>
          <a:xfrm>
            <a:off x="9456738" y="3087688"/>
            <a:ext cx="476252" cy="476252"/>
          </a:xfrm>
          <a:prstGeom prst="rect">
            <a:avLst/>
          </a:prstGeom>
          <a:ln w="12700">
            <a:miter lim="400000"/>
            <a:headEnd/>
            <a:tailEnd/>
          </a:ln>
        </p:spPr>
      </p:pic>
      <p:pic>
        <p:nvPicPr>
          <p:cNvPr id="1616" name="图片 70" descr="图片 70"/>
          <p:cNvPicPr>
            <a:picLocks noChangeAspect="1"/>
          </p:cNvPicPr>
          <p:nvPr/>
        </p:nvPicPr>
        <p:blipFill>
          <a:blip r:embed="rId10"/>
          <a:stretch>
            <a:fillRect/>
          </a:stretch>
        </p:blipFill>
        <p:spPr>
          <a:xfrm>
            <a:off x="10328275" y="3024188"/>
            <a:ext cx="515938" cy="515939"/>
          </a:xfrm>
          <a:prstGeom prst="rect">
            <a:avLst/>
          </a:prstGeom>
          <a:ln w="12700">
            <a:miter lim="400000"/>
            <a:headEnd/>
            <a:tailEnd/>
          </a:ln>
        </p:spPr>
      </p:pic>
      <p:pic>
        <p:nvPicPr>
          <p:cNvPr id="1617" name="图片 71" descr="图片 71"/>
          <p:cNvPicPr>
            <a:picLocks noChangeAspect="1"/>
          </p:cNvPicPr>
          <p:nvPr/>
        </p:nvPicPr>
        <p:blipFill>
          <a:blip r:embed="rId11"/>
          <a:stretch>
            <a:fillRect/>
          </a:stretch>
        </p:blipFill>
        <p:spPr>
          <a:xfrm>
            <a:off x="8594725" y="2028825"/>
            <a:ext cx="438150" cy="438150"/>
          </a:xfrm>
          <a:prstGeom prst="rect">
            <a:avLst/>
          </a:prstGeom>
          <a:ln w="12700">
            <a:miter lim="400000"/>
            <a:headEnd/>
            <a:tailEnd/>
          </a:ln>
        </p:spPr>
      </p:pic>
      <p:pic>
        <p:nvPicPr>
          <p:cNvPr id="1618" name="图片 72" descr="图片 72"/>
          <p:cNvPicPr>
            <a:picLocks noChangeAspect="1"/>
          </p:cNvPicPr>
          <p:nvPr/>
        </p:nvPicPr>
        <p:blipFill>
          <a:blip r:embed="rId12"/>
          <a:stretch>
            <a:fillRect/>
          </a:stretch>
        </p:blipFill>
        <p:spPr>
          <a:xfrm>
            <a:off x="7664450" y="2039938"/>
            <a:ext cx="455613" cy="454027"/>
          </a:xfrm>
          <a:prstGeom prst="rect">
            <a:avLst/>
          </a:prstGeom>
          <a:ln w="12700">
            <a:miter lim="400000"/>
            <a:headEnd/>
            <a:tailEnd/>
          </a:ln>
        </p:spPr>
      </p:pic>
      <p:pic>
        <p:nvPicPr>
          <p:cNvPr id="1619" name="图片 73" descr="图片 73"/>
          <p:cNvPicPr>
            <a:picLocks noChangeAspect="1"/>
          </p:cNvPicPr>
          <p:nvPr/>
        </p:nvPicPr>
        <p:blipFill>
          <a:blip r:embed="rId13"/>
          <a:stretch>
            <a:fillRect/>
          </a:stretch>
        </p:blipFill>
        <p:spPr>
          <a:xfrm>
            <a:off x="6734175" y="2039938"/>
            <a:ext cx="450850" cy="450852"/>
          </a:xfrm>
          <a:prstGeom prst="rect">
            <a:avLst/>
          </a:prstGeom>
          <a:ln w="12700">
            <a:miter lim="400000"/>
            <a:headEnd/>
            <a:tailEnd/>
          </a:ln>
        </p:spPr>
      </p:pic>
      <p:pic>
        <p:nvPicPr>
          <p:cNvPr id="1620" name="图片 74" descr="图片 74"/>
          <p:cNvPicPr>
            <a:picLocks noChangeAspect="1"/>
          </p:cNvPicPr>
          <p:nvPr/>
        </p:nvPicPr>
        <p:blipFill>
          <a:blip r:embed="rId14"/>
          <a:stretch>
            <a:fillRect/>
          </a:stretch>
        </p:blipFill>
        <p:spPr>
          <a:xfrm>
            <a:off x="5808662" y="1970088"/>
            <a:ext cx="604839" cy="604839"/>
          </a:xfrm>
          <a:prstGeom prst="rect">
            <a:avLst/>
          </a:prstGeom>
          <a:ln w="12700">
            <a:miter lim="400000"/>
            <a:headEnd/>
            <a:tailEnd/>
          </a:ln>
        </p:spPr>
      </p:pic>
      <p:pic>
        <p:nvPicPr>
          <p:cNvPr id="1621" name="图片 76" descr="图片 76"/>
          <p:cNvPicPr>
            <a:picLocks noChangeAspect="1"/>
          </p:cNvPicPr>
          <p:nvPr/>
        </p:nvPicPr>
        <p:blipFill>
          <a:blip r:embed="rId15"/>
          <a:stretch>
            <a:fillRect/>
          </a:stretch>
        </p:blipFill>
        <p:spPr>
          <a:xfrm>
            <a:off x="4887912" y="1930400"/>
            <a:ext cx="679452" cy="679450"/>
          </a:xfrm>
          <a:prstGeom prst="rect">
            <a:avLst/>
          </a:prstGeom>
          <a:ln w="12700">
            <a:miter lim="400000"/>
            <a:headEnd/>
            <a:tailEnd/>
          </a:ln>
        </p:spPr>
      </p:pic>
      <p:pic>
        <p:nvPicPr>
          <p:cNvPr id="1622" name="图片 77" descr="图片 77"/>
          <p:cNvPicPr>
            <a:picLocks noChangeAspect="1"/>
          </p:cNvPicPr>
          <p:nvPr/>
        </p:nvPicPr>
        <p:blipFill>
          <a:blip r:embed="rId16"/>
          <a:stretch>
            <a:fillRect/>
          </a:stretch>
        </p:blipFill>
        <p:spPr>
          <a:xfrm>
            <a:off x="5019675" y="4070350"/>
            <a:ext cx="482600" cy="484188"/>
          </a:xfrm>
          <a:prstGeom prst="rect">
            <a:avLst/>
          </a:prstGeom>
          <a:ln w="12700">
            <a:miter lim="400000"/>
            <a:headEnd/>
            <a:tailEnd/>
          </a:ln>
        </p:spPr>
      </p:pic>
      <p:pic>
        <p:nvPicPr>
          <p:cNvPr id="1623" name="图片 78" descr="图片 78"/>
          <p:cNvPicPr>
            <a:picLocks noChangeAspect="1"/>
          </p:cNvPicPr>
          <p:nvPr/>
        </p:nvPicPr>
        <p:blipFill>
          <a:blip r:embed="rId17"/>
          <a:stretch>
            <a:fillRect/>
          </a:stretch>
        </p:blipFill>
        <p:spPr>
          <a:xfrm>
            <a:off x="6832600" y="4140200"/>
            <a:ext cx="355600" cy="355600"/>
          </a:xfrm>
          <a:prstGeom prst="rect">
            <a:avLst/>
          </a:prstGeom>
          <a:ln w="12700">
            <a:miter lim="400000"/>
            <a:headEnd/>
            <a:tailEnd/>
          </a:ln>
        </p:spPr>
      </p:pic>
      <p:pic>
        <p:nvPicPr>
          <p:cNvPr id="1624" name="图片 79" descr="图片 79"/>
          <p:cNvPicPr>
            <a:picLocks noChangeAspect="1"/>
          </p:cNvPicPr>
          <p:nvPr/>
        </p:nvPicPr>
        <p:blipFill>
          <a:blip r:embed="rId18"/>
          <a:stretch>
            <a:fillRect/>
          </a:stretch>
        </p:blipFill>
        <p:spPr>
          <a:xfrm>
            <a:off x="7588250" y="4060825"/>
            <a:ext cx="576263" cy="576263"/>
          </a:xfrm>
          <a:prstGeom prst="rect">
            <a:avLst/>
          </a:prstGeom>
          <a:ln w="12700">
            <a:miter lim="400000"/>
            <a:headEnd/>
            <a:tailEnd/>
          </a:ln>
        </p:spPr>
      </p:pic>
      <p:pic>
        <p:nvPicPr>
          <p:cNvPr id="1625" name="图片 80" descr="图片 80"/>
          <p:cNvPicPr>
            <a:picLocks noChangeAspect="1"/>
          </p:cNvPicPr>
          <p:nvPr/>
        </p:nvPicPr>
        <p:blipFill>
          <a:blip r:embed="rId19"/>
          <a:stretch>
            <a:fillRect/>
          </a:stretch>
        </p:blipFill>
        <p:spPr>
          <a:xfrm>
            <a:off x="8629650" y="4110037"/>
            <a:ext cx="417513" cy="415927"/>
          </a:xfrm>
          <a:prstGeom prst="rect">
            <a:avLst/>
          </a:prstGeom>
          <a:ln w="12700">
            <a:miter lim="400000"/>
            <a:headEnd/>
            <a:tailEnd/>
          </a:ln>
        </p:spPr>
      </p:pic>
      <p:pic>
        <p:nvPicPr>
          <p:cNvPr id="1626" name="图片 81" descr="图片 81"/>
          <p:cNvPicPr>
            <a:picLocks noChangeAspect="1"/>
          </p:cNvPicPr>
          <p:nvPr/>
        </p:nvPicPr>
        <p:blipFill>
          <a:blip r:embed="rId20"/>
          <a:stretch>
            <a:fillRect/>
          </a:stretch>
        </p:blipFill>
        <p:spPr>
          <a:xfrm>
            <a:off x="9461500" y="4070350"/>
            <a:ext cx="530225" cy="530225"/>
          </a:xfrm>
          <a:prstGeom prst="rect">
            <a:avLst/>
          </a:prstGeom>
          <a:ln w="12700">
            <a:miter lim="400000"/>
            <a:headEnd/>
            <a:tailEnd/>
          </a:ln>
        </p:spPr>
      </p:pic>
      <p:pic>
        <p:nvPicPr>
          <p:cNvPr id="1627" name="图片 82" descr="图片 82"/>
          <p:cNvPicPr>
            <a:picLocks noChangeAspect="1"/>
          </p:cNvPicPr>
          <p:nvPr/>
        </p:nvPicPr>
        <p:blipFill>
          <a:blip r:embed="rId21"/>
          <a:stretch>
            <a:fillRect/>
          </a:stretch>
        </p:blipFill>
        <p:spPr>
          <a:xfrm>
            <a:off x="10363200" y="4110037"/>
            <a:ext cx="452438" cy="450852"/>
          </a:xfrm>
          <a:prstGeom prst="rect">
            <a:avLst/>
          </a:prstGeom>
          <a:ln w="12700">
            <a:miter lim="400000"/>
            <a:headEnd/>
            <a:tailEnd/>
          </a:ln>
        </p:spPr>
      </p:pic>
      <p:pic>
        <p:nvPicPr>
          <p:cNvPr id="1628" name="图片 83" descr="图片 83"/>
          <p:cNvPicPr>
            <a:picLocks noChangeAspect="1"/>
          </p:cNvPicPr>
          <p:nvPr/>
        </p:nvPicPr>
        <p:blipFill>
          <a:blip r:embed="rId22"/>
          <a:stretch>
            <a:fillRect/>
          </a:stretch>
        </p:blipFill>
        <p:spPr>
          <a:xfrm>
            <a:off x="5897562" y="4140200"/>
            <a:ext cx="441327" cy="441325"/>
          </a:xfrm>
          <a:prstGeom prst="rect">
            <a:avLst/>
          </a:prstGeom>
          <a:ln w="12700">
            <a:miter lim="400000"/>
            <a:headEnd/>
            <a:tailEnd/>
          </a:ln>
        </p:spPr>
      </p:pic>
      <p:sp>
        <p:nvSpPr>
          <p:cNvPr id="1629" name="椭圆 63"/>
          <p:cNvSpPr/>
          <p:nvPr/>
        </p:nvSpPr>
        <p:spPr>
          <a:xfrm>
            <a:off x="3022599" y="4952998"/>
            <a:ext cx="731841" cy="731841"/>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30" name="椭圆 64"/>
          <p:cNvSpPr/>
          <p:nvPr/>
        </p:nvSpPr>
        <p:spPr>
          <a:xfrm>
            <a:off x="3911600" y="4952998"/>
            <a:ext cx="730250" cy="731841"/>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631" name="椭圆 65"/>
          <p:cNvSpPr/>
          <p:nvPr/>
        </p:nvSpPr>
        <p:spPr>
          <a:xfrm>
            <a:off x="2135188" y="4952998"/>
            <a:ext cx="731841" cy="731841"/>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1632" name="图片 104" descr="图片 104"/>
          <p:cNvPicPr>
            <a:picLocks noChangeAspect="1"/>
          </p:cNvPicPr>
          <p:nvPr/>
        </p:nvPicPr>
        <p:blipFill>
          <a:blip r:embed="rId23"/>
          <a:stretch>
            <a:fillRect/>
          </a:stretch>
        </p:blipFill>
        <p:spPr>
          <a:xfrm>
            <a:off x="3181350" y="4152900"/>
            <a:ext cx="434975" cy="434975"/>
          </a:xfrm>
          <a:prstGeom prst="rect">
            <a:avLst/>
          </a:prstGeom>
          <a:ln w="12700">
            <a:miter lim="400000"/>
            <a:headEnd/>
            <a:tailEnd/>
          </a:ln>
        </p:spPr>
      </p:pic>
      <p:pic>
        <p:nvPicPr>
          <p:cNvPr id="1633" name="图片 106" descr="图片 106"/>
          <p:cNvPicPr>
            <a:picLocks noChangeAspect="1"/>
          </p:cNvPicPr>
          <p:nvPr/>
        </p:nvPicPr>
        <p:blipFill>
          <a:blip r:embed="rId24"/>
          <a:stretch>
            <a:fillRect/>
          </a:stretch>
        </p:blipFill>
        <p:spPr>
          <a:xfrm>
            <a:off x="4106862" y="4186237"/>
            <a:ext cx="350839" cy="350839"/>
          </a:xfrm>
          <a:prstGeom prst="rect">
            <a:avLst/>
          </a:prstGeom>
          <a:ln w="12700">
            <a:miter lim="400000"/>
            <a:headEnd/>
            <a:tailEnd/>
          </a:ln>
        </p:spPr>
      </p:pic>
      <p:pic>
        <p:nvPicPr>
          <p:cNvPr id="1634" name="图片 108" descr="图片 108"/>
          <p:cNvPicPr>
            <a:picLocks noChangeAspect="1"/>
          </p:cNvPicPr>
          <p:nvPr/>
        </p:nvPicPr>
        <p:blipFill>
          <a:blip r:embed="rId25"/>
          <a:stretch>
            <a:fillRect/>
          </a:stretch>
        </p:blipFill>
        <p:spPr>
          <a:xfrm>
            <a:off x="4081462" y="3101975"/>
            <a:ext cx="425452" cy="425450"/>
          </a:xfrm>
          <a:prstGeom prst="rect">
            <a:avLst/>
          </a:prstGeom>
          <a:ln w="12700">
            <a:miter lim="400000"/>
            <a:headEnd/>
            <a:tailEnd/>
          </a:ln>
        </p:spPr>
      </p:pic>
      <p:pic>
        <p:nvPicPr>
          <p:cNvPr id="1635" name="图片 109" descr="图片 109"/>
          <p:cNvPicPr>
            <a:picLocks noChangeAspect="1"/>
          </p:cNvPicPr>
          <p:nvPr/>
        </p:nvPicPr>
        <p:blipFill>
          <a:blip r:embed="rId26"/>
          <a:stretch>
            <a:fillRect/>
          </a:stretch>
        </p:blipFill>
        <p:spPr>
          <a:xfrm>
            <a:off x="4078287" y="2084388"/>
            <a:ext cx="396877" cy="395289"/>
          </a:xfrm>
          <a:prstGeom prst="rect">
            <a:avLst/>
          </a:prstGeom>
          <a:ln w="12700">
            <a:miter lim="400000"/>
            <a:headEnd/>
            <a:tailEnd/>
          </a:ln>
        </p:spPr>
      </p:pic>
      <p:pic>
        <p:nvPicPr>
          <p:cNvPr id="1636" name="图片 110" descr="图片 110"/>
          <p:cNvPicPr>
            <a:picLocks noChangeAspect="1"/>
          </p:cNvPicPr>
          <p:nvPr/>
        </p:nvPicPr>
        <p:blipFill>
          <a:blip r:embed="rId27"/>
          <a:stretch>
            <a:fillRect/>
          </a:stretch>
        </p:blipFill>
        <p:spPr>
          <a:xfrm>
            <a:off x="3186113" y="2103438"/>
            <a:ext cx="404814" cy="404814"/>
          </a:xfrm>
          <a:prstGeom prst="rect">
            <a:avLst/>
          </a:prstGeom>
          <a:ln w="12700">
            <a:miter lim="400000"/>
            <a:headEnd/>
            <a:tailEnd/>
          </a:ln>
        </p:spPr>
      </p:pic>
      <p:pic>
        <p:nvPicPr>
          <p:cNvPr id="1637" name="图片 111" descr="图片 111"/>
          <p:cNvPicPr>
            <a:picLocks noChangeAspect="1"/>
          </p:cNvPicPr>
          <p:nvPr/>
        </p:nvPicPr>
        <p:blipFill>
          <a:blip r:embed="rId28"/>
          <a:stretch>
            <a:fillRect/>
          </a:stretch>
        </p:blipFill>
        <p:spPr>
          <a:xfrm>
            <a:off x="2328863" y="2098675"/>
            <a:ext cx="344489" cy="342900"/>
          </a:xfrm>
          <a:prstGeom prst="rect">
            <a:avLst/>
          </a:prstGeom>
          <a:ln w="12700">
            <a:miter lim="400000"/>
            <a:headEnd/>
            <a:tailEnd/>
          </a:ln>
        </p:spPr>
      </p:pic>
      <p:pic>
        <p:nvPicPr>
          <p:cNvPr id="1638" name="图片 112" descr="图片 112"/>
          <p:cNvPicPr>
            <a:picLocks noChangeAspect="1"/>
          </p:cNvPicPr>
          <p:nvPr/>
        </p:nvPicPr>
        <p:blipFill>
          <a:blip r:embed="rId29"/>
          <a:stretch>
            <a:fillRect/>
          </a:stretch>
        </p:blipFill>
        <p:spPr>
          <a:xfrm>
            <a:off x="2309813" y="3113088"/>
            <a:ext cx="401639" cy="403227"/>
          </a:xfrm>
          <a:prstGeom prst="rect">
            <a:avLst/>
          </a:prstGeom>
          <a:ln w="12700">
            <a:miter lim="400000"/>
            <a:headEnd/>
            <a:tailEnd/>
          </a:ln>
        </p:spPr>
      </p:pic>
      <p:pic>
        <p:nvPicPr>
          <p:cNvPr id="1639" name="图片 113" descr="图片 113"/>
          <p:cNvPicPr>
            <a:picLocks noChangeAspect="1"/>
          </p:cNvPicPr>
          <p:nvPr/>
        </p:nvPicPr>
        <p:blipFill>
          <a:blip r:embed="rId30"/>
          <a:stretch>
            <a:fillRect/>
          </a:stretch>
        </p:blipFill>
        <p:spPr>
          <a:xfrm>
            <a:off x="2332038" y="4186237"/>
            <a:ext cx="361952" cy="361952"/>
          </a:xfrm>
          <a:prstGeom prst="rect">
            <a:avLst/>
          </a:prstGeom>
          <a:ln w="12700">
            <a:miter lim="400000"/>
            <a:headEnd/>
            <a:tailEnd/>
          </a:ln>
        </p:spPr>
      </p:pic>
      <p:pic>
        <p:nvPicPr>
          <p:cNvPr id="1640" name="图片 114" descr="图片 114"/>
          <p:cNvPicPr>
            <a:picLocks noChangeAspect="1"/>
          </p:cNvPicPr>
          <p:nvPr/>
        </p:nvPicPr>
        <p:blipFill>
          <a:blip r:embed="rId31"/>
          <a:stretch>
            <a:fillRect/>
          </a:stretch>
        </p:blipFill>
        <p:spPr>
          <a:xfrm>
            <a:off x="3175000" y="3097213"/>
            <a:ext cx="428625" cy="428627"/>
          </a:xfrm>
          <a:prstGeom prst="rect">
            <a:avLst/>
          </a:prstGeom>
          <a:ln w="12700">
            <a:miter lim="400000"/>
            <a:headEnd/>
            <a:tailEnd/>
          </a:ln>
        </p:spPr>
      </p:pic>
      <p:sp>
        <p:nvSpPr>
          <p:cNvPr id="1641" name="椭圆 84"/>
          <p:cNvSpPr/>
          <p:nvPr/>
        </p:nvSpPr>
        <p:spPr>
          <a:xfrm>
            <a:off x="1216024" y="4941887"/>
            <a:ext cx="731841" cy="730253"/>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1642" name="图片 121" descr="图片 121"/>
          <p:cNvPicPr>
            <a:picLocks noChangeAspect="1"/>
          </p:cNvPicPr>
          <p:nvPr/>
        </p:nvPicPr>
        <p:blipFill>
          <a:blip r:embed="rId32"/>
          <a:stretch>
            <a:fillRect/>
          </a:stretch>
        </p:blipFill>
        <p:spPr>
          <a:xfrm>
            <a:off x="1365250" y="4141787"/>
            <a:ext cx="433388" cy="433389"/>
          </a:xfrm>
          <a:prstGeom prst="rect">
            <a:avLst/>
          </a:prstGeom>
          <a:ln w="12700">
            <a:miter lim="400000"/>
            <a:headEnd/>
            <a:tailEnd/>
          </a:ln>
        </p:spPr>
      </p:pic>
      <p:pic>
        <p:nvPicPr>
          <p:cNvPr id="1643" name="图片 122" descr="图片 122"/>
          <p:cNvPicPr>
            <a:picLocks noChangeAspect="1"/>
          </p:cNvPicPr>
          <p:nvPr/>
        </p:nvPicPr>
        <p:blipFill>
          <a:blip r:embed="rId33"/>
          <a:stretch>
            <a:fillRect/>
          </a:stretch>
        </p:blipFill>
        <p:spPr>
          <a:xfrm>
            <a:off x="1377950" y="3113088"/>
            <a:ext cx="406400" cy="407989"/>
          </a:xfrm>
          <a:prstGeom prst="rect">
            <a:avLst/>
          </a:prstGeom>
          <a:ln w="12700">
            <a:miter lim="400000"/>
            <a:headEnd/>
            <a:tailEnd/>
          </a:ln>
        </p:spPr>
      </p:pic>
      <p:pic>
        <p:nvPicPr>
          <p:cNvPr id="1644" name="图片 123" descr="图片 123"/>
          <p:cNvPicPr>
            <a:picLocks noChangeAspect="1"/>
          </p:cNvPicPr>
          <p:nvPr/>
        </p:nvPicPr>
        <p:blipFill>
          <a:blip r:embed="rId20"/>
          <a:stretch>
            <a:fillRect/>
          </a:stretch>
        </p:blipFill>
        <p:spPr>
          <a:xfrm>
            <a:off x="1355725" y="2101850"/>
            <a:ext cx="508000" cy="508000"/>
          </a:xfrm>
          <a:prstGeom prst="rect">
            <a:avLst/>
          </a:prstGeom>
          <a:ln w="12700">
            <a:miter lim="400000"/>
            <a:headEnd/>
            <a:tailEnd/>
          </a:ln>
        </p:spPr>
      </p:pic>
      <p:grpSp>
        <p:nvGrpSpPr>
          <p:cNvPr id="1647" name="图片 85"/>
          <p:cNvGrpSpPr/>
          <p:nvPr/>
        </p:nvGrpSpPr>
        <p:grpSpPr>
          <a:xfrm>
            <a:off x="5116512" y="5113337"/>
            <a:ext cx="396877" cy="396877"/>
            <a:chOff x="0" y="0"/>
            <a:chExt cx="396876" cy="396876"/>
          </a:xfrm>
        </p:grpSpPr>
        <p:sp>
          <p:nvSpPr>
            <p:cNvPr id="1645" name="正方形"/>
            <p:cNvSpPr/>
            <p:nvPr/>
          </p:nvSpPr>
          <p:spPr>
            <a:xfrm>
              <a:off x="-1" y="-1"/>
              <a:ext cx="396878" cy="396878"/>
            </a:xfrm>
            <a:prstGeom prst="rect">
              <a:avLst/>
            </a:prstGeom>
            <a:solidFill>
              <a:srgbClr val="6FBA2C"/>
            </a:solidFill>
            <a:ln w="12700" cap="flat">
              <a:noFill/>
              <a:miter lim="4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pic>
          <p:nvPicPr>
            <p:cNvPr id="1646" name="image122.png" descr="image122.png"/>
            <p:cNvPicPr>
              <a:picLocks noChangeAspect="1"/>
            </p:cNvPicPr>
            <p:nvPr/>
          </p:nvPicPr>
          <p:blipFill>
            <a:blip r:embed="rId34"/>
            <a:stretch>
              <a:fillRect/>
            </a:stretch>
          </p:blipFill>
          <p:spPr>
            <a:xfrm>
              <a:off x="0" y="0"/>
              <a:ext cx="396876" cy="396876"/>
            </a:xfrm>
            <a:prstGeom prst="rect">
              <a:avLst/>
            </a:prstGeom>
            <a:ln w="12700" cap="flat">
              <a:noFill/>
              <a:miter lim="400000"/>
              <a:headEnd/>
              <a:tailEnd/>
            </a:ln>
            <a:effectLst/>
          </p:spPr>
        </p:pic>
      </p:grpSp>
      <p:pic>
        <p:nvPicPr>
          <p:cNvPr id="1648" name="图片 86" descr="图片 86"/>
          <p:cNvPicPr>
            <a:picLocks noChangeAspect="1"/>
          </p:cNvPicPr>
          <p:nvPr/>
        </p:nvPicPr>
        <p:blipFill>
          <a:blip r:embed="rId35"/>
          <a:stretch>
            <a:fillRect/>
          </a:stretch>
        </p:blipFill>
        <p:spPr>
          <a:xfrm>
            <a:off x="7777163" y="5119687"/>
            <a:ext cx="414339" cy="414339"/>
          </a:xfrm>
          <a:prstGeom prst="rect">
            <a:avLst/>
          </a:prstGeom>
          <a:ln w="12700">
            <a:miter lim="400000"/>
            <a:headEnd/>
            <a:tailEnd/>
          </a:ln>
        </p:spPr>
      </p:pic>
      <p:pic>
        <p:nvPicPr>
          <p:cNvPr id="1649" name="图片 87" descr="图片 87"/>
          <p:cNvPicPr>
            <a:picLocks noChangeAspect="1"/>
          </p:cNvPicPr>
          <p:nvPr/>
        </p:nvPicPr>
        <p:blipFill>
          <a:blip r:embed="rId36"/>
          <a:stretch>
            <a:fillRect/>
          </a:stretch>
        </p:blipFill>
        <p:spPr>
          <a:xfrm>
            <a:off x="8465008" y="4911723"/>
            <a:ext cx="735015" cy="735015"/>
          </a:xfrm>
          <a:prstGeom prst="rect">
            <a:avLst/>
          </a:prstGeom>
          <a:ln w="12700">
            <a:miter lim="400000"/>
            <a:headEnd/>
            <a:tailEnd/>
          </a:ln>
        </p:spPr>
      </p:pic>
      <p:pic>
        <p:nvPicPr>
          <p:cNvPr id="1650" name="图片 88" descr="图片 88"/>
          <p:cNvPicPr>
            <a:picLocks noChangeAspect="1"/>
          </p:cNvPicPr>
          <p:nvPr/>
        </p:nvPicPr>
        <p:blipFill>
          <a:blip r:embed="rId37"/>
          <a:stretch>
            <a:fillRect/>
          </a:stretch>
        </p:blipFill>
        <p:spPr>
          <a:xfrm>
            <a:off x="9428163" y="5008562"/>
            <a:ext cx="581027" cy="581027"/>
          </a:xfrm>
          <a:prstGeom prst="rect">
            <a:avLst/>
          </a:prstGeom>
          <a:ln w="12700">
            <a:miter lim="400000"/>
            <a:headEnd/>
            <a:tailEnd/>
          </a:ln>
        </p:spPr>
      </p:pic>
      <p:pic>
        <p:nvPicPr>
          <p:cNvPr id="1651" name="图片 89" descr="图片 89"/>
          <p:cNvPicPr>
            <a:picLocks noChangeAspect="1"/>
          </p:cNvPicPr>
          <p:nvPr/>
        </p:nvPicPr>
        <p:blipFill>
          <a:blip r:embed="rId38"/>
          <a:stretch>
            <a:fillRect/>
          </a:stretch>
        </p:blipFill>
        <p:spPr>
          <a:xfrm>
            <a:off x="6720346" y="4926667"/>
            <a:ext cx="704852" cy="704852"/>
          </a:xfrm>
          <a:prstGeom prst="rect">
            <a:avLst/>
          </a:prstGeom>
          <a:ln w="12700">
            <a:miter lim="400000"/>
            <a:headEnd/>
            <a:tailEnd/>
          </a:ln>
        </p:spPr>
      </p:pic>
      <p:grpSp>
        <p:nvGrpSpPr>
          <p:cNvPr id="1654" name="图片 90"/>
          <p:cNvGrpSpPr/>
          <p:nvPr/>
        </p:nvGrpSpPr>
        <p:grpSpPr>
          <a:xfrm>
            <a:off x="5976937" y="5076825"/>
            <a:ext cx="433390" cy="433389"/>
            <a:chOff x="0" y="0"/>
            <a:chExt cx="433388" cy="433388"/>
          </a:xfrm>
        </p:grpSpPr>
        <p:sp>
          <p:nvSpPr>
            <p:cNvPr id="1652" name="正方形"/>
            <p:cNvSpPr/>
            <p:nvPr/>
          </p:nvSpPr>
          <p:spPr>
            <a:xfrm>
              <a:off x="0" y="0"/>
              <a:ext cx="433389" cy="433389"/>
            </a:xfrm>
            <a:prstGeom prst="rect">
              <a:avLst/>
            </a:prstGeom>
            <a:solidFill>
              <a:srgbClr val="6FBA2C"/>
            </a:solidFill>
            <a:ln w="12700" cap="flat">
              <a:noFill/>
              <a:miter lim="4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pic>
          <p:nvPicPr>
            <p:cNvPr id="1653" name="image127.png" descr="image127.png"/>
            <p:cNvPicPr>
              <a:picLocks noChangeAspect="1"/>
            </p:cNvPicPr>
            <p:nvPr/>
          </p:nvPicPr>
          <p:blipFill>
            <a:blip r:embed="rId39"/>
            <a:stretch>
              <a:fillRect/>
            </a:stretch>
          </p:blipFill>
          <p:spPr>
            <a:xfrm>
              <a:off x="0" y="0"/>
              <a:ext cx="433389" cy="433389"/>
            </a:xfrm>
            <a:prstGeom prst="rect">
              <a:avLst/>
            </a:prstGeom>
            <a:ln w="12700" cap="flat">
              <a:noFill/>
              <a:miter lim="400000"/>
              <a:headEnd/>
              <a:tailEnd/>
            </a:ln>
            <a:effectLst/>
          </p:spPr>
        </p:pic>
      </p:grpSp>
      <p:pic>
        <p:nvPicPr>
          <p:cNvPr id="1655" name="图片 91" descr="图片 91"/>
          <p:cNvPicPr>
            <a:picLocks noChangeAspect="1"/>
          </p:cNvPicPr>
          <p:nvPr/>
        </p:nvPicPr>
        <p:blipFill>
          <a:blip r:embed="rId40"/>
          <a:stretch>
            <a:fillRect/>
          </a:stretch>
        </p:blipFill>
        <p:spPr>
          <a:xfrm>
            <a:off x="10461625" y="5081587"/>
            <a:ext cx="428625" cy="428627"/>
          </a:xfrm>
          <a:prstGeom prst="rect">
            <a:avLst/>
          </a:prstGeom>
          <a:ln w="12700">
            <a:miter lim="400000"/>
            <a:headEnd/>
            <a:tailEnd/>
          </a:ln>
        </p:spPr>
      </p:pic>
      <p:grpSp>
        <p:nvGrpSpPr>
          <p:cNvPr id="1658" name="图片 105"/>
          <p:cNvGrpSpPr/>
          <p:nvPr/>
        </p:nvGrpSpPr>
        <p:grpSpPr>
          <a:xfrm>
            <a:off x="3143250" y="5102224"/>
            <a:ext cx="444500" cy="446090"/>
            <a:chOff x="0" y="0"/>
            <a:chExt cx="444500" cy="446089"/>
          </a:xfrm>
        </p:grpSpPr>
        <p:sp>
          <p:nvSpPr>
            <p:cNvPr id="1656" name="正方形"/>
            <p:cNvSpPr/>
            <p:nvPr/>
          </p:nvSpPr>
          <p:spPr>
            <a:xfrm>
              <a:off x="0" y="-1"/>
              <a:ext cx="444500" cy="446090"/>
            </a:xfrm>
            <a:prstGeom prst="rect">
              <a:avLst/>
            </a:prstGeom>
            <a:solidFill>
              <a:srgbClr val="6FBA2C"/>
            </a:solidFill>
            <a:ln w="12700" cap="flat">
              <a:noFill/>
              <a:miter lim="4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pic>
          <p:nvPicPr>
            <p:cNvPr id="1657" name="image129.png" descr="image129.png"/>
            <p:cNvPicPr>
              <a:picLocks noChangeAspect="1"/>
            </p:cNvPicPr>
            <p:nvPr/>
          </p:nvPicPr>
          <p:blipFill>
            <a:blip r:embed="rId41"/>
            <a:stretch>
              <a:fillRect/>
            </a:stretch>
          </p:blipFill>
          <p:spPr>
            <a:xfrm>
              <a:off x="0" y="-1"/>
              <a:ext cx="444500" cy="446090"/>
            </a:xfrm>
            <a:prstGeom prst="rect">
              <a:avLst/>
            </a:prstGeom>
            <a:ln w="12700" cap="flat">
              <a:noFill/>
              <a:miter lim="400000"/>
              <a:headEnd/>
              <a:tailEnd/>
            </a:ln>
            <a:effectLst/>
          </p:spPr>
        </p:pic>
      </p:grpSp>
      <p:grpSp>
        <p:nvGrpSpPr>
          <p:cNvPr id="1661" name="图片 107"/>
          <p:cNvGrpSpPr/>
          <p:nvPr/>
        </p:nvGrpSpPr>
        <p:grpSpPr>
          <a:xfrm>
            <a:off x="4103687" y="5172074"/>
            <a:ext cx="376240" cy="376242"/>
            <a:chOff x="0" y="0"/>
            <a:chExt cx="376239" cy="376240"/>
          </a:xfrm>
        </p:grpSpPr>
        <p:sp>
          <p:nvSpPr>
            <p:cNvPr id="1659" name="正方形"/>
            <p:cNvSpPr/>
            <p:nvPr/>
          </p:nvSpPr>
          <p:spPr>
            <a:xfrm>
              <a:off x="-1" y="0"/>
              <a:ext cx="376240" cy="376240"/>
            </a:xfrm>
            <a:prstGeom prst="rect">
              <a:avLst/>
            </a:prstGeom>
            <a:solidFill>
              <a:srgbClr val="6FBA2C"/>
            </a:solidFill>
            <a:ln w="12700" cap="flat">
              <a:noFill/>
              <a:miter lim="4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pic>
          <p:nvPicPr>
            <p:cNvPr id="1660" name="image130.png" descr="image130.png"/>
            <p:cNvPicPr>
              <a:picLocks noChangeAspect="1"/>
            </p:cNvPicPr>
            <p:nvPr/>
          </p:nvPicPr>
          <p:blipFill>
            <a:blip r:embed="rId42"/>
            <a:stretch>
              <a:fillRect/>
            </a:stretch>
          </p:blipFill>
          <p:spPr>
            <a:xfrm>
              <a:off x="-1" y="-1"/>
              <a:ext cx="376241" cy="376242"/>
            </a:xfrm>
            <a:prstGeom prst="rect">
              <a:avLst/>
            </a:prstGeom>
            <a:ln w="12700" cap="flat">
              <a:noFill/>
              <a:miter lim="400000"/>
              <a:headEnd/>
              <a:tailEnd/>
            </a:ln>
            <a:effectLst/>
          </p:spPr>
        </p:pic>
      </p:grpSp>
      <p:grpSp>
        <p:nvGrpSpPr>
          <p:cNvPr id="1664" name="图片 115"/>
          <p:cNvGrpSpPr/>
          <p:nvPr/>
        </p:nvGrpSpPr>
        <p:grpSpPr>
          <a:xfrm>
            <a:off x="2292349" y="5102224"/>
            <a:ext cx="411165" cy="411165"/>
            <a:chOff x="0" y="0"/>
            <a:chExt cx="411164" cy="411164"/>
          </a:xfrm>
        </p:grpSpPr>
        <p:sp>
          <p:nvSpPr>
            <p:cNvPr id="1662" name="正方形"/>
            <p:cNvSpPr/>
            <p:nvPr/>
          </p:nvSpPr>
          <p:spPr>
            <a:xfrm>
              <a:off x="-1" y="-1"/>
              <a:ext cx="411165" cy="411165"/>
            </a:xfrm>
            <a:prstGeom prst="rect">
              <a:avLst/>
            </a:prstGeom>
            <a:solidFill>
              <a:srgbClr val="6FBA2C"/>
            </a:solidFill>
            <a:ln w="12700" cap="flat">
              <a:noFill/>
              <a:miter lim="4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pic>
          <p:nvPicPr>
            <p:cNvPr id="1663" name="image131.png" descr="image131.png"/>
            <p:cNvPicPr>
              <a:picLocks noChangeAspect="1"/>
            </p:cNvPicPr>
            <p:nvPr/>
          </p:nvPicPr>
          <p:blipFill>
            <a:blip r:embed="rId43"/>
            <a:stretch>
              <a:fillRect/>
            </a:stretch>
          </p:blipFill>
          <p:spPr>
            <a:xfrm>
              <a:off x="-1" y="-1"/>
              <a:ext cx="411165" cy="411165"/>
            </a:xfrm>
            <a:prstGeom prst="rect">
              <a:avLst/>
            </a:prstGeom>
            <a:ln w="12700" cap="flat">
              <a:noFill/>
              <a:miter lim="400000"/>
              <a:headEnd/>
              <a:tailEnd/>
            </a:ln>
            <a:effectLst/>
          </p:spPr>
        </p:pic>
      </p:grpSp>
      <p:grpSp>
        <p:nvGrpSpPr>
          <p:cNvPr id="1667" name="图片 124"/>
          <p:cNvGrpSpPr/>
          <p:nvPr/>
        </p:nvGrpSpPr>
        <p:grpSpPr>
          <a:xfrm>
            <a:off x="1346200" y="5048249"/>
            <a:ext cx="463550" cy="461965"/>
            <a:chOff x="0" y="0"/>
            <a:chExt cx="463550" cy="461964"/>
          </a:xfrm>
        </p:grpSpPr>
        <p:sp>
          <p:nvSpPr>
            <p:cNvPr id="1665" name="矩形"/>
            <p:cNvSpPr/>
            <p:nvPr/>
          </p:nvSpPr>
          <p:spPr>
            <a:xfrm>
              <a:off x="0" y="-1"/>
              <a:ext cx="463550" cy="461965"/>
            </a:xfrm>
            <a:prstGeom prst="rect">
              <a:avLst/>
            </a:prstGeom>
            <a:solidFill>
              <a:srgbClr val="6FBA2C"/>
            </a:solidFill>
            <a:ln w="12700" cap="flat">
              <a:noFill/>
              <a:miter lim="400000"/>
            </a:ln>
            <a:effectLst/>
          </p:spPr>
          <p:txBody>
            <a:bodyPr wrap="square" lIns="45718" tIns="45718" rIns="45718" bIns="45718" numCol="1" anchor="ctr">
              <a:noAutofit/>
            </a:bodyPr>
            <a:lstStyle/>
            <a:p>
              <a:pPr>
                <a:defRPr>
                  <a:latin typeface="+mj-lt"/>
                  <a:ea typeface="+mj-ea"/>
                  <a:cs typeface="+mj-cs"/>
                  <a:sym typeface="等线" panose="02010600030101010101" charset="-122"/>
                </a:defRPr>
              </a:pPr>
              <a:endParaRPr/>
            </a:p>
          </p:txBody>
        </p:sp>
        <p:pic>
          <p:nvPicPr>
            <p:cNvPr id="1666" name="image132.png" descr="image132.png"/>
            <p:cNvPicPr>
              <a:picLocks noChangeAspect="1"/>
            </p:cNvPicPr>
            <p:nvPr/>
          </p:nvPicPr>
          <p:blipFill>
            <a:blip r:embed="rId44"/>
            <a:stretch>
              <a:fillRect/>
            </a:stretch>
          </p:blipFill>
          <p:spPr>
            <a:xfrm>
              <a:off x="0" y="-1"/>
              <a:ext cx="463550" cy="461965"/>
            </a:xfrm>
            <a:prstGeom prst="rect">
              <a:avLst/>
            </a:prstGeom>
            <a:ln w="12700" cap="flat">
              <a:noFill/>
              <a:miter lim="400000"/>
              <a:headEnd/>
              <a:tailEnd/>
            </a:ln>
            <a:effectLst/>
          </p:spPr>
        </p:pic>
      </p:grpSp>
      <p:sp>
        <p:nvSpPr>
          <p:cNvPr id="1668"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0" name="椭圆 4"/>
          <p:cNvSpPr/>
          <p:nvPr/>
        </p:nvSpPr>
        <p:spPr>
          <a:xfrm>
            <a:off x="5699760" y="456755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1" name="椭圆 5"/>
          <p:cNvSpPr/>
          <p:nvPr/>
        </p:nvSpPr>
        <p:spPr>
          <a:xfrm>
            <a:off x="6587490" y="456755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2" name="椭圆 6"/>
          <p:cNvSpPr/>
          <p:nvPr/>
        </p:nvSpPr>
        <p:spPr>
          <a:xfrm>
            <a:off x="7475220" y="456755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3" name="椭圆 7"/>
          <p:cNvSpPr/>
          <p:nvPr/>
        </p:nvSpPr>
        <p:spPr>
          <a:xfrm>
            <a:off x="8362315" y="456755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4" name="椭圆 8"/>
          <p:cNvSpPr/>
          <p:nvPr/>
        </p:nvSpPr>
        <p:spPr>
          <a:xfrm>
            <a:off x="9250045" y="456755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5" name="椭圆 9"/>
          <p:cNvSpPr/>
          <p:nvPr/>
        </p:nvSpPr>
        <p:spPr>
          <a:xfrm>
            <a:off x="10137775" y="456755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6" name="椭圆 10"/>
          <p:cNvSpPr/>
          <p:nvPr/>
        </p:nvSpPr>
        <p:spPr>
          <a:xfrm>
            <a:off x="4812030" y="456755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8" name="椭圆 63"/>
          <p:cNvSpPr/>
          <p:nvPr/>
        </p:nvSpPr>
        <p:spPr>
          <a:xfrm>
            <a:off x="2146300" y="4547870"/>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79" name="椭圆 64"/>
          <p:cNvSpPr/>
          <p:nvPr/>
        </p:nvSpPr>
        <p:spPr>
          <a:xfrm>
            <a:off x="3035300" y="4547870"/>
            <a:ext cx="730250"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0" name="椭圆 65"/>
          <p:cNvSpPr/>
          <p:nvPr/>
        </p:nvSpPr>
        <p:spPr>
          <a:xfrm>
            <a:off x="3922395" y="4547870"/>
            <a:ext cx="730250"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1" name="椭圆 87"/>
          <p:cNvSpPr/>
          <p:nvPr/>
        </p:nvSpPr>
        <p:spPr>
          <a:xfrm>
            <a:off x="1236345" y="4587875"/>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3" name="椭圆 12"/>
          <p:cNvSpPr/>
          <p:nvPr/>
        </p:nvSpPr>
        <p:spPr>
          <a:xfrm>
            <a:off x="5699760" y="36639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4" name="椭圆 13"/>
          <p:cNvSpPr/>
          <p:nvPr/>
        </p:nvSpPr>
        <p:spPr>
          <a:xfrm>
            <a:off x="6587490" y="36639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5" name="椭圆 14"/>
          <p:cNvSpPr/>
          <p:nvPr/>
        </p:nvSpPr>
        <p:spPr>
          <a:xfrm>
            <a:off x="7475220" y="36639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6" name="椭圆 15"/>
          <p:cNvSpPr/>
          <p:nvPr/>
        </p:nvSpPr>
        <p:spPr>
          <a:xfrm>
            <a:off x="8362315" y="36639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7" name="椭圆 16"/>
          <p:cNvSpPr/>
          <p:nvPr/>
        </p:nvSpPr>
        <p:spPr>
          <a:xfrm>
            <a:off x="9250045" y="36639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8" name="椭圆 17"/>
          <p:cNvSpPr/>
          <p:nvPr/>
        </p:nvSpPr>
        <p:spPr>
          <a:xfrm>
            <a:off x="10137775" y="36639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89" name="椭圆 18"/>
          <p:cNvSpPr/>
          <p:nvPr/>
        </p:nvSpPr>
        <p:spPr>
          <a:xfrm>
            <a:off x="4812030" y="36639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1" name="椭圆 66"/>
          <p:cNvSpPr/>
          <p:nvPr/>
        </p:nvSpPr>
        <p:spPr>
          <a:xfrm>
            <a:off x="2146300" y="364490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2" name="椭圆 67"/>
          <p:cNvSpPr/>
          <p:nvPr/>
        </p:nvSpPr>
        <p:spPr>
          <a:xfrm>
            <a:off x="3035300" y="364490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3" name="椭圆 68"/>
          <p:cNvSpPr/>
          <p:nvPr/>
        </p:nvSpPr>
        <p:spPr>
          <a:xfrm>
            <a:off x="3922395" y="364490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4" name="椭圆 88"/>
          <p:cNvSpPr/>
          <p:nvPr/>
        </p:nvSpPr>
        <p:spPr>
          <a:xfrm>
            <a:off x="1236345" y="368427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6" name="椭圆 20"/>
          <p:cNvSpPr/>
          <p:nvPr/>
        </p:nvSpPr>
        <p:spPr>
          <a:xfrm>
            <a:off x="5699125" y="274955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7" name="椭圆 21"/>
          <p:cNvSpPr/>
          <p:nvPr/>
        </p:nvSpPr>
        <p:spPr>
          <a:xfrm>
            <a:off x="6586855" y="274955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8" name="椭圆 22"/>
          <p:cNvSpPr/>
          <p:nvPr/>
        </p:nvSpPr>
        <p:spPr>
          <a:xfrm>
            <a:off x="7474585" y="274955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699" name="椭圆 23"/>
          <p:cNvSpPr/>
          <p:nvPr/>
        </p:nvSpPr>
        <p:spPr>
          <a:xfrm>
            <a:off x="8361680" y="274955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0" name="椭圆 24"/>
          <p:cNvSpPr/>
          <p:nvPr/>
        </p:nvSpPr>
        <p:spPr>
          <a:xfrm>
            <a:off x="9249410" y="274955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1" name="椭圆 25"/>
          <p:cNvSpPr/>
          <p:nvPr/>
        </p:nvSpPr>
        <p:spPr>
          <a:xfrm>
            <a:off x="10137140" y="274955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2" name="椭圆 26"/>
          <p:cNvSpPr/>
          <p:nvPr/>
        </p:nvSpPr>
        <p:spPr>
          <a:xfrm>
            <a:off x="4811395" y="274955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4" name="椭圆 69"/>
          <p:cNvSpPr/>
          <p:nvPr/>
        </p:nvSpPr>
        <p:spPr>
          <a:xfrm>
            <a:off x="2146300" y="2730500"/>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5" name="椭圆 70"/>
          <p:cNvSpPr/>
          <p:nvPr/>
        </p:nvSpPr>
        <p:spPr>
          <a:xfrm>
            <a:off x="3033395" y="2730500"/>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6" name="椭圆 71"/>
          <p:cNvSpPr/>
          <p:nvPr/>
        </p:nvSpPr>
        <p:spPr>
          <a:xfrm>
            <a:off x="3922395" y="2730500"/>
            <a:ext cx="730250"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7" name="椭圆 89"/>
          <p:cNvSpPr/>
          <p:nvPr/>
        </p:nvSpPr>
        <p:spPr>
          <a:xfrm>
            <a:off x="1236345" y="2769870"/>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09" name="椭圆 28"/>
          <p:cNvSpPr/>
          <p:nvPr/>
        </p:nvSpPr>
        <p:spPr>
          <a:xfrm>
            <a:off x="5699125" y="1824355"/>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0" name="椭圆 29"/>
          <p:cNvSpPr/>
          <p:nvPr/>
        </p:nvSpPr>
        <p:spPr>
          <a:xfrm>
            <a:off x="6586855" y="1824355"/>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1" name="椭圆 30"/>
          <p:cNvSpPr/>
          <p:nvPr/>
        </p:nvSpPr>
        <p:spPr>
          <a:xfrm>
            <a:off x="7474585" y="1824355"/>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2" name="椭圆 31"/>
          <p:cNvSpPr/>
          <p:nvPr/>
        </p:nvSpPr>
        <p:spPr>
          <a:xfrm>
            <a:off x="8361680" y="1824355"/>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3" name="椭圆 32"/>
          <p:cNvSpPr/>
          <p:nvPr/>
        </p:nvSpPr>
        <p:spPr>
          <a:xfrm>
            <a:off x="9249410" y="1824355"/>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4" name="椭圆 33"/>
          <p:cNvSpPr/>
          <p:nvPr/>
        </p:nvSpPr>
        <p:spPr>
          <a:xfrm>
            <a:off x="10137140" y="1824355"/>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5" name="椭圆 34"/>
          <p:cNvSpPr/>
          <p:nvPr/>
        </p:nvSpPr>
        <p:spPr>
          <a:xfrm>
            <a:off x="4811395" y="1824355"/>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7" name="椭圆 72"/>
          <p:cNvSpPr/>
          <p:nvPr/>
        </p:nvSpPr>
        <p:spPr>
          <a:xfrm>
            <a:off x="2146300" y="180467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8" name="椭圆 73"/>
          <p:cNvSpPr/>
          <p:nvPr/>
        </p:nvSpPr>
        <p:spPr>
          <a:xfrm>
            <a:off x="3033395" y="1804670"/>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19" name="椭圆 74"/>
          <p:cNvSpPr/>
          <p:nvPr/>
        </p:nvSpPr>
        <p:spPr>
          <a:xfrm>
            <a:off x="3922395" y="180467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20" name="椭圆 90"/>
          <p:cNvSpPr/>
          <p:nvPr/>
        </p:nvSpPr>
        <p:spPr>
          <a:xfrm>
            <a:off x="1236345" y="1844675"/>
            <a:ext cx="732155"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pic>
        <p:nvPicPr>
          <p:cNvPr id="1722" name="图片 75" descr="图片 75"/>
          <p:cNvPicPr>
            <a:picLocks noChangeAspect="1"/>
          </p:cNvPicPr>
          <p:nvPr/>
        </p:nvPicPr>
        <p:blipFill>
          <a:blip r:embed="rId2"/>
          <a:stretch>
            <a:fillRect/>
          </a:stretch>
        </p:blipFill>
        <p:spPr>
          <a:xfrm>
            <a:off x="10271125" y="1963738"/>
            <a:ext cx="463550" cy="463552"/>
          </a:xfrm>
          <a:prstGeom prst="rect">
            <a:avLst/>
          </a:prstGeom>
          <a:ln w="12700">
            <a:miter lim="400000"/>
            <a:headEnd/>
            <a:tailEnd/>
          </a:ln>
        </p:spPr>
      </p:pic>
      <p:pic>
        <p:nvPicPr>
          <p:cNvPr id="1723" name="图片 76" descr="图片 76"/>
          <p:cNvPicPr>
            <a:picLocks noChangeAspect="1"/>
          </p:cNvPicPr>
          <p:nvPr/>
        </p:nvPicPr>
        <p:blipFill>
          <a:blip r:embed="rId3"/>
          <a:stretch>
            <a:fillRect/>
          </a:stretch>
        </p:blipFill>
        <p:spPr>
          <a:xfrm>
            <a:off x="9318625" y="1851025"/>
            <a:ext cx="593725" cy="595313"/>
          </a:xfrm>
          <a:prstGeom prst="rect">
            <a:avLst/>
          </a:prstGeom>
          <a:ln w="12700">
            <a:miter lim="400000"/>
            <a:headEnd/>
            <a:tailEnd/>
          </a:ln>
        </p:spPr>
      </p:pic>
      <p:pic>
        <p:nvPicPr>
          <p:cNvPr id="1724" name="图片 77" descr="图片 77"/>
          <p:cNvPicPr>
            <a:picLocks noChangeAspect="1"/>
          </p:cNvPicPr>
          <p:nvPr/>
        </p:nvPicPr>
        <p:blipFill>
          <a:blip r:embed="rId4"/>
          <a:stretch>
            <a:fillRect/>
          </a:stretch>
        </p:blipFill>
        <p:spPr>
          <a:xfrm>
            <a:off x="8547100" y="1962150"/>
            <a:ext cx="414338" cy="412750"/>
          </a:xfrm>
          <a:prstGeom prst="rect">
            <a:avLst/>
          </a:prstGeom>
          <a:ln w="12700">
            <a:miter lim="400000"/>
            <a:headEnd/>
            <a:tailEnd/>
          </a:ln>
        </p:spPr>
      </p:pic>
      <p:pic>
        <p:nvPicPr>
          <p:cNvPr id="1725" name="图片 78" descr="图片 78"/>
          <p:cNvPicPr>
            <a:picLocks noChangeAspect="1"/>
          </p:cNvPicPr>
          <p:nvPr/>
        </p:nvPicPr>
        <p:blipFill>
          <a:blip r:embed="rId5"/>
          <a:stretch>
            <a:fillRect/>
          </a:stretch>
        </p:blipFill>
        <p:spPr>
          <a:xfrm>
            <a:off x="7642225" y="1947863"/>
            <a:ext cx="446088" cy="444502"/>
          </a:xfrm>
          <a:prstGeom prst="rect">
            <a:avLst/>
          </a:prstGeom>
          <a:ln w="12700">
            <a:miter lim="400000"/>
            <a:headEnd/>
            <a:tailEnd/>
          </a:ln>
        </p:spPr>
      </p:pic>
      <p:pic>
        <p:nvPicPr>
          <p:cNvPr id="1726" name="图片 79" descr="图片 79"/>
          <p:cNvPicPr>
            <a:picLocks noChangeAspect="1"/>
          </p:cNvPicPr>
          <p:nvPr/>
        </p:nvPicPr>
        <p:blipFill>
          <a:blip r:embed="rId6"/>
          <a:stretch>
            <a:fillRect/>
          </a:stretch>
        </p:blipFill>
        <p:spPr>
          <a:xfrm>
            <a:off x="6767513" y="1947863"/>
            <a:ext cx="455614" cy="457202"/>
          </a:xfrm>
          <a:prstGeom prst="rect">
            <a:avLst/>
          </a:prstGeom>
          <a:ln w="12700">
            <a:miter lim="400000"/>
            <a:headEnd/>
            <a:tailEnd/>
          </a:ln>
        </p:spPr>
      </p:pic>
      <p:pic>
        <p:nvPicPr>
          <p:cNvPr id="1727" name="图片 80" descr="图片 80"/>
          <p:cNvPicPr>
            <a:picLocks noChangeAspect="1"/>
          </p:cNvPicPr>
          <p:nvPr/>
        </p:nvPicPr>
        <p:blipFill>
          <a:blip r:embed="rId7"/>
          <a:stretch>
            <a:fillRect/>
          </a:stretch>
        </p:blipFill>
        <p:spPr>
          <a:xfrm>
            <a:off x="5768975" y="1933575"/>
            <a:ext cx="512763" cy="512763"/>
          </a:xfrm>
          <a:prstGeom prst="rect">
            <a:avLst/>
          </a:prstGeom>
          <a:ln w="12700">
            <a:miter lim="400000"/>
            <a:headEnd/>
            <a:tailEnd/>
          </a:ln>
        </p:spPr>
      </p:pic>
      <p:pic>
        <p:nvPicPr>
          <p:cNvPr id="1728" name="图片 81" descr="图片 81"/>
          <p:cNvPicPr>
            <a:picLocks noChangeAspect="1"/>
          </p:cNvPicPr>
          <p:nvPr/>
        </p:nvPicPr>
        <p:blipFill>
          <a:blip r:embed="rId8"/>
          <a:stretch>
            <a:fillRect/>
          </a:stretch>
        </p:blipFill>
        <p:spPr>
          <a:xfrm>
            <a:off x="4954587" y="1930400"/>
            <a:ext cx="473077" cy="474663"/>
          </a:xfrm>
          <a:prstGeom prst="rect">
            <a:avLst/>
          </a:prstGeom>
          <a:ln w="12700">
            <a:miter lim="400000"/>
            <a:headEnd/>
            <a:tailEnd/>
          </a:ln>
        </p:spPr>
      </p:pic>
      <p:pic>
        <p:nvPicPr>
          <p:cNvPr id="1729" name="图片 82" descr="图片 82"/>
          <p:cNvPicPr>
            <a:picLocks noChangeAspect="1"/>
          </p:cNvPicPr>
          <p:nvPr/>
        </p:nvPicPr>
        <p:blipFill>
          <a:blip r:embed="rId9"/>
          <a:stretch>
            <a:fillRect/>
          </a:stretch>
        </p:blipFill>
        <p:spPr>
          <a:xfrm>
            <a:off x="5805487" y="2857500"/>
            <a:ext cx="519114" cy="517525"/>
          </a:xfrm>
          <a:prstGeom prst="rect">
            <a:avLst/>
          </a:prstGeom>
          <a:ln w="12700">
            <a:miter lim="400000"/>
            <a:headEnd/>
            <a:tailEnd/>
          </a:ln>
        </p:spPr>
      </p:pic>
      <p:pic>
        <p:nvPicPr>
          <p:cNvPr id="1730" name="图片 83" descr="图片 83"/>
          <p:cNvPicPr>
            <a:picLocks noChangeAspect="1"/>
          </p:cNvPicPr>
          <p:nvPr/>
        </p:nvPicPr>
        <p:blipFill>
          <a:blip r:embed="rId10"/>
          <a:stretch>
            <a:fillRect/>
          </a:stretch>
        </p:blipFill>
        <p:spPr>
          <a:xfrm>
            <a:off x="10310813" y="3816350"/>
            <a:ext cx="415927" cy="415925"/>
          </a:xfrm>
          <a:prstGeom prst="rect">
            <a:avLst/>
          </a:prstGeom>
          <a:ln w="12700">
            <a:miter lim="400000"/>
            <a:headEnd/>
            <a:tailEnd/>
          </a:ln>
        </p:spPr>
      </p:pic>
      <p:pic>
        <p:nvPicPr>
          <p:cNvPr id="1731" name="图片 84" descr="图片 84"/>
          <p:cNvPicPr>
            <a:picLocks noChangeAspect="1"/>
          </p:cNvPicPr>
          <p:nvPr/>
        </p:nvPicPr>
        <p:blipFill>
          <a:blip r:embed="rId11"/>
          <a:stretch>
            <a:fillRect/>
          </a:stretch>
        </p:blipFill>
        <p:spPr>
          <a:xfrm>
            <a:off x="6724650" y="2881313"/>
            <a:ext cx="458788" cy="460377"/>
          </a:xfrm>
          <a:prstGeom prst="rect">
            <a:avLst/>
          </a:prstGeom>
          <a:ln w="12700">
            <a:miter lim="400000"/>
            <a:headEnd/>
            <a:tailEnd/>
          </a:ln>
        </p:spPr>
      </p:pic>
      <p:pic>
        <p:nvPicPr>
          <p:cNvPr id="1732" name="图片 85" descr="图片 85"/>
          <p:cNvPicPr>
            <a:picLocks noChangeAspect="1"/>
          </p:cNvPicPr>
          <p:nvPr/>
        </p:nvPicPr>
        <p:blipFill>
          <a:blip r:embed="rId12"/>
          <a:stretch>
            <a:fillRect/>
          </a:stretch>
        </p:blipFill>
        <p:spPr>
          <a:xfrm>
            <a:off x="7627938" y="2897188"/>
            <a:ext cx="425452" cy="425452"/>
          </a:xfrm>
          <a:prstGeom prst="rect">
            <a:avLst/>
          </a:prstGeom>
          <a:ln w="12700">
            <a:miter lim="400000"/>
            <a:headEnd/>
            <a:tailEnd/>
          </a:ln>
        </p:spPr>
      </p:pic>
      <p:pic>
        <p:nvPicPr>
          <p:cNvPr id="1733" name="图片 86" descr="图片 86"/>
          <p:cNvPicPr>
            <a:picLocks noChangeAspect="1"/>
          </p:cNvPicPr>
          <p:nvPr/>
        </p:nvPicPr>
        <p:blipFill>
          <a:blip r:embed="rId13"/>
          <a:stretch>
            <a:fillRect/>
          </a:stretch>
        </p:blipFill>
        <p:spPr>
          <a:xfrm>
            <a:off x="8524875" y="2890838"/>
            <a:ext cx="458788" cy="458789"/>
          </a:xfrm>
          <a:prstGeom prst="rect">
            <a:avLst/>
          </a:prstGeom>
          <a:ln w="12700">
            <a:miter lim="400000"/>
            <a:headEnd/>
            <a:tailEnd/>
          </a:ln>
        </p:spPr>
      </p:pic>
      <p:pic>
        <p:nvPicPr>
          <p:cNvPr id="1734" name="图片 87" descr="图片 87"/>
          <p:cNvPicPr>
            <a:picLocks noChangeAspect="1"/>
          </p:cNvPicPr>
          <p:nvPr/>
        </p:nvPicPr>
        <p:blipFill>
          <a:blip r:embed="rId14"/>
          <a:stretch>
            <a:fillRect/>
          </a:stretch>
        </p:blipFill>
        <p:spPr>
          <a:xfrm>
            <a:off x="9412288" y="2925763"/>
            <a:ext cx="450852" cy="449264"/>
          </a:xfrm>
          <a:prstGeom prst="rect">
            <a:avLst/>
          </a:prstGeom>
          <a:ln w="12700">
            <a:miter lim="400000"/>
            <a:headEnd/>
            <a:tailEnd/>
          </a:ln>
        </p:spPr>
      </p:pic>
      <p:pic>
        <p:nvPicPr>
          <p:cNvPr id="1735" name="图片 88" descr="图片 88"/>
          <p:cNvPicPr>
            <a:picLocks noChangeAspect="1"/>
          </p:cNvPicPr>
          <p:nvPr/>
        </p:nvPicPr>
        <p:blipFill>
          <a:blip r:embed="rId15"/>
          <a:stretch>
            <a:fillRect/>
          </a:stretch>
        </p:blipFill>
        <p:spPr>
          <a:xfrm>
            <a:off x="10279063" y="2827338"/>
            <a:ext cx="495302" cy="495302"/>
          </a:xfrm>
          <a:prstGeom prst="rect">
            <a:avLst/>
          </a:prstGeom>
          <a:ln w="12700">
            <a:miter lim="400000"/>
            <a:headEnd/>
            <a:tailEnd/>
          </a:ln>
        </p:spPr>
      </p:pic>
      <p:pic>
        <p:nvPicPr>
          <p:cNvPr id="1736" name="图片 89" descr="图片 89"/>
          <p:cNvPicPr>
            <a:picLocks noChangeAspect="1"/>
          </p:cNvPicPr>
          <p:nvPr/>
        </p:nvPicPr>
        <p:blipFill>
          <a:blip r:embed="rId16"/>
          <a:stretch>
            <a:fillRect/>
          </a:stretch>
        </p:blipFill>
        <p:spPr>
          <a:xfrm>
            <a:off x="4929187" y="2857500"/>
            <a:ext cx="496889" cy="496888"/>
          </a:xfrm>
          <a:prstGeom prst="rect">
            <a:avLst/>
          </a:prstGeom>
          <a:ln w="12700">
            <a:miter lim="400000"/>
            <a:headEnd/>
            <a:tailEnd/>
          </a:ln>
        </p:spPr>
      </p:pic>
      <p:pic>
        <p:nvPicPr>
          <p:cNvPr id="1737" name="图片 90" descr="图片 90"/>
          <p:cNvPicPr>
            <a:picLocks noChangeAspect="1"/>
          </p:cNvPicPr>
          <p:nvPr/>
        </p:nvPicPr>
        <p:blipFill>
          <a:blip r:embed="rId17"/>
          <a:stretch>
            <a:fillRect/>
          </a:stretch>
        </p:blipFill>
        <p:spPr>
          <a:xfrm>
            <a:off x="6738938" y="4711700"/>
            <a:ext cx="427039" cy="428625"/>
          </a:xfrm>
          <a:prstGeom prst="rect">
            <a:avLst/>
          </a:prstGeom>
          <a:ln w="12700">
            <a:miter lim="400000"/>
            <a:headEnd/>
            <a:tailEnd/>
          </a:ln>
        </p:spPr>
      </p:pic>
      <p:pic>
        <p:nvPicPr>
          <p:cNvPr id="1738" name="图片 91" descr="图片 91"/>
          <p:cNvPicPr>
            <a:picLocks noChangeAspect="1"/>
          </p:cNvPicPr>
          <p:nvPr/>
        </p:nvPicPr>
        <p:blipFill>
          <a:blip r:embed="rId18"/>
          <a:stretch>
            <a:fillRect/>
          </a:stretch>
        </p:blipFill>
        <p:spPr>
          <a:xfrm>
            <a:off x="5006975" y="3816350"/>
            <a:ext cx="384175" cy="384175"/>
          </a:xfrm>
          <a:prstGeom prst="rect">
            <a:avLst/>
          </a:prstGeom>
          <a:ln w="12700">
            <a:miter lim="400000"/>
            <a:headEnd/>
            <a:tailEnd/>
          </a:ln>
        </p:spPr>
      </p:pic>
      <p:pic>
        <p:nvPicPr>
          <p:cNvPr id="1739" name="图片 92" descr="图片 92"/>
          <p:cNvPicPr>
            <a:picLocks noChangeAspect="1"/>
          </p:cNvPicPr>
          <p:nvPr/>
        </p:nvPicPr>
        <p:blipFill>
          <a:blip r:embed="rId19"/>
          <a:stretch>
            <a:fillRect/>
          </a:stretch>
        </p:blipFill>
        <p:spPr>
          <a:xfrm>
            <a:off x="5699125" y="3663950"/>
            <a:ext cx="692150" cy="692150"/>
          </a:xfrm>
          <a:prstGeom prst="rect">
            <a:avLst/>
          </a:prstGeom>
          <a:ln w="12700">
            <a:miter lim="400000"/>
            <a:headEnd/>
            <a:tailEnd/>
          </a:ln>
        </p:spPr>
      </p:pic>
      <p:pic>
        <p:nvPicPr>
          <p:cNvPr id="1740" name="图片 93" descr="图片 93"/>
          <p:cNvPicPr>
            <a:picLocks noChangeAspect="1"/>
          </p:cNvPicPr>
          <p:nvPr/>
        </p:nvPicPr>
        <p:blipFill>
          <a:blip r:embed="rId20"/>
          <a:stretch>
            <a:fillRect/>
          </a:stretch>
        </p:blipFill>
        <p:spPr>
          <a:xfrm>
            <a:off x="5006975" y="4697412"/>
            <a:ext cx="392115" cy="388939"/>
          </a:xfrm>
          <a:prstGeom prst="rect">
            <a:avLst/>
          </a:prstGeom>
          <a:ln w="12700">
            <a:miter lim="400000"/>
            <a:headEnd/>
            <a:tailEnd/>
          </a:ln>
        </p:spPr>
      </p:pic>
      <p:pic>
        <p:nvPicPr>
          <p:cNvPr id="1741" name="图片 94" descr="图片 94"/>
          <p:cNvPicPr>
            <a:picLocks noChangeAspect="1"/>
          </p:cNvPicPr>
          <p:nvPr/>
        </p:nvPicPr>
        <p:blipFill>
          <a:blip r:embed="rId21"/>
          <a:stretch>
            <a:fillRect/>
          </a:stretch>
        </p:blipFill>
        <p:spPr>
          <a:xfrm>
            <a:off x="5843587" y="4708525"/>
            <a:ext cx="436564" cy="433388"/>
          </a:xfrm>
          <a:prstGeom prst="rect">
            <a:avLst/>
          </a:prstGeom>
          <a:ln w="12700">
            <a:miter lim="400000"/>
            <a:headEnd/>
            <a:tailEnd/>
          </a:ln>
        </p:spPr>
      </p:pic>
      <p:pic>
        <p:nvPicPr>
          <p:cNvPr id="1742" name="图片 95" descr="图片 95"/>
          <p:cNvPicPr>
            <a:picLocks noChangeAspect="1"/>
          </p:cNvPicPr>
          <p:nvPr/>
        </p:nvPicPr>
        <p:blipFill>
          <a:blip r:embed="rId22"/>
          <a:stretch>
            <a:fillRect/>
          </a:stretch>
        </p:blipFill>
        <p:spPr>
          <a:xfrm>
            <a:off x="7623175" y="4718050"/>
            <a:ext cx="433388" cy="430213"/>
          </a:xfrm>
          <a:prstGeom prst="rect">
            <a:avLst/>
          </a:prstGeom>
          <a:ln w="12700">
            <a:miter lim="400000"/>
            <a:headEnd/>
            <a:tailEnd/>
          </a:ln>
        </p:spPr>
      </p:pic>
      <p:pic>
        <p:nvPicPr>
          <p:cNvPr id="1743" name="图片 96" descr="图片 96"/>
          <p:cNvPicPr>
            <a:picLocks noChangeAspect="1"/>
          </p:cNvPicPr>
          <p:nvPr/>
        </p:nvPicPr>
        <p:blipFill>
          <a:blip r:embed="rId23"/>
          <a:stretch>
            <a:fillRect/>
          </a:stretch>
        </p:blipFill>
        <p:spPr>
          <a:xfrm>
            <a:off x="8502650" y="4687887"/>
            <a:ext cx="433388" cy="431802"/>
          </a:xfrm>
          <a:prstGeom prst="rect">
            <a:avLst/>
          </a:prstGeom>
          <a:ln w="12700">
            <a:miter lim="400000"/>
            <a:headEnd/>
            <a:tailEnd/>
          </a:ln>
        </p:spPr>
      </p:pic>
      <p:pic>
        <p:nvPicPr>
          <p:cNvPr id="1744" name="图片 97" descr="图片 97"/>
          <p:cNvPicPr>
            <a:picLocks noChangeAspect="1"/>
          </p:cNvPicPr>
          <p:nvPr/>
        </p:nvPicPr>
        <p:blipFill>
          <a:blip r:embed="rId24"/>
          <a:stretch>
            <a:fillRect/>
          </a:stretch>
        </p:blipFill>
        <p:spPr>
          <a:xfrm>
            <a:off x="6783388" y="3830637"/>
            <a:ext cx="423864" cy="422277"/>
          </a:xfrm>
          <a:prstGeom prst="rect">
            <a:avLst/>
          </a:prstGeom>
          <a:ln w="12700">
            <a:miter lim="400000"/>
            <a:headEnd/>
            <a:tailEnd/>
          </a:ln>
        </p:spPr>
      </p:pic>
      <p:pic>
        <p:nvPicPr>
          <p:cNvPr id="1745" name="图片 98" descr="图片 98"/>
          <p:cNvPicPr>
            <a:picLocks noChangeAspect="1"/>
          </p:cNvPicPr>
          <p:nvPr/>
        </p:nvPicPr>
        <p:blipFill>
          <a:blip r:embed="rId25"/>
          <a:stretch>
            <a:fillRect/>
          </a:stretch>
        </p:blipFill>
        <p:spPr>
          <a:xfrm>
            <a:off x="7577138" y="3794125"/>
            <a:ext cx="511177" cy="511175"/>
          </a:xfrm>
          <a:prstGeom prst="rect">
            <a:avLst/>
          </a:prstGeom>
          <a:ln w="12700">
            <a:miter lim="400000"/>
            <a:headEnd/>
            <a:tailEnd/>
          </a:ln>
        </p:spPr>
      </p:pic>
      <p:pic>
        <p:nvPicPr>
          <p:cNvPr id="1746" name="图片 99" descr="图片 99"/>
          <p:cNvPicPr>
            <a:picLocks noChangeAspect="1"/>
          </p:cNvPicPr>
          <p:nvPr/>
        </p:nvPicPr>
        <p:blipFill>
          <a:blip r:embed="rId26"/>
          <a:stretch>
            <a:fillRect/>
          </a:stretch>
        </p:blipFill>
        <p:spPr>
          <a:xfrm>
            <a:off x="8521700" y="3794125"/>
            <a:ext cx="484188" cy="482600"/>
          </a:xfrm>
          <a:prstGeom prst="rect">
            <a:avLst/>
          </a:prstGeom>
          <a:ln w="12700">
            <a:miter lim="400000"/>
            <a:headEnd/>
            <a:tailEnd/>
          </a:ln>
        </p:spPr>
      </p:pic>
      <p:pic>
        <p:nvPicPr>
          <p:cNvPr id="1747" name="图片 100" descr="图片 100"/>
          <p:cNvPicPr>
            <a:picLocks noChangeAspect="1"/>
          </p:cNvPicPr>
          <p:nvPr/>
        </p:nvPicPr>
        <p:blipFill>
          <a:blip r:embed="rId27"/>
          <a:stretch>
            <a:fillRect/>
          </a:stretch>
        </p:blipFill>
        <p:spPr>
          <a:xfrm>
            <a:off x="9405938" y="3814762"/>
            <a:ext cx="419102" cy="419102"/>
          </a:xfrm>
          <a:prstGeom prst="rect">
            <a:avLst/>
          </a:prstGeom>
          <a:ln w="12700">
            <a:miter lim="400000"/>
            <a:headEnd/>
            <a:tailEnd/>
          </a:ln>
        </p:spPr>
      </p:pic>
      <p:pic>
        <p:nvPicPr>
          <p:cNvPr id="1748" name="图片 101" descr="图片 101"/>
          <p:cNvPicPr>
            <a:picLocks noChangeAspect="1"/>
          </p:cNvPicPr>
          <p:nvPr/>
        </p:nvPicPr>
        <p:blipFill>
          <a:blip r:embed="rId28"/>
          <a:stretch>
            <a:fillRect/>
          </a:stretch>
        </p:blipFill>
        <p:spPr>
          <a:xfrm>
            <a:off x="10310813" y="4746625"/>
            <a:ext cx="415927" cy="414338"/>
          </a:xfrm>
          <a:prstGeom prst="rect">
            <a:avLst/>
          </a:prstGeom>
          <a:ln w="12700">
            <a:miter lim="400000"/>
            <a:headEnd/>
            <a:tailEnd/>
          </a:ln>
        </p:spPr>
      </p:pic>
      <p:pic>
        <p:nvPicPr>
          <p:cNvPr id="1749" name="图片 102" descr="图片 102"/>
          <p:cNvPicPr>
            <a:picLocks noChangeAspect="1"/>
          </p:cNvPicPr>
          <p:nvPr/>
        </p:nvPicPr>
        <p:blipFill>
          <a:blip r:embed="rId29"/>
          <a:stretch>
            <a:fillRect/>
          </a:stretch>
        </p:blipFill>
        <p:spPr>
          <a:xfrm>
            <a:off x="9372600" y="4687887"/>
            <a:ext cx="490538" cy="490539"/>
          </a:xfrm>
          <a:prstGeom prst="rect">
            <a:avLst/>
          </a:prstGeom>
          <a:ln w="12700">
            <a:miter lim="400000"/>
            <a:headEnd/>
            <a:tailEnd/>
          </a:ln>
        </p:spPr>
      </p:pic>
      <p:pic>
        <p:nvPicPr>
          <p:cNvPr id="1750" name="图片 115" descr="图片 115"/>
          <p:cNvPicPr>
            <a:picLocks noChangeAspect="1"/>
          </p:cNvPicPr>
          <p:nvPr/>
        </p:nvPicPr>
        <p:blipFill>
          <a:blip r:embed="rId30"/>
          <a:stretch>
            <a:fillRect/>
          </a:stretch>
        </p:blipFill>
        <p:spPr>
          <a:xfrm>
            <a:off x="2301875" y="4676775"/>
            <a:ext cx="422275" cy="422275"/>
          </a:xfrm>
          <a:prstGeom prst="rect">
            <a:avLst/>
          </a:prstGeom>
          <a:ln w="12700">
            <a:miter lim="400000"/>
            <a:headEnd/>
            <a:tailEnd/>
          </a:ln>
        </p:spPr>
      </p:pic>
      <p:pic>
        <p:nvPicPr>
          <p:cNvPr id="1751" name="图片 116" descr="图片 116"/>
          <p:cNvPicPr>
            <a:picLocks noChangeAspect="1"/>
          </p:cNvPicPr>
          <p:nvPr/>
        </p:nvPicPr>
        <p:blipFill>
          <a:blip r:embed="rId31"/>
          <a:stretch>
            <a:fillRect/>
          </a:stretch>
        </p:blipFill>
        <p:spPr>
          <a:xfrm>
            <a:off x="3205163" y="4667250"/>
            <a:ext cx="439739" cy="439738"/>
          </a:xfrm>
          <a:prstGeom prst="rect">
            <a:avLst/>
          </a:prstGeom>
          <a:ln w="12700">
            <a:miter lim="400000"/>
            <a:headEnd/>
            <a:tailEnd/>
          </a:ln>
        </p:spPr>
      </p:pic>
      <p:pic>
        <p:nvPicPr>
          <p:cNvPr id="1752" name="图片 117" descr="图片 117"/>
          <p:cNvPicPr>
            <a:picLocks noChangeAspect="1"/>
          </p:cNvPicPr>
          <p:nvPr/>
        </p:nvPicPr>
        <p:blipFill>
          <a:blip r:embed="rId32"/>
          <a:stretch>
            <a:fillRect/>
          </a:stretch>
        </p:blipFill>
        <p:spPr>
          <a:xfrm>
            <a:off x="2316163" y="3787775"/>
            <a:ext cx="428627" cy="427038"/>
          </a:xfrm>
          <a:prstGeom prst="rect">
            <a:avLst/>
          </a:prstGeom>
          <a:ln w="12700">
            <a:miter lim="400000"/>
            <a:headEnd/>
            <a:tailEnd/>
          </a:ln>
        </p:spPr>
      </p:pic>
      <p:pic>
        <p:nvPicPr>
          <p:cNvPr id="1753" name="图片 118" descr="图片 118"/>
          <p:cNvPicPr>
            <a:picLocks noChangeAspect="1"/>
          </p:cNvPicPr>
          <p:nvPr/>
        </p:nvPicPr>
        <p:blipFill>
          <a:blip r:embed="rId33"/>
          <a:stretch>
            <a:fillRect/>
          </a:stretch>
        </p:blipFill>
        <p:spPr>
          <a:xfrm>
            <a:off x="3154363" y="3795712"/>
            <a:ext cx="490539" cy="460377"/>
          </a:xfrm>
          <a:prstGeom prst="rect">
            <a:avLst/>
          </a:prstGeom>
          <a:ln w="12700">
            <a:miter lim="400000"/>
            <a:headEnd/>
            <a:tailEnd/>
          </a:ln>
        </p:spPr>
      </p:pic>
      <p:pic>
        <p:nvPicPr>
          <p:cNvPr id="1754" name="图片 119" descr="图片 119"/>
          <p:cNvPicPr>
            <a:picLocks noChangeAspect="1"/>
          </p:cNvPicPr>
          <p:nvPr/>
        </p:nvPicPr>
        <p:blipFill>
          <a:blip r:embed="rId34"/>
          <a:stretch>
            <a:fillRect/>
          </a:stretch>
        </p:blipFill>
        <p:spPr>
          <a:xfrm>
            <a:off x="4041775" y="4641850"/>
            <a:ext cx="492125" cy="492125"/>
          </a:xfrm>
          <a:prstGeom prst="rect">
            <a:avLst/>
          </a:prstGeom>
          <a:ln w="12700">
            <a:miter lim="400000"/>
            <a:headEnd/>
            <a:tailEnd/>
          </a:ln>
        </p:spPr>
      </p:pic>
      <p:pic>
        <p:nvPicPr>
          <p:cNvPr id="1755" name="图片 120" descr="图片 120"/>
          <p:cNvPicPr>
            <a:picLocks noChangeAspect="1"/>
          </p:cNvPicPr>
          <p:nvPr/>
        </p:nvPicPr>
        <p:blipFill>
          <a:blip r:embed="rId35"/>
          <a:stretch>
            <a:fillRect/>
          </a:stretch>
        </p:blipFill>
        <p:spPr>
          <a:xfrm>
            <a:off x="4105275" y="3795712"/>
            <a:ext cx="417513" cy="419102"/>
          </a:xfrm>
          <a:prstGeom prst="rect">
            <a:avLst/>
          </a:prstGeom>
          <a:ln w="12700">
            <a:miter lim="400000"/>
            <a:headEnd/>
            <a:tailEnd/>
          </a:ln>
        </p:spPr>
      </p:pic>
      <p:pic>
        <p:nvPicPr>
          <p:cNvPr id="1756" name="图片 121" descr="图片 121"/>
          <p:cNvPicPr>
            <a:picLocks noChangeAspect="1"/>
          </p:cNvPicPr>
          <p:nvPr/>
        </p:nvPicPr>
        <p:blipFill>
          <a:blip r:embed="rId36"/>
          <a:stretch>
            <a:fillRect/>
          </a:stretch>
        </p:blipFill>
        <p:spPr>
          <a:xfrm>
            <a:off x="2316163" y="2884488"/>
            <a:ext cx="392114" cy="390527"/>
          </a:xfrm>
          <a:prstGeom prst="rect">
            <a:avLst/>
          </a:prstGeom>
          <a:ln w="12700">
            <a:miter lim="400000"/>
            <a:headEnd/>
            <a:tailEnd/>
          </a:ln>
        </p:spPr>
      </p:pic>
      <p:pic>
        <p:nvPicPr>
          <p:cNvPr id="1757" name="图片 122" descr="图片 122"/>
          <p:cNvPicPr>
            <a:picLocks noChangeAspect="1"/>
          </p:cNvPicPr>
          <p:nvPr/>
        </p:nvPicPr>
        <p:blipFill>
          <a:blip r:embed="rId37"/>
          <a:stretch>
            <a:fillRect/>
          </a:stretch>
        </p:blipFill>
        <p:spPr>
          <a:xfrm>
            <a:off x="3143250" y="2801938"/>
            <a:ext cx="552450" cy="554039"/>
          </a:xfrm>
          <a:prstGeom prst="rect">
            <a:avLst/>
          </a:prstGeom>
          <a:ln w="12700">
            <a:miter lim="400000"/>
            <a:headEnd/>
            <a:tailEnd/>
          </a:ln>
        </p:spPr>
      </p:pic>
      <p:pic>
        <p:nvPicPr>
          <p:cNvPr id="1758" name="图片 123" descr="图片 123"/>
          <p:cNvPicPr>
            <a:picLocks noChangeAspect="1"/>
          </p:cNvPicPr>
          <p:nvPr/>
        </p:nvPicPr>
        <p:blipFill>
          <a:blip r:embed="rId38"/>
          <a:stretch>
            <a:fillRect/>
          </a:stretch>
        </p:blipFill>
        <p:spPr>
          <a:xfrm>
            <a:off x="4062412" y="2865438"/>
            <a:ext cx="450852" cy="450852"/>
          </a:xfrm>
          <a:prstGeom prst="rect">
            <a:avLst/>
          </a:prstGeom>
          <a:ln w="12700">
            <a:miter lim="400000"/>
            <a:headEnd/>
            <a:tailEnd/>
          </a:ln>
        </p:spPr>
      </p:pic>
      <p:pic>
        <p:nvPicPr>
          <p:cNvPr id="1759" name="图片 124" descr="图片 124"/>
          <p:cNvPicPr>
            <a:picLocks noChangeAspect="1"/>
          </p:cNvPicPr>
          <p:nvPr/>
        </p:nvPicPr>
        <p:blipFill>
          <a:blip r:embed="rId39"/>
          <a:stretch>
            <a:fillRect/>
          </a:stretch>
        </p:blipFill>
        <p:spPr>
          <a:xfrm>
            <a:off x="2324100" y="1971675"/>
            <a:ext cx="377825" cy="376240"/>
          </a:xfrm>
          <a:prstGeom prst="rect">
            <a:avLst/>
          </a:prstGeom>
          <a:ln w="12700">
            <a:miter lim="400000"/>
            <a:headEnd/>
            <a:tailEnd/>
          </a:ln>
        </p:spPr>
      </p:pic>
      <p:pic>
        <p:nvPicPr>
          <p:cNvPr id="1760" name="图片 125" descr="图片 125"/>
          <p:cNvPicPr>
            <a:picLocks noChangeAspect="1"/>
          </p:cNvPicPr>
          <p:nvPr/>
        </p:nvPicPr>
        <p:blipFill>
          <a:blip r:embed="rId40"/>
          <a:stretch>
            <a:fillRect/>
          </a:stretch>
        </p:blipFill>
        <p:spPr>
          <a:xfrm>
            <a:off x="3230563" y="2024063"/>
            <a:ext cx="339727" cy="339727"/>
          </a:xfrm>
          <a:prstGeom prst="rect">
            <a:avLst/>
          </a:prstGeom>
          <a:ln w="12700">
            <a:miter lim="400000"/>
            <a:headEnd/>
            <a:tailEnd/>
          </a:ln>
        </p:spPr>
      </p:pic>
      <p:pic>
        <p:nvPicPr>
          <p:cNvPr id="1761" name="图片 126" descr="图片 126"/>
          <p:cNvPicPr>
            <a:picLocks noChangeAspect="1"/>
          </p:cNvPicPr>
          <p:nvPr/>
        </p:nvPicPr>
        <p:blipFill>
          <a:blip r:embed="rId41"/>
          <a:stretch>
            <a:fillRect/>
          </a:stretch>
        </p:blipFill>
        <p:spPr>
          <a:xfrm>
            <a:off x="4110037" y="2016125"/>
            <a:ext cx="355602" cy="354015"/>
          </a:xfrm>
          <a:prstGeom prst="rect">
            <a:avLst/>
          </a:prstGeom>
          <a:ln w="12700">
            <a:miter lim="400000"/>
            <a:headEnd/>
            <a:tailEnd/>
          </a:ln>
        </p:spPr>
      </p:pic>
      <p:pic>
        <p:nvPicPr>
          <p:cNvPr id="1762" name="图片 131" descr="图片 131"/>
          <p:cNvPicPr>
            <a:picLocks noChangeAspect="1"/>
          </p:cNvPicPr>
          <p:nvPr/>
        </p:nvPicPr>
        <p:blipFill>
          <a:blip r:embed="rId42"/>
          <a:stretch>
            <a:fillRect/>
          </a:stretch>
        </p:blipFill>
        <p:spPr>
          <a:xfrm>
            <a:off x="1400175" y="3852862"/>
            <a:ext cx="374650" cy="374652"/>
          </a:xfrm>
          <a:prstGeom prst="rect">
            <a:avLst/>
          </a:prstGeom>
          <a:ln w="12700">
            <a:miter lim="400000"/>
            <a:headEnd/>
            <a:tailEnd/>
          </a:ln>
        </p:spPr>
      </p:pic>
      <p:pic>
        <p:nvPicPr>
          <p:cNvPr id="1763" name="图片 132" descr="图片 132"/>
          <p:cNvPicPr>
            <a:picLocks noChangeAspect="1"/>
          </p:cNvPicPr>
          <p:nvPr/>
        </p:nvPicPr>
        <p:blipFill>
          <a:blip r:embed="rId43"/>
          <a:stretch>
            <a:fillRect/>
          </a:stretch>
        </p:blipFill>
        <p:spPr>
          <a:xfrm>
            <a:off x="1417637" y="2944813"/>
            <a:ext cx="371477" cy="371477"/>
          </a:xfrm>
          <a:prstGeom prst="rect">
            <a:avLst/>
          </a:prstGeom>
          <a:ln w="12700">
            <a:miter lim="400000"/>
            <a:headEnd/>
            <a:tailEnd/>
          </a:ln>
        </p:spPr>
      </p:pic>
      <p:pic>
        <p:nvPicPr>
          <p:cNvPr id="1764" name="图片 133" descr="图片 133"/>
          <p:cNvPicPr>
            <a:picLocks noChangeAspect="1"/>
          </p:cNvPicPr>
          <p:nvPr/>
        </p:nvPicPr>
        <p:blipFill>
          <a:blip r:embed="rId44"/>
          <a:stretch>
            <a:fillRect/>
          </a:stretch>
        </p:blipFill>
        <p:spPr>
          <a:xfrm>
            <a:off x="1400175" y="2008188"/>
            <a:ext cx="406400" cy="404814"/>
          </a:xfrm>
          <a:prstGeom prst="rect">
            <a:avLst/>
          </a:prstGeom>
          <a:ln w="12700">
            <a:miter lim="400000"/>
            <a:headEnd/>
            <a:tailEnd/>
          </a:ln>
        </p:spPr>
      </p:pic>
      <p:pic>
        <p:nvPicPr>
          <p:cNvPr id="1765" name="图片 134" descr="图片 134"/>
          <p:cNvPicPr>
            <a:picLocks noChangeAspect="1"/>
          </p:cNvPicPr>
          <p:nvPr/>
        </p:nvPicPr>
        <p:blipFill>
          <a:blip r:embed="rId45"/>
          <a:stretch>
            <a:fillRect/>
          </a:stretch>
        </p:blipFill>
        <p:spPr>
          <a:xfrm>
            <a:off x="1416050" y="4783137"/>
            <a:ext cx="342900" cy="341314"/>
          </a:xfrm>
          <a:prstGeom prst="rect">
            <a:avLst/>
          </a:prstGeom>
          <a:ln w="12700">
            <a:miter lim="400000"/>
            <a:headEnd/>
            <a:tailEnd/>
          </a:ln>
        </p:spPr>
      </p:pic>
      <p:sp>
        <p:nvSpPr>
          <p:cNvPr id="1766"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8" name="椭圆 5"/>
          <p:cNvSpPr/>
          <p:nvPr/>
        </p:nvSpPr>
        <p:spPr>
          <a:xfrm>
            <a:off x="10586720" y="2792095"/>
            <a:ext cx="730250"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69" name="椭圆 28"/>
          <p:cNvSpPr/>
          <p:nvPr/>
        </p:nvSpPr>
        <p:spPr>
          <a:xfrm>
            <a:off x="5239385" y="279273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0" name="椭圆 29"/>
          <p:cNvSpPr/>
          <p:nvPr/>
        </p:nvSpPr>
        <p:spPr>
          <a:xfrm>
            <a:off x="6127115" y="279273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1" name="椭圆 30"/>
          <p:cNvSpPr/>
          <p:nvPr/>
        </p:nvSpPr>
        <p:spPr>
          <a:xfrm>
            <a:off x="7014845" y="279273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2" name="椭圆 31"/>
          <p:cNvSpPr/>
          <p:nvPr/>
        </p:nvSpPr>
        <p:spPr>
          <a:xfrm>
            <a:off x="7901940" y="279273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3" name="椭圆 32"/>
          <p:cNvSpPr/>
          <p:nvPr/>
        </p:nvSpPr>
        <p:spPr>
          <a:xfrm>
            <a:off x="8789670" y="279273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4" name="椭圆 33"/>
          <p:cNvSpPr/>
          <p:nvPr/>
        </p:nvSpPr>
        <p:spPr>
          <a:xfrm>
            <a:off x="9677400" y="279273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5" name="椭圆 34"/>
          <p:cNvSpPr/>
          <p:nvPr/>
        </p:nvSpPr>
        <p:spPr>
          <a:xfrm>
            <a:off x="4351655" y="2792730"/>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7" name="椭圆 77"/>
          <p:cNvSpPr/>
          <p:nvPr/>
        </p:nvSpPr>
        <p:spPr>
          <a:xfrm>
            <a:off x="2619375" y="2793365"/>
            <a:ext cx="732155"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8" name="椭圆 78"/>
          <p:cNvSpPr/>
          <p:nvPr/>
        </p:nvSpPr>
        <p:spPr>
          <a:xfrm>
            <a:off x="3507105" y="2793365"/>
            <a:ext cx="732155"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79" name="椭圆 79"/>
          <p:cNvSpPr/>
          <p:nvPr/>
        </p:nvSpPr>
        <p:spPr>
          <a:xfrm>
            <a:off x="1731645" y="2793365"/>
            <a:ext cx="732155" cy="73025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0" name="椭圆 97"/>
          <p:cNvSpPr/>
          <p:nvPr/>
        </p:nvSpPr>
        <p:spPr>
          <a:xfrm>
            <a:off x="871855" y="2792095"/>
            <a:ext cx="732155" cy="732155"/>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2" name="椭圆 6"/>
          <p:cNvSpPr/>
          <p:nvPr/>
        </p:nvSpPr>
        <p:spPr>
          <a:xfrm>
            <a:off x="10586720" y="1860550"/>
            <a:ext cx="730250" cy="732155"/>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3" name="椭圆 36"/>
          <p:cNvSpPr/>
          <p:nvPr/>
        </p:nvSpPr>
        <p:spPr>
          <a:xfrm>
            <a:off x="5239385" y="18605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4" name="椭圆 37"/>
          <p:cNvSpPr/>
          <p:nvPr/>
        </p:nvSpPr>
        <p:spPr>
          <a:xfrm>
            <a:off x="6127115" y="18605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5" name="椭圆 38"/>
          <p:cNvSpPr/>
          <p:nvPr/>
        </p:nvSpPr>
        <p:spPr>
          <a:xfrm>
            <a:off x="7014845" y="18605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6" name="椭圆 39"/>
          <p:cNvSpPr/>
          <p:nvPr/>
        </p:nvSpPr>
        <p:spPr>
          <a:xfrm>
            <a:off x="7901940" y="18605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7" name="椭圆 40"/>
          <p:cNvSpPr/>
          <p:nvPr/>
        </p:nvSpPr>
        <p:spPr>
          <a:xfrm>
            <a:off x="8789670" y="18605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8" name="椭圆 41"/>
          <p:cNvSpPr/>
          <p:nvPr/>
        </p:nvSpPr>
        <p:spPr>
          <a:xfrm>
            <a:off x="9677400" y="18605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89" name="椭圆 42"/>
          <p:cNvSpPr/>
          <p:nvPr/>
        </p:nvSpPr>
        <p:spPr>
          <a:xfrm>
            <a:off x="4351655" y="186055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91" name="椭圆 80"/>
          <p:cNvSpPr/>
          <p:nvPr/>
        </p:nvSpPr>
        <p:spPr>
          <a:xfrm>
            <a:off x="2619375" y="1861185"/>
            <a:ext cx="732155"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92" name="椭圆 81"/>
          <p:cNvSpPr/>
          <p:nvPr/>
        </p:nvSpPr>
        <p:spPr>
          <a:xfrm>
            <a:off x="3506470" y="1861185"/>
            <a:ext cx="732155"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93" name="椭圆 82"/>
          <p:cNvSpPr/>
          <p:nvPr/>
        </p:nvSpPr>
        <p:spPr>
          <a:xfrm>
            <a:off x="1731645" y="1861185"/>
            <a:ext cx="732155"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94" name="椭圆 98"/>
          <p:cNvSpPr/>
          <p:nvPr/>
        </p:nvSpPr>
        <p:spPr>
          <a:xfrm>
            <a:off x="871220" y="1861185"/>
            <a:ext cx="732155" cy="73025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796" name="椭圆 3"/>
          <p:cNvSpPr/>
          <p:nvPr/>
        </p:nvSpPr>
        <p:spPr>
          <a:xfrm>
            <a:off x="10587038" y="4609307"/>
            <a:ext cx="730253" cy="731841"/>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797" name="椭圆 4"/>
          <p:cNvSpPr/>
          <p:nvPr/>
        </p:nvSpPr>
        <p:spPr>
          <a:xfrm>
            <a:off x="10587038" y="3706812"/>
            <a:ext cx="730253" cy="731841"/>
          </a:xfrm>
          <a:prstGeom prst="ellips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1798" name="图片 41" descr="图片 41"/>
          <p:cNvPicPr>
            <a:picLocks noChangeAspect="1"/>
          </p:cNvPicPr>
          <p:nvPr/>
        </p:nvPicPr>
        <p:blipFill>
          <a:blip r:embed="rId2"/>
          <a:stretch>
            <a:fillRect/>
          </a:stretch>
        </p:blipFill>
        <p:spPr>
          <a:xfrm>
            <a:off x="10682285" y="4705350"/>
            <a:ext cx="539754" cy="539750"/>
          </a:xfrm>
          <a:prstGeom prst="rect">
            <a:avLst/>
          </a:prstGeom>
          <a:ln w="12700">
            <a:miter lim="400000"/>
            <a:headEnd/>
            <a:tailEnd/>
          </a:ln>
        </p:spPr>
      </p:pic>
      <p:pic>
        <p:nvPicPr>
          <p:cNvPr id="1799" name="图片 44" descr="图片 44"/>
          <p:cNvPicPr>
            <a:picLocks noChangeAspect="1"/>
          </p:cNvPicPr>
          <p:nvPr/>
        </p:nvPicPr>
        <p:blipFill>
          <a:blip r:embed="rId3"/>
          <a:stretch>
            <a:fillRect/>
          </a:stretch>
        </p:blipFill>
        <p:spPr>
          <a:xfrm>
            <a:off x="10763250" y="3817937"/>
            <a:ext cx="460375" cy="433389"/>
          </a:xfrm>
          <a:prstGeom prst="rect">
            <a:avLst/>
          </a:prstGeom>
          <a:ln w="12700">
            <a:miter lim="400000"/>
            <a:headEnd/>
            <a:tailEnd/>
          </a:ln>
        </p:spPr>
      </p:pic>
      <p:pic>
        <p:nvPicPr>
          <p:cNvPr id="1800" name="图片 49" descr="图片 49"/>
          <p:cNvPicPr>
            <a:picLocks noChangeAspect="1"/>
          </p:cNvPicPr>
          <p:nvPr/>
        </p:nvPicPr>
        <p:blipFill>
          <a:blip r:embed="rId4"/>
          <a:stretch>
            <a:fillRect/>
          </a:stretch>
        </p:blipFill>
        <p:spPr>
          <a:xfrm>
            <a:off x="10763250" y="2889250"/>
            <a:ext cx="377825" cy="377825"/>
          </a:xfrm>
          <a:prstGeom prst="rect">
            <a:avLst/>
          </a:prstGeom>
          <a:ln w="12700">
            <a:miter lim="400000"/>
            <a:headEnd/>
            <a:tailEnd/>
          </a:ln>
        </p:spPr>
      </p:pic>
      <p:pic>
        <p:nvPicPr>
          <p:cNvPr id="1801" name="图片 56" descr="图片 56"/>
          <p:cNvPicPr>
            <a:picLocks noChangeAspect="1"/>
          </p:cNvPicPr>
          <p:nvPr/>
        </p:nvPicPr>
        <p:blipFill>
          <a:blip r:embed="rId5"/>
          <a:stretch>
            <a:fillRect/>
          </a:stretch>
        </p:blipFill>
        <p:spPr>
          <a:xfrm>
            <a:off x="10763249" y="2015331"/>
            <a:ext cx="377827" cy="376239"/>
          </a:xfrm>
          <a:prstGeom prst="rect">
            <a:avLst/>
          </a:prstGeom>
          <a:ln w="12700">
            <a:miter lim="400000"/>
            <a:headEnd/>
            <a:tailEnd/>
          </a:ln>
        </p:spPr>
      </p:pic>
      <p:sp>
        <p:nvSpPr>
          <p:cNvPr id="1802" name="椭圆 12"/>
          <p:cNvSpPr/>
          <p:nvPr/>
        </p:nvSpPr>
        <p:spPr>
          <a:xfrm>
            <a:off x="5239385" y="460946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03" name="椭圆 13"/>
          <p:cNvSpPr/>
          <p:nvPr/>
        </p:nvSpPr>
        <p:spPr>
          <a:xfrm>
            <a:off x="6127115" y="460946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04" name="椭圆 14"/>
          <p:cNvSpPr/>
          <p:nvPr/>
        </p:nvSpPr>
        <p:spPr>
          <a:xfrm>
            <a:off x="7014845" y="460946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05" name="椭圆 15"/>
          <p:cNvSpPr/>
          <p:nvPr/>
        </p:nvSpPr>
        <p:spPr>
          <a:xfrm>
            <a:off x="7902575" y="460946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06" name="椭圆 16"/>
          <p:cNvSpPr/>
          <p:nvPr/>
        </p:nvSpPr>
        <p:spPr>
          <a:xfrm>
            <a:off x="8789670" y="460946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07" name="椭圆 17"/>
          <p:cNvSpPr/>
          <p:nvPr/>
        </p:nvSpPr>
        <p:spPr>
          <a:xfrm>
            <a:off x="9677400" y="460946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08" name="椭圆 18"/>
          <p:cNvSpPr/>
          <p:nvPr/>
        </p:nvSpPr>
        <p:spPr>
          <a:xfrm>
            <a:off x="4351655" y="4609465"/>
            <a:ext cx="731520" cy="731520"/>
          </a:xfrm>
          <a:prstGeom prst="ellipse">
            <a:avLst/>
          </a:prstGeom>
          <a:solidFill>
            <a:srgbClr val="53C800"/>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10" name="椭圆 20"/>
          <p:cNvSpPr/>
          <p:nvPr/>
        </p:nvSpPr>
        <p:spPr>
          <a:xfrm>
            <a:off x="5239385" y="370713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11" name="椭圆 21"/>
          <p:cNvSpPr/>
          <p:nvPr/>
        </p:nvSpPr>
        <p:spPr>
          <a:xfrm>
            <a:off x="6127115" y="370713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12" name="椭圆 22"/>
          <p:cNvSpPr/>
          <p:nvPr/>
        </p:nvSpPr>
        <p:spPr>
          <a:xfrm>
            <a:off x="7014845" y="370713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13" name="椭圆 23"/>
          <p:cNvSpPr/>
          <p:nvPr/>
        </p:nvSpPr>
        <p:spPr>
          <a:xfrm>
            <a:off x="7902575" y="370713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14" name="椭圆 24"/>
          <p:cNvSpPr/>
          <p:nvPr/>
        </p:nvSpPr>
        <p:spPr>
          <a:xfrm>
            <a:off x="8789670" y="370713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15" name="椭圆 25"/>
          <p:cNvSpPr/>
          <p:nvPr/>
        </p:nvSpPr>
        <p:spPr>
          <a:xfrm>
            <a:off x="9677400" y="370713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sp>
        <p:nvSpPr>
          <p:cNvPr id="1816" name="椭圆 26"/>
          <p:cNvSpPr/>
          <p:nvPr/>
        </p:nvSpPr>
        <p:spPr>
          <a:xfrm>
            <a:off x="4351655" y="3707130"/>
            <a:ext cx="731520" cy="731520"/>
          </a:xfrm>
          <a:prstGeom prst="ellipse">
            <a:avLst/>
          </a:prstGeom>
          <a:solidFill>
            <a:srgbClr val="006CD9"/>
          </a:solidFill>
          <a:ln w="12700" cap="flat">
            <a:noFill/>
            <a:miter lim="400000"/>
          </a:ln>
          <a:effectLst/>
        </p:spPr>
        <p:txBody>
          <a:bodyPr wrap="square" lIns="45718" tIns="45718" rIns="45718" bIns="45718" numCol="1" anchor="ctr">
            <a:noAutofit/>
          </a:bodyPr>
          <a:lstStyle/>
          <a:p>
            <a:pPr algn="ctr">
              <a:defRPr>
                <a:solidFill>
                  <a:srgbClr val="FFFFFF"/>
                </a:solidFill>
                <a:latin typeface="+mj-lt"/>
                <a:ea typeface="+mj-ea"/>
                <a:cs typeface="+mj-cs"/>
                <a:sym typeface="等线" panose="02010600030101010101" charset="-122"/>
              </a:defRPr>
            </a:pPr>
            <a:endParaRPr/>
          </a:p>
        </p:txBody>
      </p:sp>
      <p:pic>
        <p:nvPicPr>
          <p:cNvPr id="1818" name="图片 94" descr="图片 94"/>
          <p:cNvPicPr>
            <a:picLocks noChangeAspect="1"/>
          </p:cNvPicPr>
          <p:nvPr/>
        </p:nvPicPr>
        <p:blipFill>
          <a:blip r:embed="rId6"/>
          <a:stretch>
            <a:fillRect/>
          </a:stretch>
        </p:blipFill>
        <p:spPr>
          <a:xfrm>
            <a:off x="4521200" y="2994025"/>
            <a:ext cx="376240" cy="368300"/>
          </a:xfrm>
          <a:prstGeom prst="rect">
            <a:avLst/>
          </a:prstGeom>
          <a:ln w="12700">
            <a:miter lim="400000"/>
            <a:headEnd/>
            <a:tailEnd/>
          </a:ln>
        </p:spPr>
      </p:pic>
      <p:pic>
        <p:nvPicPr>
          <p:cNvPr id="1819" name="图片 95" descr="图片 95"/>
          <p:cNvPicPr>
            <a:picLocks noChangeAspect="1"/>
          </p:cNvPicPr>
          <p:nvPr/>
        </p:nvPicPr>
        <p:blipFill>
          <a:blip r:embed="rId7"/>
          <a:stretch>
            <a:fillRect/>
          </a:stretch>
        </p:blipFill>
        <p:spPr>
          <a:xfrm>
            <a:off x="5356225" y="2951163"/>
            <a:ext cx="496888" cy="496889"/>
          </a:xfrm>
          <a:prstGeom prst="rect">
            <a:avLst/>
          </a:prstGeom>
          <a:ln w="12700">
            <a:miter lim="400000"/>
            <a:headEnd/>
            <a:tailEnd/>
          </a:ln>
        </p:spPr>
      </p:pic>
      <p:pic>
        <p:nvPicPr>
          <p:cNvPr id="1820" name="图片 96" descr="图片 96"/>
          <p:cNvPicPr>
            <a:picLocks noChangeAspect="1"/>
          </p:cNvPicPr>
          <p:nvPr/>
        </p:nvPicPr>
        <p:blipFill>
          <a:blip r:embed="rId8"/>
          <a:stretch>
            <a:fillRect/>
          </a:stretch>
        </p:blipFill>
        <p:spPr>
          <a:xfrm>
            <a:off x="7197725" y="4787900"/>
            <a:ext cx="420688" cy="420688"/>
          </a:xfrm>
          <a:prstGeom prst="rect">
            <a:avLst/>
          </a:prstGeom>
          <a:ln w="12700">
            <a:miter lim="400000"/>
            <a:headEnd/>
            <a:tailEnd/>
          </a:ln>
        </p:spPr>
      </p:pic>
      <p:pic>
        <p:nvPicPr>
          <p:cNvPr id="1821" name="图片 97" descr="图片 97"/>
          <p:cNvPicPr>
            <a:picLocks noChangeAspect="1"/>
          </p:cNvPicPr>
          <p:nvPr/>
        </p:nvPicPr>
        <p:blipFill>
          <a:blip r:embed="rId9"/>
          <a:stretch>
            <a:fillRect/>
          </a:stretch>
        </p:blipFill>
        <p:spPr>
          <a:xfrm>
            <a:off x="8034049" y="4744101"/>
            <a:ext cx="452728" cy="452726"/>
          </a:xfrm>
          <a:prstGeom prst="rect">
            <a:avLst/>
          </a:prstGeom>
          <a:ln w="12700">
            <a:miter lim="400000"/>
            <a:headEnd/>
            <a:tailEnd/>
          </a:ln>
        </p:spPr>
      </p:pic>
      <p:pic>
        <p:nvPicPr>
          <p:cNvPr id="1822" name="图片 98" descr="图片 98"/>
          <p:cNvPicPr>
            <a:picLocks noChangeAspect="1"/>
          </p:cNvPicPr>
          <p:nvPr/>
        </p:nvPicPr>
        <p:blipFill>
          <a:blip r:embed="rId10"/>
          <a:stretch>
            <a:fillRect/>
          </a:stretch>
        </p:blipFill>
        <p:spPr>
          <a:xfrm>
            <a:off x="8948738" y="4773612"/>
            <a:ext cx="433389" cy="434977"/>
          </a:xfrm>
          <a:prstGeom prst="rect">
            <a:avLst/>
          </a:prstGeom>
          <a:ln w="12700">
            <a:miter lim="400000"/>
            <a:headEnd/>
            <a:tailEnd/>
          </a:ln>
        </p:spPr>
      </p:pic>
      <p:pic>
        <p:nvPicPr>
          <p:cNvPr id="1823" name="图片 99" descr="图片 99"/>
          <p:cNvPicPr>
            <a:picLocks noChangeAspect="1"/>
          </p:cNvPicPr>
          <p:nvPr/>
        </p:nvPicPr>
        <p:blipFill>
          <a:blip r:embed="rId11"/>
          <a:stretch>
            <a:fillRect/>
          </a:stretch>
        </p:blipFill>
        <p:spPr>
          <a:xfrm>
            <a:off x="9902825" y="4819650"/>
            <a:ext cx="342900" cy="342900"/>
          </a:xfrm>
          <a:prstGeom prst="rect">
            <a:avLst/>
          </a:prstGeom>
          <a:ln w="12700">
            <a:miter lim="400000"/>
            <a:headEnd/>
            <a:tailEnd/>
          </a:ln>
        </p:spPr>
      </p:pic>
      <p:pic>
        <p:nvPicPr>
          <p:cNvPr id="1824" name="图片 100" descr="图片 100"/>
          <p:cNvPicPr>
            <a:picLocks noChangeAspect="1"/>
          </p:cNvPicPr>
          <p:nvPr/>
        </p:nvPicPr>
        <p:blipFill>
          <a:blip r:embed="rId12"/>
          <a:stretch>
            <a:fillRect/>
          </a:stretch>
        </p:blipFill>
        <p:spPr>
          <a:xfrm>
            <a:off x="6275387" y="3008313"/>
            <a:ext cx="447677" cy="368302"/>
          </a:xfrm>
          <a:prstGeom prst="rect">
            <a:avLst/>
          </a:prstGeom>
          <a:ln w="12700">
            <a:miter lim="400000"/>
            <a:headEnd/>
            <a:tailEnd/>
          </a:ln>
        </p:spPr>
      </p:pic>
      <p:pic>
        <p:nvPicPr>
          <p:cNvPr id="1825" name="图片 101" descr="图片 101"/>
          <p:cNvPicPr>
            <a:picLocks noChangeAspect="1"/>
          </p:cNvPicPr>
          <p:nvPr/>
        </p:nvPicPr>
        <p:blipFill>
          <a:blip r:embed="rId13"/>
          <a:stretch>
            <a:fillRect/>
          </a:stretch>
        </p:blipFill>
        <p:spPr>
          <a:xfrm>
            <a:off x="7177088" y="3844925"/>
            <a:ext cx="415927" cy="415925"/>
          </a:xfrm>
          <a:prstGeom prst="rect">
            <a:avLst/>
          </a:prstGeom>
          <a:ln w="12700">
            <a:miter lim="400000"/>
            <a:headEnd/>
            <a:tailEnd/>
          </a:ln>
        </p:spPr>
      </p:pic>
      <p:pic>
        <p:nvPicPr>
          <p:cNvPr id="1826" name="图片 102" descr="图片 102"/>
          <p:cNvPicPr>
            <a:picLocks noChangeAspect="1"/>
          </p:cNvPicPr>
          <p:nvPr/>
        </p:nvPicPr>
        <p:blipFill>
          <a:blip r:embed="rId14"/>
          <a:stretch>
            <a:fillRect/>
          </a:stretch>
        </p:blipFill>
        <p:spPr>
          <a:xfrm>
            <a:off x="8099425" y="3903662"/>
            <a:ext cx="357190" cy="357189"/>
          </a:xfrm>
          <a:prstGeom prst="rect">
            <a:avLst/>
          </a:prstGeom>
          <a:ln w="12700">
            <a:miter lim="400000"/>
            <a:headEnd/>
            <a:tailEnd/>
          </a:ln>
        </p:spPr>
      </p:pic>
      <p:pic>
        <p:nvPicPr>
          <p:cNvPr id="1827" name="图片 103" descr="图片 103"/>
          <p:cNvPicPr>
            <a:picLocks noChangeAspect="1"/>
          </p:cNvPicPr>
          <p:nvPr/>
        </p:nvPicPr>
        <p:blipFill>
          <a:blip r:embed="rId15"/>
          <a:stretch>
            <a:fillRect/>
          </a:stretch>
        </p:blipFill>
        <p:spPr>
          <a:xfrm>
            <a:off x="8872538" y="3789362"/>
            <a:ext cx="601664" cy="603252"/>
          </a:xfrm>
          <a:prstGeom prst="rect">
            <a:avLst/>
          </a:prstGeom>
          <a:ln w="12700">
            <a:miter lim="400000"/>
            <a:headEnd/>
            <a:tailEnd/>
          </a:ln>
        </p:spPr>
      </p:pic>
      <p:pic>
        <p:nvPicPr>
          <p:cNvPr id="1828" name="图片 104" descr="图片 104"/>
          <p:cNvPicPr>
            <a:picLocks noChangeAspect="1"/>
          </p:cNvPicPr>
          <p:nvPr/>
        </p:nvPicPr>
        <p:blipFill>
          <a:blip r:embed="rId16"/>
          <a:stretch>
            <a:fillRect/>
          </a:stretch>
        </p:blipFill>
        <p:spPr>
          <a:xfrm>
            <a:off x="8932863" y="2978150"/>
            <a:ext cx="463552" cy="463550"/>
          </a:xfrm>
          <a:prstGeom prst="rect">
            <a:avLst/>
          </a:prstGeom>
          <a:ln w="12700">
            <a:miter lim="400000"/>
            <a:headEnd/>
            <a:tailEnd/>
          </a:ln>
        </p:spPr>
      </p:pic>
      <p:pic>
        <p:nvPicPr>
          <p:cNvPr id="1829" name="图片 105" descr="图片 105"/>
          <p:cNvPicPr>
            <a:picLocks noChangeAspect="1"/>
          </p:cNvPicPr>
          <p:nvPr/>
        </p:nvPicPr>
        <p:blipFill>
          <a:blip r:embed="rId17"/>
          <a:stretch>
            <a:fillRect/>
          </a:stretch>
        </p:blipFill>
        <p:spPr>
          <a:xfrm>
            <a:off x="8083550" y="3008313"/>
            <a:ext cx="387350" cy="331789"/>
          </a:xfrm>
          <a:prstGeom prst="rect">
            <a:avLst/>
          </a:prstGeom>
          <a:ln w="12700">
            <a:miter lim="400000"/>
            <a:headEnd/>
            <a:tailEnd/>
          </a:ln>
        </p:spPr>
      </p:pic>
      <p:pic>
        <p:nvPicPr>
          <p:cNvPr id="1830" name="图片 106" descr="图片 106"/>
          <p:cNvPicPr>
            <a:picLocks noChangeAspect="1"/>
          </p:cNvPicPr>
          <p:nvPr/>
        </p:nvPicPr>
        <p:blipFill>
          <a:blip r:embed="rId18"/>
          <a:stretch>
            <a:fillRect/>
          </a:stretch>
        </p:blipFill>
        <p:spPr>
          <a:xfrm>
            <a:off x="7175500" y="2951163"/>
            <a:ext cx="409575" cy="411164"/>
          </a:xfrm>
          <a:prstGeom prst="rect">
            <a:avLst/>
          </a:prstGeom>
          <a:ln w="12700">
            <a:miter lim="400000"/>
            <a:headEnd/>
            <a:tailEnd/>
          </a:ln>
        </p:spPr>
      </p:pic>
      <p:pic>
        <p:nvPicPr>
          <p:cNvPr id="1831" name="图片 107" descr="图片 107"/>
          <p:cNvPicPr>
            <a:picLocks noChangeAspect="1"/>
          </p:cNvPicPr>
          <p:nvPr/>
        </p:nvPicPr>
        <p:blipFill>
          <a:blip r:embed="rId19"/>
          <a:stretch>
            <a:fillRect/>
          </a:stretch>
        </p:blipFill>
        <p:spPr>
          <a:xfrm>
            <a:off x="9879013" y="3898900"/>
            <a:ext cx="366714" cy="366715"/>
          </a:xfrm>
          <a:prstGeom prst="rect">
            <a:avLst/>
          </a:prstGeom>
          <a:ln w="12700">
            <a:miter lim="400000"/>
            <a:headEnd/>
            <a:tailEnd/>
          </a:ln>
        </p:spPr>
      </p:pic>
      <p:pic>
        <p:nvPicPr>
          <p:cNvPr id="1832" name="图片 108" descr="图片 108"/>
          <p:cNvPicPr>
            <a:picLocks noChangeAspect="1"/>
          </p:cNvPicPr>
          <p:nvPr/>
        </p:nvPicPr>
        <p:blipFill>
          <a:blip r:embed="rId20"/>
          <a:stretch>
            <a:fillRect/>
          </a:stretch>
        </p:blipFill>
        <p:spPr>
          <a:xfrm>
            <a:off x="4491037" y="2054225"/>
            <a:ext cx="406402" cy="406400"/>
          </a:xfrm>
          <a:prstGeom prst="rect">
            <a:avLst/>
          </a:prstGeom>
          <a:ln w="12700">
            <a:miter lim="400000"/>
            <a:headEnd/>
            <a:tailEnd/>
          </a:ln>
        </p:spPr>
      </p:pic>
      <p:pic>
        <p:nvPicPr>
          <p:cNvPr id="1833" name="图片 109" descr="图片 109"/>
          <p:cNvPicPr>
            <a:picLocks noChangeAspect="1"/>
          </p:cNvPicPr>
          <p:nvPr/>
        </p:nvPicPr>
        <p:blipFill>
          <a:blip r:embed="rId21"/>
          <a:stretch>
            <a:fillRect/>
          </a:stretch>
        </p:blipFill>
        <p:spPr>
          <a:xfrm>
            <a:off x="9840913" y="2971800"/>
            <a:ext cx="404814" cy="404815"/>
          </a:xfrm>
          <a:prstGeom prst="rect">
            <a:avLst/>
          </a:prstGeom>
          <a:ln w="12700">
            <a:miter lim="400000"/>
            <a:headEnd/>
            <a:tailEnd/>
          </a:ln>
        </p:spPr>
      </p:pic>
      <p:pic>
        <p:nvPicPr>
          <p:cNvPr id="1834" name="图片 110" descr="图片 110"/>
          <p:cNvPicPr>
            <a:picLocks noChangeAspect="1"/>
          </p:cNvPicPr>
          <p:nvPr/>
        </p:nvPicPr>
        <p:blipFill>
          <a:blip r:embed="rId22"/>
          <a:stretch>
            <a:fillRect/>
          </a:stretch>
        </p:blipFill>
        <p:spPr>
          <a:xfrm>
            <a:off x="5401621" y="2047875"/>
            <a:ext cx="430216" cy="430213"/>
          </a:xfrm>
          <a:prstGeom prst="rect">
            <a:avLst/>
          </a:prstGeom>
          <a:ln w="12700">
            <a:miter lim="400000"/>
            <a:headEnd/>
            <a:tailEnd/>
          </a:ln>
        </p:spPr>
      </p:pic>
      <p:pic>
        <p:nvPicPr>
          <p:cNvPr id="1835" name="图片 111" descr="图片 111"/>
          <p:cNvPicPr>
            <a:picLocks noChangeAspect="1"/>
          </p:cNvPicPr>
          <p:nvPr/>
        </p:nvPicPr>
        <p:blipFill>
          <a:blip r:embed="rId23"/>
          <a:stretch>
            <a:fillRect/>
          </a:stretch>
        </p:blipFill>
        <p:spPr>
          <a:xfrm>
            <a:off x="6283325" y="1965325"/>
            <a:ext cx="533400" cy="533400"/>
          </a:xfrm>
          <a:prstGeom prst="rect">
            <a:avLst/>
          </a:prstGeom>
          <a:ln w="12700">
            <a:miter lim="400000"/>
            <a:headEnd/>
            <a:tailEnd/>
          </a:ln>
        </p:spPr>
      </p:pic>
      <p:pic>
        <p:nvPicPr>
          <p:cNvPr id="1836" name="图片 112" descr="图片 112"/>
          <p:cNvPicPr>
            <a:picLocks noChangeAspect="1"/>
          </p:cNvPicPr>
          <p:nvPr/>
        </p:nvPicPr>
        <p:blipFill>
          <a:blip r:embed="rId24"/>
          <a:stretch>
            <a:fillRect/>
          </a:stretch>
        </p:blipFill>
        <p:spPr>
          <a:xfrm>
            <a:off x="7173913" y="1995488"/>
            <a:ext cx="444502" cy="444502"/>
          </a:xfrm>
          <a:prstGeom prst="rect">
            <a:avLst/>
          </a:prstGeom>
          <a:ln w="12700">
            <a:miter lim="400000"/>
            <a:headEnd/>
            <a:tailEnd/>
          </a:ln>
        </p:spPr>
      </p:pic>
      <p:pic>
        <p:nvPicPr>
          <p:cNvPr id="1837" name="图片 113" descr="图片 113"/>
          <p:cNvPicPr>
            <a:picLocks noChangeAspect="1"/>
          </p:cNvPicPr>
          <p:nvPr/>
        </p:nvPicPr>
        <p:blipFill>
          <a:blip r:embed="rId25"/>
          <a:stretch>
            <a:fillRect/>
          </a:stretch>
        </p:blipFill>
        <p:spPr>
          <a:xfrm>
            <a:off x="8083550" y="2054225"/>
            <a:ext cx="377825" cy="355600"/>
          </a:xfrm>
          <a:prstGeom prst="rect">
            <a:avLst/>
          </a:prstGeom>
          <a:ln w="12700">
            <a:miter lim="400000"/>
            <a:headEnd/>
            <a:tailEnd/>
          </a:ln>
        </p:spPr>
      </p:pic>
      <p:pic>
        <p:nvPicPr>
          <p:cNvPr id="1838" name="图片 114" descr="图片 114"/>
          <p:cNvPicPr>
            <a:picLocks noChangeAspect="1"/>
          </p:cNvPicPr>
          <p:nvPr/>
        </p:nvPicPr>
        <p:blipFill>
          <a:blip r:embed="rId26"/>
          <a:stretch>
            <a:fillRect/>
          </a:stretch>
        </p:blipFill>
        <p:spPr>
          <a:xfrm>
            <a:off x="8885238" y="2006600"/>
            <a:ext cx="511177" cy="511175"/>
          </a:xfrm>
          <a:prstGeom prst="rect">
            <a:avLst/>
          </a:prstGeom>
          <a:ln w="12700">
            <a:miter lim="400000"/>
            <a:headEnd/>
            <a:tailEnd/>
          </a:ln>
        </p:spPr>
      </p:pic>
      <p:pic>
        <p:nvPicPr>
          <p:cNvPr id="1839" name="图片 115" descr="图片 115"/>
          <p:cNvPicPr>
            <a:picLocks noChangeAspect="1"/>
          </p:cNvPicPr>
          <p:nvPr/>
        </p:nvPicPr>
        <p:blipFill>
          <a:blip r:embed="rId27"/>
          <a:stretch>
            <a:fillRect/>
          </a:stretch>
        </p:blipFill>
        <p:spPr>
          <a:xfrm>
            <a:off x="9814717" y="1955800"/>
            <a:ext cx="495302" cy="495300"/>
          </a:xfrm>
          <a:prstGeom prst="rect">
            <a:avLst/>
          </a:prstGeom>
          <a:ln w="12700">
            <a:miter lim="400000"/>
            <a:headEnd/>
            <a:tailEnd/>
          </a:ln>
        </p:spPr>
      </p:pic>
      <p:pic>
        <p:nvPicPr>
          <p:cNvPr id="1840" name="图片 116" descr="图片 116"/>
          <p:cNvPicPr>
            <a:picLocks noChangeAspect="1"/>
          </p:cNvPicPr>
          <p:nvPr/>
        </p:nvPicPr>
        <p:blipFill>
          <a:blip r:embed="rId28"/>
          <a:stretch>
            <a:fillRect/>
          </a:stretch>
        </p:blipFill>
        <p:spPr>
          <a:xfrm>
            <a:off x="4490370" y="4724401"/>
            <a:ext cx="487364" cy="487364"/>
          </a:xfrm>
          <a:prstGeom prst="rect">
            <a:avLst/>
          </a:prstGeom>
          <a:ln w="12700">
            <a:miter lim="400000"/>
            <a:headEnd/>
            <a:tailEnd/>
          </a:ln>
        </p:spPr>
      </p:pic>
      <p:pic>
        <p:nvPicPr>
          <p:cNvPr id="1841" name="图片 117" descr="图片 117"/>
          <p:cNvPicPr>
            <a:picLocks noChangeAspect="1"/>
          </p:cNvPicPr>
          <p:nvPr/>
        </p:nvPicPr>
        <p:blipFill>
          <a:blip r:embed="rId29"/>
          <a:stretch>
            <a:fillRect/>
          </a:stretch>
        </p:blipFill>
        <p:spPr>
          <a:xfrm>
            <a:off x="4495800" y="3865562"/>
            <a:ext cx="450850" cy="450852"/>
          </a:xfrm>
          <a:prstGeom prst="rect">
            <a:avLst/>
          </a:prstGeom>
          <a:ln w="12700">
            <a:miter lim="400000"/>
            <a:headEnd/>
            <a:tailEnd/>
          </a:ln>
        </p:spPr>
      </p:pic>
      <p:pic>
        <p:nvPicPr>
          <p:cNvPr id="1842" name="图片 118" descr="图片 118"/>
          <p:cNvPicPr>
            <a:picLocks noChangeAspect="1"/>
          </p:cNvPicPr>
          <p:nvPr/>
        </p:nvPicPr>
        <p:blipFill>
          <a:blip r:embed="rId30"/>
          <a:stretch>
            <a:fillRect/>
          </a:stretch>
        </p:blipFill>
        <p:spPr>
          <a:xfrm>
            <a:off x="5394325" y="3908425"/>
            <a:ext cx="420688" cy="420688"/>
          </a:xfrm>
          <a:prstGeom prst="rect">
            <a:avLst/>
          </a:prstGeom>
          <a:ln w="12700">
            <a:miter lim="400000"/>
            <a:headEnd/>
            <a:tailEnd/>
          </a:ln>
        </p:spPr>
      </p:pic>
      <p:pic>
        <p:nvPicPr>
          <p:cNvPr id="1843" name="图片 119" descr="图片 119"/>
          <p:cNvPicPr>
            <a:picLocks noChangeAspect="1"/>
          </p:cNvPicPr>
          <p:nvPr/>
        </p:nvPicPr>
        <p:blipFill>
          <a:blip r:embed="rId31"/>
          <a:stretch>
            <a:fillRect/>
          </a:stretch>
        </p:blipFill>
        <p:spPr>
          <a:xfrm>
            <a:off x="6300787" y="3856037"/>
            <a:ext cx="422277" cy="422277"/>
          </a:xfrm>
          <a:prstGeom prst="rect">
            <a:avLst/>
          </a:prstGeom>
          <a:ln w="12700">
            <a:miter lim="400000"/>
            <a:headEnd/>
            <a:tailEnd/>
          </a:ln>
        </p:spPr>
      </p:pic>
      <p:pic>
        <p:nvPicPr>
          <p:cNvPr id="1844" name="图片 120" descr="图片 120"/>
          <p:cNvPicPr>
            <a:picLocks noChangeAspect="1"/>
          </p:cNvPicPr>
          <p:nvPr/>
        </p:nvPicPr>
        <p:blipFill>
          <a:blip r:embed="rId32"/>
          <a:stretch>
            <a:fillRect/>
          </a:stretch>
        </p:blipFill>
        <p:spPr>
          <a:xfrm>
            <a:off x="5378291" y="4733925"/>
            <a:ext cx="464926" cy="466286"/>
          </a:xfrm>
          <a:prstGeom prst="rect">
            <a:avLst/>
          </a:prstGeom>
          <a:ln w="12700">
            <a:miter lim="400000"/>
            <a:headEnd/>
            <a:tailEnd/>
          </a:ln>
        </p:spPr>
      </p:pic>
      <p:pic>
        <p:nvPicPr>
          <p:cNvPr id="1845" name="图片 121" descr="图片 121"/>
          <p:cNvPicPr>
            <a:picLocks noChangeAspect="1"/>
          </p:cNvPicPr>
          <p:nvPr/>
        </p:nvPicPr>
        <p:blipFill>
          <a:blip r:embed="rId33"/>
          <a:stretch>
            <a:fillRect/>
          </a:stretch>
        </p:blipFill>
        <p:spPr>
          <a:xfrm>
            <a:off x="6267336" y="4762500"/>
            <a:ext cx="463778" cy="465141"/>
          </a:xfrm>
          <a:prstGeom prst="rect">
            <a:avLst/>
          </a:prstGeom>
          <a:ln w="12700">
            <a:miter lim="400000"/>
            <a:headEnd/>
            <a:tailEnd/>
          </a:ln>
        </p:spPr>
      </p:pic>
      <p:sp>
        <p:nvSpPr>
          <p:cNvPr id="1846" name="椭圆 71"/>
          <p:cNvSpPr/>
          <p:nvPr/>
        </p:nvSpPr>
        <p:spPr>
          <a:xfrm>
            <a:off x="2619374" y="4610100"/>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47" name="椭圆 72"/>
          <p:cNvSpPr/>
          <p:nvPr/>
        </p:nvSpPr>
        <p:spPr>
          <a:xfrm>
            <a:off x="3506787" y="4610100"/>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48" name="椭圆 73"/>
          <p:cNvSpPr/>
          <p:nvPr/>
        </p:nvSpPr>
        <p:spPr>
          <a:xfrm>
            <a:off x="1731963" y="4610100"/>
            <a:ext cx="731841" cy="730250"/>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49" name="椭圆 74"/>
          <p:cNvSpPr/>
          <p:nvPr/>
        </p:nvSpPr>
        <p:spPr>
          <a:xfrm>
            <a:off x="2619374" y="3707605"/>
            <a:ext cx="731841" cy="730253"/>
          </a:xfrm>
          <a:prstGeom prst="ellips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50" name="椭圆 75"/>
          <p:cNvSpPr/>
          <p:nvPr/>
        </p:nvSpPr>
        <p:spPr>
          <a:xfrm>
            <a:off x="3506787" y="3707605"/>
            <a:ext cx="731841" cy="730253"/>
          </a:xfrm>
          <a:prstGeom prst="ellips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51" name="椭圆 76"/>
          <p:cNvSpPr/>
          <p:nvPr/>
        </p:nvSpPr>
        <p:spPr>
          <a:xfrm>
            <a:off x="1731963" y="3707605"/>
            <a:ext cx="731841" cy="730253"/>
          </a:xfrm>
          <a:prstGeom prst="ellips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1852" name="图片 134" descr="图片 134"/>
          <p:cNvPicPr>
            <a:picLocks noChangeAspect="1"/>
          </p:cNvPicPr>
          <p:nvPr/>
        </p:nvPicPr>
        <p:blipFill>
          <a:blip r:embed="rId34"/>
          <a:stretch>
            <a:fillRect/>
          </a:stretch>
        </p:blipFill>
        <p:spPr>
          <a:xfrm>
            <a:off x="3611562" y="2908300"/>
            <a:ext cx="496889" cy="496888"/>
          </a:xfrm>
          <a:prstGeom prst="rect">
            <a:avLst/>
          </a:prstGeom>
          <a:ln w="12700">
            <a:miter lim="400000"/>
            <a:headEnd/>
            <a:tailEnd/>
          </a:ln>
        </p:spPr>
      </p:pic>
      <p:pic>
        <p:nvPicPr>
          <p:cNvPr id="1853" name="图片 135" descr="图片 135"/>
          <p:cNvPicPr>
            <a:picLocks noChangeAspect="1"/>
          </p:cNvPicPr>
          <p:nvPr/>
        </p:nvPicPr>
        <p:blipFill>
          <a:blip r:embed="rId35"/>
          <a:stretch>
            <a:fillRect/>
          </a:stretch>
        </p:blipFill>
        <p:spPr>
          <a:xfrm>
            <a:off x="1898650" y="2028825"/>
            <a:ext cx="398465" cy="400050"/>
          </a:xfrm>
          <a:prstGeom prst="rect">
            <a:avLst/>
          </a:prstGeom>
          <a:ln w="12700">
            <a:miter lim="400000"/>
            <a:headEnd/>
            <a:tailEnd/>
          </a:ln>
        </p:spPr>
      </p:pic>
      <p:pic>
        <p:nvPicPr>
          <p:cNvPr id="1854" name="图片 136" descr="图片 136"/>
          <p:cNvPicPr>
            <a:picLocks noChangeAspect="1"/>
          </p:cNvPicPr>
          <p:nvPr/>
        </p:nvPicPr>
        <p:blipFill>
          <a:blip r:embed="rId36"/>
          <a:stretch>
            <a:fillRect/>
          </a:stretch>
        </p:blipFill>
        <p:spPr>
          <a:xfrm>
            <a:off x="2808288" y="2074863"/>
            <a:ext cx="376239" cy="376239"/>
          </a:xfrm>
          <a:prstGeom prst="rect">
            <a:avLst/>
          </a:prstGeom>
          <a:ln w="12700">
            <a:miter lim="400000"/>
            <a:headEnd/>
            <a:tailEnd/>
          </a:ln>
        </p:spPr>
      </p:pic>
      <p:pic>
        <p:nvPicPr>
          <p:cNvPr id="1855" name="图片 137" descr="图片 137"/>
          <p:cNvPicPr>
            <a:picLocks noChangeAspect="1"/>
          </p:cNvPicPr>
          <p:nvPr/>
        </p:nvPicPr>
        <p:blipFill>
          <a:blip r:embed="rId37"/>
          <a:stretch>
            <a:fillRect/>
          </a:stretch>
        </p:blipFill>
        <p:spPr>
          <a:xfrm>
            <a:off x="3671885" y="2006600"/>
            <a:ext cx="436566" cy="436563"/>
          </a:xfrm>
          <a:prstGeom prst="rect">
            <a:avLst/>
          </a:prstGeom>
          <a:ln w="12700">
            <a:miter lim="400000"/>
            <a:headEnd/>
            <a:tailEnd/>
          </a:ln>
        </p:spPr>
      </p:pic>
      <p:pic>
        <p:nvPicPr>
          <p:cNvPr id="1856" name="图片 138" descr="图片 138"/>
          <p:cNvPicPr>
            <a:picLocks noChangeAspect="1"/>
          </p:cNvPicPr>
          <p:nvPr/>
        </p:nvPicPr>
        <p:blipFill>
          <a:blip r:embed="rId38"/>
          <a:stretch>
            <a:fillRect/>
          </a:stretch>
        </p:blipFill>
        <p:spPr>
          <a:xfrm>
            <a:off x="2755900" y="2968625"/>
            <a:ext cx="428625" cy="428625"/>
          </a:xfrm>
          <a:prstGeom prst="rect">
            <a:avLst/>
          </a:prstGeom>
          <a:ln w="12700">
            <a:miter lim="400000"/>
            <a:headEnd/>
            <a:tailEnd/>
          </a:ln>
        </p:spPr>
      </p:pic>
      <p:pic>
        <p:nvPicPr>
          <p:cNvPr id="1857" name="图片 139" descr="图片 139"/>
          <p:cNvPicPr>
            <a:picLocks noChangeAspect="1"/>
          </p:cNvPicPr>
          <p:nvPr/>
        </p:nvPicPr>
        <p:blipFill>
          <a:blip r:embed="rId39"/>
          <a:stretch>
            <a:fillRect/>
          </a:stretch>
        </p:blipFill>
        <p:spPr>
          <a:xfrm>
            <a:off x="1681334" y="2815401"/>
            <a:ext cx="723902" cy="723902"/>
          </a:xfrm>
          <a:prstGeom prst="rect">
            <a:avLst/>
          </a:prstGeom>
          <a:ln w="12700">
            <a:miter lim="400000"/>
            <a:headEnd/>
            <a:tailEnd/>
          </a:ln>
        </p:spPr>
      </p:pic>
      <p:pic>
        <p:nvPicPr>
          <p:cNvPr id="1858" name="图片 140" descr="图片 140"/>
          <p:cNvPicPr>
            <a:picLocks noChangeAspect="1"/>
          </p:cNvPicPr>
          <p:nvPr/>
        </p:nvPicPr>
        <p:blipFill>
          <a:blip r:embed="rId40"/>
          <a:stretch>
            <a:fillRect/>
          </a:stretch>
        </p:blipFill>
        <p:spPr>
          <a:xfrm>
            <a:off x="3660775" y="4791075"/>
            <a:ext cx="400050" cy="400050"/>
          </a:xfrm>
          <a:prstGeom prst="rect">
            <a:avLst/>
          </a:prstGeom>
          <a:ln w="12700">
            <a:miter lim="400000"/>
            <a:headEnd/>
            <a:tailEnd/>
          </a:ln>
        </p:spPr>
      </p:pic>
      <p:pic>
        <p:nvPicPr>
          <p:cNvPr id="1859" name="图片 141" descr="图片 141"/>
          <p:cNvPicPr>
            <a:picLocks noChangeAspect="1"/>
          </p:cNvPicPr>
          <p:nvPr/>
        </p:nvPicPr>
        <p:blipFill>
          <a:blip r:embed="rId41"/>
          <a:stretch>
            <a:fillRect/>
          </a:stretch>
        </p:blipFill>
        <p:spPr>
          <a:xfrm>
            <a:off x="2833688" y="3917950"/>
            <a:ext cx="349252" cy="347665"/>
          </a:xfrm>
          <a:prstGeom prst="rect">
            <a:avLst/>
          </a:prstGeom>
          <a:ln w="12700">
            <a:miter lim="400000"/>
            <a:headEnd/>
            <a:tailEnd/>
          </a:ln>
        </p:spPr>
      </p:pic>
      <p:pic>
        <p:nvPicPr>
          <p:cNvPr id="1860" name="图片 142" descr="图片 142"/>
          <p:cNvPicPr>
            <a:picLocks noChangeAspect="1"/>
          </p:cNvPicPr>
          <p:nvPr/>
        </p:nvPicPr>
        <p:blipFill>
          <a:blip r:embed="rId42"/>
          <a:stretch>
            <a:fillRect/>
          </a:stretch>
        </p:blipFill>
        <p:spPr>
          <a:xfrm>
            <a:off x="2774950" y="4714875"/>
            <a:ext cx="450850" cy="450850"/>
          </a:xfrm>
          <a:prstGeom prst="rect">
            <a:avLst/>
          </a:prstGeom>
          <a:ln w="12700">
            <a:miter lim="400000"/>
            <a:headEnd/>
            <a:tailEnd/>
          </a:ln>
        </p:spPr>
      </p:pic>
      <p:pic>
        <p:nvPicPr>
          <p:cNvPr id="1861" name="图片 143" descr="图片 143"/>
          <p:cNvPicPr>
            <a:picLocks noChangeAspect="1"/>
          </p:cNvPicPr>
          <p:nvPr/>
        </p:nvPicPr>
        <p:blipFill>
          <a:blip r:embed="rId43"/>
          <a:stretch>
            <a:fillRect/>
          </a:stretch>
        </p:blipFill>
        <p:spPr>
          <a:xfrm>
            <a:off x="1908175" y="4819650"/>
            <a:ext cx="388940" cy="390525"/>
          </a:xfrm>
          <a:prstGeom prst="rect">
            <a:avLst/>
          </a:prstGeom>
          <a:ln w="12700">
            <a:miter lim="400000"/>
            <a:headEnd/>
            <a:tailEnd/>
          </a:ln>
        </p:spPr>
      </p:pic>
      <p:pic>
        <p:nvPicPr>
          <p:cNvPr id="1862" name="图片 144" descr="图片 144"/>
          <p:cNvPicPr>
            <a:picLocks noChangeAspect="1"/>
          </p:cNvPicPr>
          <p:nvPr/>
        </p:nvPicPr>
        <p:blipFill>
          <a:blip r:embed="rId44"/>
          <a:stretch>
            <a:fillRect/>
          </a:stretch>
        </p:blipFill>
        <p:spPr>
          <a:xfrm>
            <a:off x="1858963" y="3851275"/>
            <a:ext cx="476252" cy="476250"/>
          </a:xfrm>
          <a:prstGeom prst="rect">
            <a:avLst/>
          </a:prstGeom>
          <a:ln w="12700">
            <a:miter lim="400000"/>
            <a:headEnd/>
            <a:tailEnd/>
          </a:ln>
        </p:spPr>
      </p:pic>
      <p:pic>
        <p:nvPicPr>
          <p:cNvPr id="1863" name="图片 145" descr="图片 145"/>
          <p:cNvPicPr>
            <a:picLocks noChangeAspect="1"/>
          </p:cNvPicPr>
          <p:nvPr/>
        </p:nvPicPr>
        <p:blipFill>
          <a:blip r:embed="rId45"/>
          <a:stretch>
            <a:fillRect/>
          </a:stretch>
        </p:blipFill>
        <p:spPr>
          <a:xfrm>
            <a:off x="3636962" y="3838575"/>
            <a:ext cx="488952" cy="487363"/>
          </a:xfrm>
          <a:prstGeom prst="rect">
            <a:avLst/>
          </a:prstGeom>
          <a:ln w="12700">
            <a:miter lim="400000"/>
            <a:headEnd/>
            <a:tailEnd/>
          </a:ln>
        </p:spPr>
      </p:pic>
      <p:sp>
        <p:nvSpPr>
          <p:cNvPr id="1864" name="椭圆 95"/>
          <p:cNvSpPr/>
          <p:nvPr/>
        </p:nvSpPr>
        <p:spPr>
          <a:xfrm rot="16200000">
            <a:off x="872332" y="4609304"/>
            <a:ext cx="730253" cy="731841"/>
          </a:xfrm>
          <a:prstGeom prst="ellipse">
            <a:avLst/>
          </a:prstGeom>
          <a:solidFill>
            <a:srgbClr val="53C800"/>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65" name="椭圆 96"/>
          <p:cNvSpPr/>
          <p:nvPr/>
        </p:nvSpPr>
        <p:spPr>
          <a:xfrm>
            <a:off x="871537" y="3706812"/>
            <a:ext cx="731841" cy="731841"/>
          </a:xfrm>
          <a:prstGeom prst="ellipse">
            <a:avLst/>
          </a:prstGeom>
          <a:solidFill>
            <a:srgbClr val="006CD9"/>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1866" name="图片 151" descr="图片 151"/>
          <p:cNvPicPr>
            <a:picLocks noChangeAspect="1"/>
          </p:cNvPicPr>
          <p:nvPr/>
        </p:nvPicPr>
        <p:blipFill>
          <a:blip r:embed="rId46"/>
          <a:stretch>
            <a:fillRect/>
          </a:stretch>
        </p:blipFill>
        <p:spPr>
          <a:xfrm>
            <a:off x="1049337" y="3935412"/>
            <a:ext cx="377827" cy="377827"/>
          </a:xfrm>
          <a:prstGeom prst="rect">
            <a:avLst/>
          </a:prstGeom>
          <a:ln w="12700">
            <a:miter lim="400000"/>
            <a:headEnd/>
            <a:tailEnd/>
          </a:ln>
        </p:spPr>
      </p:pic>
      <p:pic>
        <p:nvPicPr>
          <p:cNvPr id="1867" name="图片 152" descr="图片 152"/>
          <p:cNvPicPr>
            <a:picLocks noChangeAspect="1"/>
          </p:cNvPicPr>
          <p:nvPr/>
        </p:nvPicPr>
        <p:blipFill>
          <a:blip r:embed="rId47"/>
          <a:stretch>
            <a:fillRect/>
          </a:stretch>
        </p:blipFill>
        <p:spPr>
          <a:xfrm>
            <a:off x="1036637" y="2986088"/>
            <a:ext cx="412752" cy="411164"/>
          </a:xfrm>
          <a:prstGeom prst="rect">
            <a:avLst/>
          </a:prstGeom>
          <a:ln w="12700">
            <a:miter lim="400000"/>
            <a:headEnd/>
            <a:tailEnd/>
          </a:ln>
        </p:spPr>
      </p:pic>
      <p:pic>
        <p:nvPicPr>
          <p:cNvPr id="1868" name="图片 153" descr="图片 153"/>
          <p:cNvPicPr>
            <a:picLocks noChangeAspect="1"/>
          </p:cNvPicPr>
          <p:nvPr/>
        </p:nvPicPr>
        <p:blipFill>
          <a:blip r:embed="rId48"/>
          <a:stretch>
            <a:fillRect/>
          </a:stretch>
        </p:blipFill>
        <p:spPr>
          <a:xfrm>
            <a:off x="1003177" y="1995488"/>
            <a:ext cx="454027" cy="452440"/>
          </a:xfrm>
          <a:prstGeom prst="rect">
            <a:avLst/>
          </a:prstGeom>
          <a:ln w="12700">
            <a:miter lim="400000"/>
            <a:headEnd/>
            <a:tailEnd/>
          </a:ln>
        </p:spPr>
      </p:pic>
      <p:pic>
        <p:nvPicPr>
          <p:cNvPr id="1869" name="图片 154" descr="图片 154"/>
          <p:cNvPicPr>
            <a:picLocks noChangeAspect="1"/>
          </p:cNvPicPr>
          <p:nvPr/>
        </p:nvPicPr>
        <p:blipFill>
          <a:blip r:embed="rId49"/>
          <a:stretch>
            <a:fillRect/>
          </a:stretch>
        </p:blipFill>
        <p:spPr>
          <a:xfrm>
            <a:off x="988095" y="4733925"/>
            <a:ext cx="487365" cy="488950"/>
          </a:xfrm>
          <a:prstGeom prst="rect">
            <a:avLst/>
          </a:prstGeom>
          <a:ln w="12700">
            <a:miter lim="400000"/>
            <a:headEnd/>
            <a:tailEnd/>
          </a:ln>
        </p:spPr>
      </p:pic>
      <p:sp>
        <p:nvSpPr>
          <p:cNvPr id="1870" name="文本框 8"/>
          <p:cNvSpPr txBox="1"/>
          <p:nvPr/>
        </p:nvSpPr>
        <p:spPr>
          <a:xfrm>
            <a:off x="498983" y="194468"/>
            <a:ext cx="7929248" cy="538481"/>
          </a:xfrm>
          <a:prstGeom prst="rect">
            <a:avLst/>
          </a:prstGeom>
          <a:ln w="12700">
            <a:miter lim="400000"/>
          </a:ln>
        </p:spPr>
        <p:txBody>
          <a:bodyPr lIns="34290" tIns="34290" rIns="34290" bIns="34290">
            <a:spAutoFit/>
          </a:bodyPr>
          <a:lstStyle>
            <a:lvl1pPr>
              <a:defRPr sz="2600" b="1">
                <a:solidFill>
                  <a:srgbClr val="003592"/>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06CD9"/>
                </a:solidFill>
              </a:rPr>
              <a:t>请输入标题文字请输入标题文字请输入标题文字</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2" name="图片 1" descr="图片 1"/>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1873" name="文本框 8"/>
          <p:cNvSpPr txBox="1"/>
          <p:nvPr/>
        </p:nvSpPr>
        <p:spPr>
          <a:xfrm>
            <a:off x="1017448" y="4209877"/>
            <a:ext cx="4304036" cy="322581"/>
          </a:xfrm>
          <a:prstGeom prst="rect">
            <a:avLst/>
          </a:prstGeom>
          <a:ln w="12700">
            <a:miter lim="400000"/>
          </a:ln>
        </p:spPr>
        <p:txBody>
          <a:bodyPr lIns="34290" tIns="34290" rIns="34290" bIns="34290">
            <a:spAutoFit/>
          </a:bodyPr>
          <a:lstStyle>
            <a:lvl1pPr algn="just">
              <a:defRPr sz="1400">
                <a:solidFill>
                  <a:srgbClr val="0D0D0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a:solidFill>
                  <a:srgbClr val="0E0E0E"/>
                </a:solidFill>
              </a:rPr>
              <a:t>让每个用户的数字化更简单、更安全!</a:t>
            </a:r>
          </a:p>
        </p:txBody>
      </p:sp>
      <p:sp>
        <p:nvSpPr>
          <p:cNvPr id="1874" name="矩形 2"/>
          <p:cNvSpPr/>
          <p:nvPr/>
        </p:nvSpPr>
        <p:spPr>
          <a:xfrm rot="5400000">
            <a:off x="2734717" y="1277391"/>
            <a:ext cx="921546" cy="4424664"/>
          </a:xfrm>
          <a:prstGeom prst="rect">
            <a:avLst/>
          </a:prstGeom>
          <a:gradFill>
            <a:gsLst>
              <a:gs pos="0">
                <a:srgbClr val="003592">
                  <a:alpha val="0"/>
                </a:srgbClr>
              </a:gs>
              <a:gs pos="83000">
                <a:srgbClr val="006CD9"/>
              </a:gs>
            </a:gsLst>
            <a:lin ang="5400000"/>
          </a:gra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sp>
        <p:nvSpPr>
          <p:cNvPr id="1875" name="文本框 8"/>
          <p:cNvSpPr txBox="1"/>
          <p:nvPr/>
        </p:nvSpPr>
        <p:spPr>
          <a:xfrm>
            <a:off x="1177641" y="2988514"/>
            <a:ext cx="3522285" cy="1135381"/>
          </a:xfrm>
          <a:prstGeom prst="rect">
            <a:avLst/>
          </a:prstGeom>
          <a:ln w="12700">
            <a:miter lim="400000"/>
          </a:ln>
        </p:spPr>
        <p:txBody>
          <a:bodyPr lIns="34290" tIns="34290" rIns="34290" bIns="34290">
            <a:spAutoFit/>
          </a:bodyPr>
          <a:lstStyle>
            <a:lvl1pPr>
              <a:defRPr sz="6000" b="1"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谢谢聆听</a:t>
            </a:r>
          </a:p>
        </p:txBody>
      </p:sp>
      <p:pic>
        <p:nvPicPr>
          <p:cNvPr id="1876" name="图像" descr="图像"/>
          <p:cNvPicPr>
            <a:picLocks noChangeAspect="1"/>
          </p:cNvPicPr>
          <p:nvPr/>
        </p:nvPicPr>
        <p:blipFill>
          <a:blip r:embed="rId3"/>
          <a:stretch>
            <a:fillRect/>
          </a:stretch>
        </p:blipFill>
        <p:spPr>
          <a:xfrm>
            <a:off x="1022499" y="2079436"/>
            <a:ext cx="1680269" cy="544084"/>
          </a:xfrm>
          <a:prstGeom prst="rect">
            <a:avLst/>
          </a:prstGeom>
          <a:ln w="12700">
            <a:miter lim="400000"/>
            <a:headEnd/>
            <a:tailEnd/>
          </a:ln>
        </p:spPr>
      </p:pic>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8" name="图片 2" descr="图片 2"/>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1879" name="文本框 8"/>
          <p:cNvSpPr txBox="1"/>
          <p:nvPr/>
        </p:nvSpPr>
        <p:spPr>
          <a:xfrm>
            <a:off x="7391052" y="2854804"/>
            <a:ext cx="3522283" cy="1135381"/>
          </a:xfrm>
          <a:prstGeom prst="rect">
            <a:avLst/>
          </a:prstGeom>
          <a:ln w="12700">
            <a:miter lim="400000"/>
          </a:ln>
        </p:spPr>
        <p:txBody>
          <a:bodyPr lIns="34290" tIns="34290" rIns="34290" bIns="34290">
            <a:spAutoFit/>
          </a:bodyPr>
          <a:lstStyle>
            <a:lvl1pPr>
              <a:defRPr sz="6000" b="1"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谢谢聆听</a:t>
            </a:r>
          </a:p>
        </p:txBody>
      </p:sp>
      <p:sp>
        <p:nvSpPr>
          <p:cNvPr id="1880" name="文本框 8"/>
          <p:cNvSpPr txBox="1"/>
          <p:nvPr/>
        </p:nvSpPr>
        <p:spPr>
          <a:xfrm>
            <a:off x="6916783" y="3956601"/>
            <a:ext cx="3730784" cy="322581"/>
          </a:xfrm>
          <a:prstGeom prst="rect">
            <a:avLst/>
          </a:prstGeom>
          <a:ln w="12700">
            <a:miter lim="400000"/>
          </a:ln>
        </p:spPr>
        <p:txBody>
          <a:bodyPr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t>让每个用户的数字化更简单、更安全!</a:t>
            </a:r>
          </a:p>
        </p:txBody>
      </p:sp>
      <p:sp>
        <p:nvSpPr>
          <p:cNvPr id="1881" name="矩形 7"/>
          <p:cNvSpPr/>
          <p:nvPr/>
        </p:nvSpPr>
        <p:spPr>
          <a:xfrm>
            <a:off x="10051473" y="4343834"/>
            <a:ext cx="630384" cy="45721"/>
          </a:xfrm>
          <a:prstGeom prst="rect">
            <a:avLst/>
          </a:prstGeom>
          <a:solidFill>
            <a:srgbClr val="FFFFFF"/>
          </a:solidFill>
          <a:ln w="12700">
            <a:miter lim="400000"/>
          </a:ln>
        </p:spPr>
        <p:txBody>
          <a:bodyPr lIns="45718" tIns="45718" rIns="45718" bIns="45718" anchor="ctr"/>
          <a:lstStyle/>
          <a:p>
            <a:pPr algn="ctr">
              <a:defRPr>
                <a:solidFill>
                  <a:srgbClr val="FFFFFF"/>
                </a:solidFill>
                <a:latin typeface="+mj-lt"/>
                <a:ea typeface="+mj-ea"/>
                <a:cs typeface="+mj-cs"/>
                <a:sym typeface="等线" panose="02010600030101010101" charset="-122"/>
              </a:defRPr>
            </a:pPr>
            <a:endParaRPr/>
          </a:p>
        </p:txBody>
      </p:sp>
      <p:pic>
        <p:nvPicPr>
          <p:cNvPr id="1882" name="图像" descr="图像"/>
          <p:cNvPicPr>
            <a:picLocks noChangeAspect="1"/>
          </p:cNvPicPr>
          <p:nvPr/>
        </p:nvPicPr>
        <p:blipFill>
          <a:blip r:embed="rId3"/>
          <a:stretch>
            <a:fillRect/>
          </a:stretch>
        </p:blipFill>
        <p:spPr>
          <a:xfrm>
            <a:off x="9293011" y="2276951"/>
            <a:ext cx="1360209" cy="440446"/>
          </a:xfrm>
          <a:prstGeom prst="rect">
            <a:avLst/>
          </a:prstGeom>
          <a:ln w="12700">
            <a:miter lim="400000"/>
            <a:headEnd/>
            <a:tailEnd/>
          </a:ln>
        </p:spPr>
      </p:pic>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PP_MARK_KEY" val="8bcc9e4c-bef5-413e-bfa8-5dd38ce88874"/>
  <p:tag name="COMMONDATA" val="eyJoZGlkIjoiZWEwZGMxOGQ1ZjU1ZjEzYjk5MjlmMjM1M2JkZWQ1MzU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418.6822834645669,&quot;left&quot;:498.30141732283465,&quot;top&quot;:53.68771653543308,&quot;width&quot;:383.1274015748031}"/>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21.00330708661414,&quot;left&quot;:503.7050393700787,&quot;top&quot;:100.5744094488189,&quot;width&quot;:399.4251181102363}"/>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1.4999212598426,&quot;left&quot;:76.95700787401574,&quot;top&quot;:172.8751181102362,&quot;width&quot;:807.0645669291339}"/>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1.4999212598426,&quot;left&quot;:76.95700787401574,&quot;top&quot;:172.8751181102362,&quot;width&quot;:807.0645669291339}"/>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1.4999212598426,&quot;left&quot;:76.95700787401574,&quot;top&quot;:172.8751181102362,&quot;width&quot;:807.0645669291339}"/>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1.4999212598426,&quot;left&quot;:76.95700787401574,&quot;top&quot;:172.8751181102362,&quot;width&quot;:807.0645669291339}"/>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1.4999212598426,&quot;left&quot;:76.95700787401574,&quot;top&quot;:172.8751181102362,&quot;width&quot;:807.0645669291339}"/>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261.4999212598426,&quot;left&quot;:76.95700787401574,&quot;top&quot;:172.8751181102362,&quot;width&quot;:807.0645669291339}"/>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61.4999212598426,&quot;left&quot;:76.95700787401574,&quot;top&quot;:172.8751181102362,&quot;width&quot;:807.0645669291339}"/>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00.32496062992124,&quot;left&quot;:99.59992125984252,&quot;top&quot;:141.75,&quot;width&quot;:760.8001574803149}"/>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290.0811811023622,&quot;left&quot;:87.24582677165354,&quot;top&quot;:164.94629921259843,&quot;width&quot;:753.8072440944882}"/>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440.0667322000695,&quot;left&quot;:72.09992125984252,&quot;top&quot;:44.458307170009235,&quot;width&quot;:829.9002362204725}"/>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 name="KSO_WM_BEAUTIFY_FLAG" val=""/>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5.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 name="KSO_WM_BEAUTIFY_FLAG" val=""/>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 name="KSO_WM_BEAUTIFY_FLAG" val=""/>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227.55,&quot;left&quot;:74.4,&quot;top&quot;:177.4,&quot;width&quot;:807.45}"/>
  <p:tag name="KSO_WM_BEAUTIFY_FLAG" val=""/>
</p:tagLst>
</file>

<file path=ppt/tags/tag23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27.55,&quot;left&quot;:74.4,&quot;top&quot;:177.4,&quot;width&quot;:807.45}"/>
</p:tagLst>
</file>

<file path=ppt/tags/tag23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27.55,&quot;left&quot;:74.4,&quot;top&quot;:177.4,&quot;width&quot;:807.45}"/>
</p:tagLst>
</file>

<file path=ppt/tags/tag232.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27.55,&quot;left&quot;:74.4,&quot;top&quot;:177.4,&quot;width&quot;:807.45}"/>
</p:tagLst>
</file>

<file path=ppt/tags/tag23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227.55,&quot;left&quot;:74.4,&quot;top&quot;:177.4,&quot;width&quot;:807.45}"/>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76.7876285372571,&quot;left&quot;:-257.05,&quot;top&quot;:99.05618573137144,&quot;width&quot;:1217.05}"/>
</p:tagLst>
</file>

<file path=ppt/tags/tag267.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299.6091449816148,&quot;left&quot;:105.8,&quot;top&quot;:136.84085501838518,&quot;width&quot;:776.8}"/>
</p:tagLst>
</file>

<file path=ppt/tags/tag3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07.4624409448819,&quot;left&quot;:-257.05,&quot;top&quot;:146.28811023622046,&quot;width&quot;:1217.05}"/>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07.4624409448819,&quot;left&quot;:-257.05,&quot;top&quot;:146.28811023622046,&quot;width&quot;:1217.05}"/>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07.4624409448819,&quot;left&quot;:-257.05,&quot;top&quot;:146.28811023622046,&quot;width&quot;:1217.05}"/>
</p:tagLst>
</file>

<file path=ppt/tags/tag311.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2.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3.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4.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5.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6.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7.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8.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19.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0.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1.xml><?xml version="1.0" encoding="utf-8"?>
<p:tagLst xmlns:a="http://schemas.openxmlformats.org/drawingml/2006/main" xmlns:r="http://schemas.openxmlformats.org/officeDocument/2006/relationships" xmlns:p="http://schemas.openxmlformats.org/presentationml/2006/main">
  <p:tag name="KSO_WM_DIAGRAM_VIRTUALLY_FRAME" val="{&quot;height&quot;:272.04244094488183,&quot;left&quot;:333.60299212598426,&quot;top&quot;:149.83496062992126,&quot;width&quot;:500.30590551181103}"/>
</p:tagLst>
</file>

<file path=ppt/tags/tag322.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3.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4.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5.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6.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7.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Lst>
</file>

<file path=ppt/tags/tag328.xml><?xml version="1.0" encoding="utf-8"?>
<p:tagLst xmlns:a="http://schemas.openxmlformats.org/drawingml/2006/main" xmlns:r="http://schemas.openxmlformats.org/officeDocument/2006/relationships" xmlns:p="http://schemas.openxmlformats.org/presentationml/2006/main">
  <p:tag name="KSO_WM_DIAGRAM_VIRTUALLY_FRAME" val="{&quot;height&quot;:448.51550725113214,&quot;left&quot;:58.39724409448819,&quot;top&quot;:43.941028181938734,&quot;width&quot;:862.5166141732283}"/>
  <p:tag name="KSO_WM_BEAUTIFY_FLAG" val=""/>
</p:tagLst>
</file>

<file path=ppt/tags/tag329.xml><?xml version="1.0" encoding="utf-8"?>
<p:tagLst xmlns:a="http://schemas.openxmlformats.org/drawingml/2006/main" xmlns:r="http://schemas.openxmlformats.org/officeDocument/2006/relationships" xmlns:p="http://schemas.openxmlformats.org/presentationml/2006/main">
  <p:tag name="KSO_WM_DIAGRAM_VIRTUALLY_FRAME" val="{&quot;height&quot;:448.51550725113214,&quot;left&quot;:58.39724409448819,&quot;top&quot;:43.941028181938734,&quot;width&quot;:862.5166141732283}"/>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DIAGRAM_VIRTUALLY_FRAME" val="{&quot;height&quot;:448.51550725113214,&quot;left&quot;:58.39724409448819,&quot;top&quot;:43.941028181938734,&quot;width&quot;:862.5166141732283}"/>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DIAGRAM_VIRTUALLY_FRAME" val="{&quot;height&quot;:448.51550725113214,&quot;left&quot;:58.39724409448819,&quot;top&quot;:43.941028181938734,&quot;width&quot;:862.5166141732283}"/>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DIAGRAM_VIRTUALLY_FRAME" val="{&quot;height&quot;:291.08826771653537,&quot;left&quot;:69.69314960629922,&quot;top&quot;:154.51181102362204,&quot;width&quot;:892.8325196850394}"/>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DIAGRAM_VIRTUALLY_FRAME" val="{&quot;height&quot;:291.08826771653537,&quot;left&quot;:69.69314960629922,&quot;top&quot;:154.51181102362204,&quot;width&quot;:892.8325196850394}"/>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DIAGRAM_VIRTUALLY_FRAME" val="{&quot;height&quot;:291.08826771653537,&quot;left&quot;:69.69314960629922,&quot;top&quot;:154.51181102362204,&quot;width&quot;:892.8325196850394}"/>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DIAGRAM_VIRTUALLY_FRAME" val="{&quot;height&quot;:291.08826771653537,&quot;left&quot;:69.69314960629922,&quot;top&quot;:154.51181102362204,&quot;width&quot;:892.8325196850394}"/>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DIAGRAM_VIRTUALLY_FRAME" val="{&quot;height&quot;:307.4624409448819,&quot;left&quot;:-257.05,&quot;top&quot;:146.28811023622046,&quot;width&quot;:1217.05}"/>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DIAGRAM_VIRTUALLY_FRAME" val="{&quot;height&quot;:225.08661417322833,&quot;left&quot;:572.95,&quot;top&quot;:183.37503937007872,&quot;width&quot;:348.2000787401574}"/>
</p:tagLst>
</file>

<file path=ppt/tags/tag344.xml><?xml version="1.0" encoding="utf-8"?>
<p:tagLst xmlns:a="http://schemas.openxmlformats.org/drawingml/2006/main" xmlns:r="http://schemas.openxmlformats.org/officeDocument/2006/relationships" xmlns:p="http://schemas.openxmlformats.org/presentationml/2006/main">
  <p:tag name="KSO_WM_DIAGRAM_VIRTUALLY_FRAME" val="{&quot;height&quot;:225.08661417322833,&quot;left&quot;:572.95,&quot;top&quot;:183.37503937007872,&quot;width&quot;:348.2000787401574}"/>
</p:tagLst>
</file>

<file path=ppt/tags/tag345.xml><?xml version="1.0" encoding="utf-8"?>
<p:tagLst xmlns:a="http://schemas.openxmlformats.org/drawingml/2006/main" xmlns:r="http://schemas.openxmlformats.org/officeDocument/2006/relationships" xmlns:p="http://schemas.openxmlformats.org/presentationml/2006/main">
  <p:tag name="KSO_WM_DIAGRAM_VIRTUALLY_FRAME" val="{&quot;height&quot;:225.08661417322833,&quot;left&quot;:572.95,&quot;top&quot;:183.37503937007872,&quot;width&quot;:348.2000787401574}"/>
</p:tagLst>
</file>

<file path=ppt/tags/tag346.xml><?xml version="1.0" encoding="utf-8"?>
<p:tagLst xmlns:a="http://schemas.openxmlformats.org/drawingml/2006/main" xmlns:r="http://schemas.openxmlformats.org/officeDocument/2006/relationships" xmlns:p="http://schemas.openxmlformats.org/presentationml/2006/main">
  <p:tag name="KSO_WM_DIAGRAM_VIRTUALLY_FRAME" val="{&quot;height&quot;:225.08661417322833,&quot;left&quot;:572.95,&quot;top&quot;:183.37503937007872,&quot;width&quot;:348.2000787401574}"/>
</p:tagLst>
</file>

<file path=ppt/tags/tag347.xml><?xml version="1.0" encoding="utf-8"?>
<p:tagLst xmlns:a="http://schemas.openxmlformats.org/drawingml/2006/main" xmlns:r="http://schemas.openxmlformats.org/officeDocument/2006/relationships" xmlns:p="http://schemas.openxmlformats.org/presentationml/2006/main">
  <p:tag name="KSO_WM_DIAGRAM_VIRTUALLY_FRAME" val="{&quot;height&quot;:225.08661417322833,&quot;left&quot;:572.95,&quot;top&quot;:183.37503937007872,&quot;width&quot;:348.2000787401574}"/>
</p:tagLst>
</file>

<file path=ppt/tags/tag348.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49.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50.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51.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52.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53.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54.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55.xml><?xml version="1.0" encoding="utf-8"?>
<p:tagLst xmlns:a="http://schemas.openxmlformats.org/drawingml/2006/main" xmlns:r="http://schemas.openxmlformats.org/officeDocument/2006/relationships" xmlns:p="http://schemas.openxmlformats.org/presentationml/2006/main">
  <p:tag name="KSO_WM_DIAGRAM_VIRTUALLY_FRAME" val="{&quot;height&quot;:259.6550393700787,&quot;left&quot;:488.2,&quot;top&quot;:154.27251968503938,&quot;width&quot;:400.57511811023613}"/>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等线"/>
        <a:ea typeface="等线"/>
        <a:cs typeface="等线"/>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深信服--PPT浅色模板2024.pptx" id="{A8943979-3A3F-4A98-9A70-02CB0E3B55C6}" vid="{3FCD9DB7-15CF-48DC-9283-9FF2E24F6153}"/>
    </a:ext>
  </a:extLst>
</a:theme>
</file>

<file path=ppt/theme/theme2.xml><?xml version="1.0" encoding="utf-8"?>
<a:theme xmlns:a="http://schemas.openxmlformats.org/drawingml/2006/main" name="1_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等线"/>
        <a:ea typeface="等线"/>
        <a:cs typeface="等线"/>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深信服--PPT浅色模板2024.pptx" id="{A8943979-3A3F-4A98-9A70-02CB0E3B55C6}" vid="{2E408321-95F7-4DE7-9362-0023F3CB1911}"/>
    </a:ext>
  </a:extLst>
</a:theme>
</file>

<file path=ppt/theme/theme3.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等线"/>
        <a:ea typeface="等线"/>
        <a:cs typeface="等线"/>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【常用】深信服--PPT浅色模板2024</Template>
  <TotalTime>0</TotalTime>
  <Words>795</Words>
  <Application>Microsoft Office PowerPoint</Application>
  <PresentationFormat>宽屏</PresentationFormat>
  <Paragraphs>609</Paragraphs>
  <Slides>50</Slides>
  <Notes>12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50</vt:i4>
      </vt:variant>
    </vt:vector>
  </HeadingPairs>
  <TitlesOfParts>
    <vt:vector size="60" baseType="lpstr">
      <vt:lpstr>OPPOSans L</vt:lpstr>
      <vt:lpstr>OPPOSans R</vt:lpstr>
      <vt:lpstr>等线</vt:lpstr>
      <vt:lpstr>等线 Light</vt:lpstr>
      <vt:lpstr>微软雅黑</vt:lpstr>
      <vt:lpstr>Arial</vt:lpstr>
      <vt:lpstr>Calibri</vt:lpstr>
      <vt:lpstr>Helvetica</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纪超 孟</dc:creator>
  <cp:lastModifiedBy>纪超 孟</cp:lastModifiedBy>
  <cp:revision>1</cp:revision>
  <dcterms:created xsi:type="dcterms:W3CDTF">2026-06-11T12:42:36Z</dcterms:created>
  <dcterms:modified xsi:type="dcterms:W3CDTF">2026-06-11T12:43:02Z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69887B9338AC4B4F86EFDD55DC8BEE6B_13</vt:lpwstr>
  </property>
  <property fmtid="{D5CDD505-2E9C-101B-9397-08002B2CF9AE}" pid="3" name="KSOProductBuildVer">
    <vt:lpwstr>2052-12.1.0.16417</vt:lpwstr>
  </property>
</Properties>
</file>